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719" r:id="rId5"/>
    <p:sldMasterId id="214748372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6858000" cx="12191675"/>
  <p:notesSz cx="6858000" cy="12191675"/>
  <p:embeddedFontLst>
    <p:embeddedFont>
      <p:font typeface="Montserrat"/>
      <p:regular r:id="rId32"/>
      <p:bold r:id="rId33"/>
      <p:italic r:id="rId34"/>
      <p:boldItalic r:id="rId35"/>
    </p:embeddedFont>
    <p:embeddedFont>
      <p:font typeface="Helvetica Neue"/>
      <p:regular r:id="rId36"/>
      <p:bold r:id="rId37"/>
      <p:italic r:id="rId38"/>
      <p:boldItalic r:id="rId39"/>
    </p:embeddedFont>
    <p:embeddedFont>
      <p:font typeface="Arial Black"/>
      <p:regular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wSFjNYsdWBgNcfw8FMHetuBAZ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3031FF-F472-4A94-A796-D5D1445D7629}">
  <a:tblStyle styleId="{053031FF-F472-4A94-A796-D5D1445D762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ArialBlack-regular.fntdata"/><Relationship Id="rId41"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font" Target="fonts/Montserrat-bold.fntdata"/><Relationship Id="rId32" Type="http://schemas.openxmlformats.org/officeDocument/2006/relationships/font" Target="fonts/Montserrat-regular.fntdata"/><Relationship Id="rId35" Type="http://schemas.openxmlformats.org/officeDocument/2006/relationships/font" Target="fonts/Montserrat-boldItalic.fntdata"/><Relationship Id="rId34" Type="http://schemas.openxmlformats.org/officeDocument/2006/relationships/font" Target="fonts/Montserrat-italic.fntdata"/><Relationship Id="rId37" Type="http://schemas.openxmlformats.org/officeDocument/2006/relationships/font" Target="fonts/HelveticaNeue-bold.fntdata"/><Relationship Id="rId36" Type="http://schemas.openxmlformats.org/officeDocument/2006/relationships/font" Target="fonts/HelveticaNeue-regular.fntdata"/><Relationship Id="rId39" Type="http://schemas.openxmlformats.org/officeDocument/2006/relationships/font" Target="fonts/HelveticaNeue-boldItalic.fntdata"/><Relationship Id="rId38" Type="http://schemas.openxmlformats.org/officeDocument/2006/relationships/font" Target="fonts/HelveticaNeue-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ecd9bc579e_0_3035: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7" name="Google Shape;1007;g3ecd9bc579e_0_3035: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ecd9bc579e_0_1525: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6" name="Google Shape;1046;g3ecd9bc579e_0_1525: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ecd9bc579e_0_4131: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9" name="Google Shape;1109;g3ecd9bc579e_0_4131: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ecd9bc579e_0_4134: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8" name="Google Shape;1208;g3ecd9bc579e_0_4134: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ecd9bc579e_0_4137: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7" name="Google Shape;1217;g3ecd9bc579e_0_4137: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3ecd9bc579e_0_4267: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g3ecd9bc579e_0_4267: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3ecd9bc579e_0_4270: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7" name="Google Shape;1277;g3ecd9bc579e_0_4270: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ecd9bc579e_0_4273: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6" name="Google Shape;1286;g3ecd9bc579e_0_4273: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ecd9bc579e_0_4333: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7" name="Google Shape;1337;g3ecd9bc579e_0_4333: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3ecd9bc579e_0_4336: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5" name="Google Shape;1345;g3ecd9bc579e_0_4336: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3ecd9bc579e_0_4401: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4" name="Google Shape;1354;g3ecd9bc579e_0_4401: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3ecd9bc579e_0_4404: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6" name="Google Shape;1396;g3ecd9bc579e_0_4404: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g3ecd9bc579e_0_4407: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5" name="Google Shape;1435;g3ecd9bc579e_0_4407: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3ecd9bc579e_0_4422: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3" name="Google Shape;1443;g3ecd9bc579e_0_4422: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3ecd9bc579e_0_4425: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2" name="Google Shape;1452;g3ecd9bc579e_0_4425: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5" name="Google Shape;148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6" name="Google Shape;148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3ecd9bc579e_0_4431: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5" name="Google Shape;1525;g3ecd9bc579e_0_4431: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3ecd9bc579e_0_4475: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8" name="Google Shape;1558;g3ecd9bc579e_0_4475: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3ecd9bc579e_0_4478: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1" name="Google Shape;1591;g3ecd9bc579e_0_4478: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g3ecd9bc579e_0_4481: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4" name="Google Shape;1624;g3ecd9bc579e_0_4481: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g3ef8a0113d2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7" name="Google Shape;1657;g3ef8a0113d2_0_1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8" name="Google Shape;1658;g3ef8a0113d2_0_1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3ecd9bc579e_0_4487: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8" name="Google Shape;1788;g3ecd9bc579e_0_4487: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2" name="Google Shape;183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3" name="Google Shape;183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g3ecd9bc579e_0_2535:notes"/>
          <p:cNvSpPr/>
          <p:nvPr>
            <p:ph idx="2" type="sldImg"/>
          </p:nvPr>
        </p:nvSpPr>
        <p:spPr>
          <a:xfrm>
            <a:off x="381381" y="914376"/>
            <a:ext cx="60957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9" name="Google Shape;1849;g3ecd9bc579e_0_2535:notes"/>
          <p:cNvSpPr txBox="1"/>
          <p:nvPr>
            <p:ph idx="1" type="body"/>
          </p:nvPr>
        </p:nvSpPr>
        <p:spPr>
          <a:xfrm>
            <a:off x="685800" y="5791046"/>
            <a:ext cx="5486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2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2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2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3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6.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1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4.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15.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16.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2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18.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 Id="rId3" Type="http://schemas.openxmlformats.org/officeDocument/2006/relationships/image" Target="../media/image25.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 Id="rId3" Type="http://schemas.openxmlformats.org/officeDocument/2006/relationships/image" Target="../media/image25.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png"/><Relationship Id="rId3" Type="http://schemas.openxmlformats.org/officeDocument/2006/relationships/image" Target="../media/image25.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2.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 Id="rId3" Type="http://schemas.openxmlformats.org/officeDocument/2006/relationships/image" Target="../media/image24.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24.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3.png"/><Relationship Id="rId3" Type="http://schemas.openxmlformats.org/officeDocument/2006/relationships/image" Target="../media/image30.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12.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4.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1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1.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16.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22.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Blank - dark">
  <p:cSld name="BLANK_3_1_2">
    <p:bg>
      <p:bgPr>
        <a:solidFill>
          <a:schemeClr val="dk1"/>
        </a:solidFill>
      </p:bgPr>
    </p:bg>
    <p:spTree>
      <p:nvGrpSpPr>
        <p:cNvPr id="15" name="Shape 15"/>
        <p:cNvGrpSpPr/>
        <p:nvPr/>
      </p:nvGrpSpPr>
      <p:grpSpPr>
        <a:xfrm>
          <a:off x="0" y="0"/>
          <a:ext cx="0" cy="0"/>
          <a:chOff x="0" y="0"/>
          <a:chExt cx="0" cy="0"/>
        </a:xfrm>
      </p:grpSpPr>
      <p:sp>
        <p:nvSpPr>
          <p:cNvPr id="16" name="Google Shape;16;g3ecd9bc579e_0_3963"/>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7" name="Google Shape;17;g3ecd9bc579e_0_3963"/>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18" name="Google Shape;18;g3ecd9bc579e_0_3963"/>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Slide - dark">
  <p:cSld name="TITLE_1_2_3_1_1">
    <p:spTree>
      <p:nvGrpSpPr>
        <p:cNvPr id="19" name="Shape 19"/>
        <p:cNvGrpSpPr/>
        <p:nvPr/>
      </p:nvGrpSpPr>
      <p:grpSpPr>
        <a:xfrm>
          <a:off x="0" y="0"/>
          <a:ext cx="0" cy="0"/>
          <a:chOff x="0" y="0"/>
          <a:chExt cx="0" cy="0"/>
        </a:xfrm>
      </p:grpSpPr>
      <p:sp>
        <p:nvSpPr>
          <p:cNvPr id="20" name="Google Shape;20;g3ecd9bc579e_0_3640"/>
          <p:cNvSpPr/>
          <p:nvPr/>
        </p:nvSpPr>
        <p:spPr>
          <a:xfrm>
            <a:off x="-52915" y="0"/>
            <a:ext cx="123081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1" name="Google Shape;21;g3ecd9bc579e_0_3640"/>
          <p:cNvSpPr/>
          <p:nvPr/>
        </p:nvSpPr>
        <p:spPr>
          <a:xfrm>
            <a:off x="-52915" y="0"/>
            <a:ext cx="12308100" cy="3028500"/>
          </a:xfrm>
          <a:prstGeom prst="rect">
            <a:avLst/>
          </a:prstGeom>
          <a:gradFill>
            <a:gsLst>
              <a:gs pos="0">
                <a:srgbClr val="00CC66">
                  <a:alpha val="31373"/>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22" name="Google Shape;22;g3ecd9bc579e_0_3640"/>
          <p:cNvPicPr preferRelativeResize="0"/>
          <p:nvPr/>
        </p:nvPicPr>
        <p:blipFill rotWithShape="1">
          <a:blip r:embed="rId2">
            <a:alphaModFix/>
          </a:blip>
          <a:srcRect b="24679" l="16143" r="19028" t="2820"/>
          <a:stretch/>
        </p:blipFill>
        <p:spPr>
          <a:xfrm>
            <a:off x="6488710" y="480067"/>
            <a:ext cx="5703045" cy="6377933"/>
          </a:xfrm>
          <a:prstGeom prst="rect">
            <a:avLst/>
          </a:prstGeom>
          <a:noFill/>
          <a:ln>
            <a:noFill/>
          </a:ln>
        </p:spPr>
      </p:pic>
      <p:sp>
        <p:nvSpPr>
          <p:cNvPr id="23" name="Google Shape;23;g3ecd9bc579e_0_3640"/>
          <p:cNvSpPr/>
          <p:nvPr/>
        </p:nvSpPr>
        <p:spPr>
          <a:xfrm>
            <a:off x="-52915" y="2186601"/>
            <a:ext cx="123081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4" name="Google Shape;24;g3ecd9bc579e_0_3640"/>
          <p:cNvSpPr txBox="1"/>
          <p:nvPr>
            <p:ph type="ctrTitle"/>
          </p:nvPr>
        </p:nvSpPr>
        <p:spPr>
          <a:xfrm>
            <a:off x="415589" y="1003267"/>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25" name="Google Shape;25;g3ecd9bc579e_0_3640"/>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26" name="Google Shape;26;g3ecd9bc579e_0_3640"/>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4"/>
                </a:solidFill>
              </a:defRPr>
            </a:lvl1pPr>
            <a:lvl2pPr lvl="1" algn="l">
              <a:lnSpc>
                <a:spcPct val="100000"/>
              </a:lnSpc>
              <a:spcBef>
                <a:spcPts val="1900"/>
              </a:spcBef>
              <a:spcAft>
                <a:spcPts val="0"/>
              </a:spcAft>
              <a:buSzPts val="1600"/>
              <a:buNone/>
              <a:defRPr b="1" sz="1300">
                <a:solidFill>
                  <a:schemeClr val="accent4"/>
                </a:solidFill>
              </a:defRPr>
            </a:lvl2pPr>
            <a:lvl3pPr lvl="2" algn="l">
              <a:lnSpc>
                <a:spcPct val="100000"/>
              </a:lnSpc>
              <a:spcBef>
                <a:spcPts val="1900"/>
              </a:spcBef>
              <a:spcAft>
                <a:spcPts val="0"/>
              </a:spcAft>
              <a:buSzPts val="1300"/>
              <a:buNone/>
              <a:defRPr b="1" sz="1300">
                <a:solidFill>
                  <a:schemeClr val="accent4"/>
                </a:solidFill>
              </a:defRPr>
            </a:lvl3pPr>
            <a:lvl4pPr lvl="3" algn="l">
              <a:lnSpc>
                <a:spcPct val="100000"/>
              </a:lnSpc>
              <a:spcBef>
                <a:spcPts val="1900"/>
              </a:spcBef>
              <a:spcAft>
                <a:spcPts val="0"/>
              </a:spcAft>
              <a:buSzPts val="1300"/>
              <a:buNone/>
              <a:defRPr b="1" sz="1300">
                <a:solidFill>
                  <a:schemeClr val="accent4"/>
                </a:solidFill>
              </a:defRPr>
            </a:lvl4pPr>
            <a:lvl5pPr lvl="4" algn="l">
              <a:lnSpc>
                <a:spcPct val="100000"/>
              </a:lnSpc>
              <a:spcBef>
                <a:spcPts val="1900"/>
              </a:spcBef>
              <a:spcAft>
                <a:spcPts val="0"/>
              </a:spcAft>
              <a:buSzPts val="1300"/>
              <a:buNone/>
              <a:defRPr b="1" sz="1300">
                <a:solidFill>
                  <a:schemeClr val="accent4"/>
                </a:solidFill>
              </a:defRPr>
            </a:lvl5pPr>
            <a:lvl6pPr lvl="5" algn="l">
              <a:lnSpc>
                <a:spcPct val="100000"/>
              </a:lnSpc>
              <a:spcBef>
                <a:spcPts val="1900"/>
              </a:spcBef>
              <a:spcAft>
                <a:spcPts val="0"/>
              </a:spcAft>
              <a:buSzPts val="1300"/>
              <a:buNone/>
              <a:defRPr b="1" sz="1300">
                <a:solidFill>
                  <a:schemeClr val="accent4"/>
                </a:solidFill>
              </a:defRPr>
            </a:lvl6pPr>
            <a:lvl7pPr lvl="6" algn="l">
              <a:lnSpc>
                <a:spcPct val="100000"/>
              </a:lnSpc>
              <a:spcBef>
                <a:spcPts val="1900"/>
              </a:spcBef>
              <a:spcAft>
                <a:spcPts val="0"/>
              </a:spcAft>
              <a:buSzPts val="1300"/>
              <a:buNone/>
              <a:defRPr b="1" sz="1300">
                <a:solidFill>
                  <a:schemeClr val="accent4"/>
                </a:solidFill>
              </a:defRPr>
            </a:lvl7pPr>
            <a:lvl8pPr lvl="7" algn="l">
              <a:lnSpc>
                <a:spcPct val="100000"/>
              </a:lnSpc>
              <a:spcBef>
                <a:spcPts val="1900"/>
              </a:spcBef>
              <a:spcAft>
                <a:spcPts val="0"/>
              </a:spcAft>
              <a:buSzPts val="1300"/>
              <a:buNone/>
              <a:defRPr b="1" sz="1300">
                <a:solidFill>
                  <a:schemeClr val="accent4"/>
                </a:solidFill>
              </a:defRPr>
            </a:lvl8pPr>
            <a:lvl9pPr lvl="8" algn="l">
              <a:lnSpc>
                <a:spcPct val="100000"/>
              </a:lnSpc>
              <a:spcBef>
                <a:spcPts val="1900"/>
              </a:spcBef>
              <a:spcAft>
                <a:spcPts val="1900"/>
              </a:spcAft>
              <a:buSzPts val="1300"/>
              <a:buNone/>
              <a:defRPr b="1" sz="1300">
                <a:solidFill>
                  <a:schemeClr val="accent4"/>
                </a:solidFill>
              </a:defRPr>
            </a:lvl9pPr>
          </a:lstStyle>
          <a:p/>
        </p:txBody>
      </p:sp>
      <p:sp>
        <p:nvSpPr>
          <p:cNvPr id="27" name="Google Shape;27;g3ecd9bc579e_0_3640"/>
          <p:cNvSpPr/>
          <p:nvPr/>
        </p:nvSpPr>
        <p:spPr>
          <a:xfrm>
            <a:off x="-52915" y="52631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28" name="Google Shape;28;g3ecd9bc579e_0_3640"/>
          <p:cNvPicPr preferRelativeResize="0"/>
          <p:nvPr/>
        </p:nvPicPr>
        <p:blipFill rotWithShape="1">
          <a:blip r:embed="rId3">
            <a:alphaModFix/>
          </a:blip>
          <a:srcRect b="179" l="0" r="0" t="179"/>
          <a:stretch/>
        </p:blipFill>
        <p:spPr>
          <a:xfrm>
            <a:off x="536852" y="480067"/>
            <a:ext cx="2986353" cy="280409"/>
          </a:xfrm>
          <a:prstGeom prst="rect">
            <a:avLst/>
          </a:prstGeom>
          <a:noFill/>
          <a:ln>
            <a:noFill/>
          </a:ln>
        </p:spPr>
      </p:pic>
      <p:sp>
        <p:nvSpPr>
          <p:cNvPr id="29" name="Google Shape;29;g3ecd9bc579e_0_3640"/>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Only - dark">
  <p:cSld name="TITLE_ONLY_2_1_2">
    <p:bg>
      <p:bgPr>
        <a:solidFill>
          <a:schemeClr val="dk1"/>
        </a:solidFill>
      </p:bgPr>
    </p:bg>
    <p:spTree>
      <p:nvGrpSpPr>
        <p:cNvPr id="30" name="Shape 30"/>
        <p:cNvGrpSpPr/>
        <p:nvPr/>
      </p:nvGrpSpPr>
      <p:grpSpPr>
        <a:xfrm>
          <a:off x="0" y="0"/>
          <a:ext cx="0" cy="0"/>
          <a:chOff x="0" y="0"/>
          <a:chExt cx="0" cy="0"/>
        </a:xfrm>
      </p:grpSpPr>
      <p:sp>
        <p:nvSpPr>
          <p:cNvPr id="31" name="Google Shape;31;g3ecd9bc579e_0_3651"/>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32" name="Google Shape;32;g3ecd9bc579e_0_3651"/>
          <p:cNvSpPr/>
          <p:nvPr/>
        </p:nvSpPr>
        <p:spPr>
          <a:xfrm>
            <a:off x="0" y="308100"/>
            <a:ext cx="12489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 name="Google Shape;33;g3ecd9bc579e_0_3651"/>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4" name="Google Shape;34;g3ecd9bc579e_0_365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p:txBody>
      </p:sp>
      <p:pic>
        <p:nvPicPr>
          <p:cNvPr id="35" name="Google Shape;35;g3ecd9bc579e_0_3651"/>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Section Divider">
  <p:cSld name="SECTION_HEADER_2_1_1">
    <p:spTree>
      <p:nvGrpSpPr>
        <p:cNvPr id="36" name="Shape 36"/>
        <p:cNvGrpSpPr/>
        <p:nvPr/>
      </p:nvGrpSpPr>
      <p:grpSpPr>
        <a:xfrm>
          <a:off x="0" y="0"/>
          <a:ext cx="0" cy="0"/>
          <a:chOff x="0" y="0"/>
          <a:chExt cx="0" cy="0"/>
        </a:xfrm>
      </p:grpSpPr>
      <p:sp>
        <p:nvSpPr>
          <p:cNvPr id="37" name="Google Shape;37;g3ecd9bc579e_0_3657"/>
          <p:cNvSpPr/>
          <p:nvPr/>
        </p:nvSpPr>
        <p:spPr>
          <a:xfrm>
            <a:off x="-52915" y="0"/>
            <a:ext cx="12244800" cy="6858000"/>
          </a:xfrm>
          <a:prstGeom prst="rect">
            <a:avLst/>
          </a:prstGeom>
          <a:gradFill>
            <a:gsLst>
              <a:gs pos="0">
                <a:srgbClr val="0F9347"/>
              </a:gs>
              <a:gs pos="100000">
                <a:schemeClr val="accent4"/>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38" name="Google Shape;38;g3ecd9bc579e_0_3657"/>
          <p:cNvPicPr preferRelativeResize="0"/>
          <p:nvPr/>
        </p:nvPicPr>
        <p:blipFill rotWithShape="1">
          <a:blip r:embed="rId2">
            <a:alphaModFix/>
          </a:blip>
          <a:srcRect b="40538" l="5995" r="6363" t="10373"/>
          <a:stretch/>
        </p:blipFill>
        <p:spPr>
          <a:xfrm>
            <a:off x="-52915" y="0"/>
            <a:ext cx="12244675" cy="6857999"/>
          </a:xfrm>
          <a:prstGeom prst="rect">
            <a:avLst/>
          </a:prstGeom>
          <a:noFill/>
          <a:ln>
            <a:noFill/>
          </a:ln>
        </p:spPr>
      </p:pic>
      <p:sp>
        <p:nvSpPr>
          <p:cNvPr id="39" name="Google Shape;39;g3ecd9bc579e_0_3657"/>
          <p:cNvSpPr/>
          <p:nvPr/>
        </p:nvSpPr>
        <p:spPr>
          <a:xfrm>
            <a:off x="-52915" y="1651000"/>
            <a:ext cx="12244800" cy="5207100"/>
          </a:xfrm>
          <a:prstGeom prst="rect">
            <a:avLst/>
          </a:prstGeom>
          <a:gradFill>
            <a:gsLst>
              <a:gs pos="0">
                <a:srgbClr val="0F9347"/>
              </a:gs>
              <a:gs pos="100000">
                <a:srgbClr val="FFFFFF">
                  <a:alpha val="0"/>
                </a:srgbClr>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0" name="Google Shape;40;g3ecd9bc579e_0_3657"/>
          <p:cNvSpPr txBox="1"/>
          <p:nvPr>
            <p:ph type="title"/>
          </p:nvPr>
        </p:nvSpPr>
        <p:spPr>
          <a:xfrm>
            <a:off x="415589" y="2867800"/>
            <a:ext cx="11360400" cy="1122300"/>
          </a:xfrm>
          <a:prstGeom prst="rect">
            <a:avLst/>
          </a:prstGeom>
          <a:noFill/>
          <a:ln>
            <a:noFill/>
          </a:ln>
          <a:effectLst>
            <a:outerShdw blurRad="285745" rotWithShape="0" algn="bl" dir="5400000" dist="12700">
              <a:schemeClr val="accent4">
                <a:alpha val="74902"/>
              </a:schemeClr>
            </a:outerShdw>
          </a:effectLst>
        </p:spPr>
        <p:txBody>
          <a:bodyPr anchorCtr="0" anchor="ctr" bIns="121900" lIns="121900" spcFirstLastPara="1" rIns="121900" wrap="square" tIns="121900">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41" name="Google Shape;41;g3ecd9bc579e_0_3657"/>
          <p:cNvPicPr preferRelativeResize="0"/>
          <p:nvPr/>
        </p:nvPicPr>
        <p:blipFill rotWithShape="1">
          <a:blip r:embed="rId3">
            <a:alphaModFix/>
          </a:blip>
          <a:srcRect b="0" l="0" r="0" t="0"/>
          <a:stretch/>
        </p:blipFill>
        <p:spPr>
          <a:xfrm>
            <a:off x="9822585" y="6575383"/>
            <a:ext cx="2139028" cy="201163"/>
          </a:xfrm>
          <a:prstGeom prst="rect">
            <a:avLst/>
          </a:prstGeom>
          <a:noFill/>
          <a:ln>
            <a:noFill/>
          </a:ln>
        </p:spPr>
      </p:pic>
      <p:sp>
        <p:nvSpPr>
          <p:cNvPr id="42" name="Google Shape;42;g3ecd9bc579e_0_3657"/>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wo-Column Content - dark">
  <p:cSld name="TITLE_AND_TWO_COLUMNS_2_1_2">
    <p:bg>
      <p:bgPr>
        <a:solidFill>
          <a:schemeClr val="dk1"/>
        </a:solidFill>
      </p:bgPr>
    </p:bg>
    <p:spTree>
      <p:nvGrpSpPr>
        <p:cNvPr id="43" name="Shape 43"/>
        <p:cNvGrpSpPr/>
        <p:nvPr/>
      </p:nvGrpSpPr>
      <p:grpSpPr>
        <a:xfrm>
          <a:off x="0" y="0"/>
          <a:ext cx="0" cy="0"/>
          <a:chOff x="0" y="0"/>
          <a:chExt cx="0" cy="0"/>
        </a:xfrm>
      </p:grpSpPr>
      <p:sp>
        <p:nvSpPr>
          <p:cNvPr id="44" name="Google Shape;44;g3ecd9bc579e_0_3664"/>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solidFill>
                  <a:schemeClr val="lt1"/>
                </a:solidFill>
              </a:defRPr>
            </a:lvl1pPr>
            <a:lvl2pPr indent="-330200" lvl="1" marL="914400" algn="l">
              <a:lnSpc>
                <a:spcPct val="100000"/>
              </a:lnSpc>
              <a:spcBef>
                <a:spcPts val="1900"/>
              </a:spcBef>
              <a:spcAft>
                <a:spcPts val="0"/>
              </a:spcAft>
              <a:buClr>
                <a:schemeClr val="accent4"/>
              </a:buClr>
              <a:buSzPts val="1600"/>
              <a:buChar char="○"/>
              <a:defRPr sz="1600">
                <a:solidFill>
                  <a:schemeClr val="lt1"/>
                </a:solidFill>
              </a:defRPr>
            </a:lvl2pPr>
            <a:lvl3pPr indent="-311150" lvl="2" marL="1371600" algn="l">
              <a:lnSpc>
                <a:spcPct val="100000"/>
              </a:lnSpc>
              <a:spcBef>
                <a:spcPts val="1600"/>
              </a:spcBef>
              <a:spcAft>
                <a:spcPts val="0"/>
              </a:spcAft>
              <a:buClr>
                <a:schemeClr val="accent4"/>
              </a:buClr>
              <a:buSzPts val="1300"/>
              <a:buChar char="■"/>
              <a:defRPr>
                <a:solidFill>
                  <a:schemeClr val="lt1"/>
                </a:solidFill>
              </a:defRPr>
            </a:lvl3pPr>
            <a:lvl4pPr indent="-311150" lvl="3" marL="1828800" algn="l">
              <a:lnSpc>
                <a:spcPct val="100000"/>
              </a:lnSpc>
              <a:spcBef>
                <a:spcPts val="1300"/>
              </a:spcBef>
              <a:spcAft>
                <a:spcPts val="0"/>
              </a:spcAft>
              <a:buClr>
                <a:schemeClr val="accent4"/>
              </a:buClr>
              <a:buSzPts val="1300"/>
              <a:buChar char="●"/>
              <a:defRPr>
                <a:solidFill>
                  <a:schemeClr val="lt1"/>
                </a:solidFill>
              </a:defRPr>
            </a:lvl4pPr>
            <a:lvl5pPr indent="-311150" lvl="4" marL="2286000" algn="l">
              <a:lnSpc>
                <a:spcPct val="100000"/>
              </a:lnSpc>
              <a:spcBef>
                <a:spcPts val="1100"/>
              </a:spcBef>
              <a:spcAft>
                <a:spcPts val="0"/>
              </a:spcAft>
              <a:buClr>
                <a:schemeClr val="accent4"/>
              </a:buClr>
              <a:buSzPts val="1300"/>
              <a:buChar char="○"/>
              <a:defRPr>
                <a:solidFill>
                  <a:schemeClr val="lt1"/>
                </a:solidFill>
              </a:defRPr>
            </a:lvl5pPr>
            <a:lvl6pPr indent="-311150" lvl="5" marL="2743200" algn="l">
              <a:lnSpc>
                <a:spcPct val="100000"/>
              </a:lnSpc>
              <a:spcBef>
                <a:spcPts val="800"/>
              </a:spcBef>
              <a:spcAft>
                <a:spcPts val="0"/>
              </a:spcAft>
              <a:buClr>
                <a:schemeClr val="accent4"/>
              </a:buClr>
              <a:buSzPts val="1300"/>
              <a:buChar char="■"/>
              <a:defRPr>
                <a:solidFill>
                  <a:schemeClr val="lt1"/>
                </a:solidFill>
              </a:defRPr>
            </a:lvl6pPr>
            <a:lvl7pPr indent="-311150" lvl="6" marL="3200400" algn="l">
              <a:lnSpc>
                <a:spcPct val="100000"/>
              </a:lnSpc>
              <a:spcBef>
                <a:spcPts val="500"/>
              </a:spcBef>
              <a:spcAft>
                <a:spcPts val="0"/>
              </a:spcAft>
              <a:buClr>
                <a:schemeClr val="accent4"/>
              </a:buClr>
              <a:buSzPts val="1300"/>
              <a:buChar char="●"/>
              <a:defRPr>
                <a:solidFill>
                  <a:schemeClr val="lt1"/>
                </a:solidFill>
              </a:defRPr>
            </a:lvl7pPr>
            <a:lvl8pPr indent="-311150" lvl="7" marL="3657600" algn="l">
              <a:lnSpc>
                <a:spcPct val="100000"/>
              </a:lnSpc>
              <a:spcBef>
                <a:spcPts val="500"/>
              </a:spcBef>
              <a:spcAft>
                <a:spcPts val="0"/>
              </a:spcAft>
              <a:buClr>
                <a:schemeClr val="accent4"/>
              </a:buClr>
              <a:buSzPts val="1300"/>
              <a:buChar char="○"/>
              <a:defRPr>
                <a:solidFill>
                  <a:schemeClr val="lt1"/>
                </a:solidFill>
              </a:defRPr>
            </a:lvl8pPr>
            <a:lvl9pPr indent="-311150" lvl="8" marL="4114800" algn="l">
              <a:lnSpc>
                <a:spcPct val="100000"/>
              </a:lnSpc>
              <a:spcBef>
                <a:spcPts val="500"/>
              </a:spcBef>
              <a:spcAft>
                <a:spcPts val="500"/>
              </a:spcAft>
              <a:buClr>
                <a:schemeClr val="accent4"/>
              </a:buClr>
              <a:buSzPts val="1300"/>
              <a:buChar char="■"/>
              <a:defRPr>
                <a:solidFill>
                  <a:schemeClr val="lt1"/>
                </a:solidFill>
              </a:defRPr>
            </a:lvl9pPr>
          </a:lstStyle>
          <a:p/>
        </p:txBody>
      </p:sp>
      <p:sp>
        <p:nvSpPr>
          <p:cNvPr id="45" name="Google Shape;45;g3ecd9bc579e_0_3664"/>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46" name="Google Shape;46;g3ecd9bc579e_0_3664"/>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solidFill>
                  <a:schemeClr val="lt1"/>
                </a:solidFill>
              </a:defRPr>
            </a:lvl1pPr>
            <a:lvl2pPr indent="-330200" lvl="1" marL="914400" algn="l">
              <a:lnSpc>
                <a:spcPct val="100000"/>
              </a:lnSpc>
              <a:spcBef>
                <a:spcPts val="1900"/>
              </a:spcBef>
              <a:spcAft>
                <a:spcPts val="0"/>
              </a:spcAft>
              <a:buClr>
                <a:schemeClr val="accent4"/>
              </a:buClr>
              <a:buSzPts val="1600"/>
              <a:buChar char="○"/>
              <a:defRPr sz="1600">
                <a:solidFill>
                  <a:schemeClr val="lt1"/>
                </a:solidFill>
              </a:defRPr>
            </a:lvl2pPr>
            <a:lvl3pPr indent="-311150" lvl="2" marL="1371600" algn="l">
              <a:lnSpc>
                <a:spcPct val="100000"/>
              </a:lnSpc>
              <a:spcBef>
                <a:spcPts val="1600"/>
              </a:spcBef>
              <a:spcAft>
                <a:spcPts val="0"/>
              </a:spcAft>
              <a:buClr>
                <a:schemeClr val="accent4"/>
              </a:buClr>
              <a:buSzPts val="1300"/>
              <a:buChar char="■"/>
              <a:defRPr>
                <a:solidFill>
                  <a:schemeClr val="lt1"/>
                </a:solidFill>
              </a:defRPr>
            </a:lvl3pPr>
            <a:lvl4pPr indent="-311150" lvl="3" marL="1828800" algn="l">
              <a:lnSpc>
                <a:spcPct val="100000"/>
              </a:lnSpc>
              <a:spcBef>
                <a:spcPts val="1300"/>
              </a:spcBef>
              <a:spcAft>
                <a:spcPts val="0"/>
              </a:spcAft>
              <a:buClr>
                <a:schemeClr val="accent4"/>
              </a:buClr>
              <a:buSzPts val="1300"/>
              <a:buChar char="●"/>
              <a:defRPr>
                <a:solidFill>
                  <a:schemeClr val="lt1"/>
                </a:solidFill>
              </a:defRPr>
            </a:lvl4pPr>
            <a:lvl5pPr indent="-311150" lvl="4" marL="2286000" algn="l">
              <a:lnSpc>
                <a:spcPct val="100000"/>
              </a:lnSpc>
              <a:spcBef>
                <a:spcPts val="1100"/>
              </a:spcBef>
              <a:spcAft>
                <a:spcPts val="0"/>
              </a:spcAft>
              <a:buClr>
                <a:schemeClr val="accent4"/>
              </a:buClr>
              <a:buSzPts val="1300"/>
              <a:buChar char="○"/>
              <a:defRPr>
                <a:solidFill>
                  <a:schemeClr val="lt1"/>
                </a:solidFill>
              </a:defRPr>
            </a:lvl5pPr>
            <a:lvl6pPr indent="-311150" lvl="5" marL="2743200" algn="l">
              <a:lnSpc>
                <a:spcPct val="100000"/>
              </a:lnSpc>
              <a:spcBef>
                <a:spcPts val="800"/>
              </a:spcBef>
              <a:spcAft>
                <a:spcPts val="0"/>
              </a:spcAft>
              <a:buClr>
                <a:schemeClr val="accent4"/>
              </a:buClr>
              <a:buSzPts val="1300"/>
              <a:buChar char="■"/>
              <a:defRPr>
                <a:solidFill>
                  <a:schemeClr val="lt1"/>
                </a:solidFill>
              </a:defRPr>
            </a:lvl6pPr>
            <a:lvl7pPr indent="-311150" lvl="6" marL="3200400" algn="l">
              <a:lnSpc>
                <a:spcPct val="100000"/>
              </a:lnSpc>
              <a:spcBef>
                <a:spcPts val="500"/>
              </a:spcBef>
              <a:spcAft>
                <a:spcPts val="0"/>
              </a:spcAft>
              <a:buClr>
                <a:schemeClr val="accent4"/>
              </a:buClr>
              <a:buSzPts val="1300"/>
              <a:buChar char="●"/>
              <a:defRPr>
                <a:solidFill>
                  <a:schemeClr val="lt1"/>
                </a:solidFill>
              </a:defRPr>
            </a:lvl7pPr>
            <a:lvl8pPr indent="-311150" lvl="7" marL="3657600" algn="l">
              <a:lnSpc>
                <a:spcPct val="100000"/>
              </a:lnSpc>
              <a:spcBef>
                <a:spcPts val="500"/>
              </a:spcBef>
              <a:spcAft>
                <a:spcPts val="0"/>
              </a:spcAft>
              <a:buClr>
                <a:schemeClr val="accent4"/>
              </a:buClr>
              <a:buSzPts val="1300"/>
              <a:buChar char="○"/>
              <a:defRPr>
                <a:solidFill>
                  <a:schemeClr val="lt1"/>
                </a:solidFill>
              </a:defRPr>
            </a:lvl8pPr>
            <a:lvl9pPr indent="-311150" lvl="8" marL="4114800" algn="l">
              <a:lnSpc>
                <a:spcPct val="100000"/>
              </a:lnSpc>
              <a:spcBef>
                <a:spcPts val="500"/>
              </a:spcBef>
              <a:spcAft>
                <a:spcPts val="500"/>
              </a:spcAft>
              <a:buClr>
                <a:schemeClr val="accent4"/>
              </a:buClr>
              <a:buSzPts val="1300"/>
              <a:buChar char="■"/>
              <a:defRPr>
                <a:solidFill>
                  <a:schemeClr val="lt1"/>
                </a:solidFill>
              </a:defRPr>
            </a:lvl9pPr>
          </a:lstStyle>
          <a:p/>
        </p:txBody>
      </p:sp>
      <p:sp>
        <p:nvSpPr>
          <p:cNvPr id="47" name="Google Shape;47;g3ecd9bc579e_0_3664"/>
          <p:cNvSpPr/>
          <p:nvPr/>
        </p:nvSpPr>
        <p:spPr>
          <a:xfrm>
            <a:off x="0" y="308100"/>
            <a:ext cx="12489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8" name="Google Shape;48;g3ecd9bc579e_0_3664"/>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9" name="Google Shape;49;g3ecd9bc579e_0_3664"/>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50" name="Google Shape;50;g3ecd9bc579e_0_3664"/>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Only - dark 1">
  <p:cSld name="TITLE_ONLY_2_1_2_2">
    <p:bg>
      <p:bgPr>
        <a:solidFill>
          <a:schemeClr val="dk1"/>
        </a:solidFill>
      </p:bgPr>
    </p:bg>
    <p:spTree>
      <p:nvGrpSpPr>
        <p:cNvPr id="51" name="Shape 51"/>
        <p:cNvGrpSpPr/>
        <p:nvPr/>
      </p:nvGrpSpPr>
      <p:grpSpPr>
        <a:xfrm>
          <a:off x="0" y="0"/>
          <a:ext cx="0" cy="0"/>
          <a:chOff x="0" y="0"/>
          <a:chExt cx="0" cy="0"/>
        </a:xfrm>
      </p:grpSpPr>
      <p:sp>
        <p:nvSpPr>
          <p:cNvPr id="52" name="Google Shape;52;g3ecd9bc579e_0_3672"/>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53" name="Google Shape;53;g3ecd9bc579e_0_3672"/>
          <p:cNvSpPr/>
          <p:nvPr/>
        </p:nvSpPr>
        <p:spPr>
          <a:xfrm>
            <a:off x="0" y="308100"/>
            <a:ext cx="1248900" cy="552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4" name="Google Shape;54;g3ecd9bc579e_0_3672"/>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 name="Google Shape;55;g3ecd9bc579e_0_367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56" name="Google Shape;56;g3ecd9bc579e_0_3672"/>
          <p:cNvPicPr preferRelativeResize="0"/>
          <p:nvPr/>
        </p:nvPicPr>
        <p:blipFill rotWithShape="1">
          <a:blip r:embed="rId2">
            <a:alphaModFix/>
          </a:blip>
          <a:srcRect b="0" l="0" r="0" t="0"/>
          <a:stretch/>
        </p:blipFill>
        <p:spPr>
          <a:xfrm>
            <a:off x="9822586" y="6575383"/>
            <a:ext cx="2139034" cy="20116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wo-Column Content - dark 1">
  <p:cSld name="TITLE_AND_TWO_COLUMNS_2_1_2_1">
    <p:bg>
      <p:bgPr>
        <a:solidFill>
          <a:schemeClr val="dk1"/>
        </a:solidFill>
      </p:bgPr>
    </p:bg>
    <p:spTree>
      <p:nvGrpSpPr>
        <p:cNvPr id="57" name="Shape 57"/>
        <p:cNvGrpSpPr/>
        <p:nvPr/>
      </p:nvGrpSpPr>
      <p:grpSpPr>
        <a:xfrm>
          <a:off x="0" y="0"/>
          <a:ext cx="0" cy="0"/>
          <a:chOff x="0" y="0"/>
          <a:chExt cx="0" cy="0"/>
        </a:xfrm>
      </p:grpSpPr>
      <p:sp>
        <p:nvSpPr>
          <p:cNvPr id="58" name="Google Shape;58;g3ecd9bc579e_0_3678"/>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solidFill>
                  <a:schemeClr val="lt1"/>
                </a:solidFill>
              </a:defRPr>
            </a:lvl1pPr>
            <a:lvl2pPr indent="-330200" lvl="1" marL="914400" algn="l">
              <a:lnSpc>
                <a:spcPct val="100000"/>
              </a:lnSpc>
              <a:spcBef>
                <a:spcPts val="1900"/>
              </a:spcBef>
              <a:spcAft>
                <a:spcPts val="0"/>
              </a:spcAft>
              <a:buClr>
                <a:schemeClr val="accent4"/>
              </a:buClr>
              <a:buSzPts val="1600"/>
              <a:buChar char="○"/>
              <a:defRPr sz="1600">
                <a:solidFill>
                  <a:schemeClr val="lt1"/>
                </a:solidFill>
              </a:defRPr>
            </a:lvl2pPr>
            <a:lvl3pPr indent="-311150" lvl="2" marL="1371600" algn="l">
              <a:lnSpc>
                <a:spcPct val="100000"/>
              </a:lnSpc>
              <a:spcBef>
                <a:spcPts val="1600"/>
              </a:spcBef>
              <a:spcAft>
                <a:spcPts val="0"/>
              </a:spcAft>
              <a:buClr>
                <a:schemeClr val="accent4"/>
              </a:buClr>
              <a:buSzPts val="1300"/>
              <a:buChar char="■"/>
              <a:defRPr>
                <a:solidFill>
                  <a:schemeClr val="lt1"/>
                </a:solidFill>
              </a:defRPr>
            </a:lvl3pPr>
            <a:lvl4pPr indent="-311150" lvl="3" marL="1828800" algn="l">
              <a:lnSpc>
                <a:spcPct val="100000"/>
              </a:lnSpc>
              <a:spcBef>
                <a:spcPts val="1300"/>
              </a:spcBef>
              <a:spcAft>
                <a:spcPts val="0"/>
              </a:spcAft>
              <a:buClr>
                <a:schemeClr val="accent4"/>
              </a:buClr>
              <a:buSzPts val="1300"/>
              <a:buChar char="●"/>
              <a:defRPr>
                <a:solidFill>
                  <a:schemeClr val="lt1"/>
                </a:solidFill>
              </a:defRPr>
            </a:lvl4pPr>
            <a:lvl5pPr indent="-311150" lvl="4" marL="2286000" algn="l">
              <a:lnSpc>
                <a:spcPct val="100000"/>
              </a:lnSpc>
              <a:spcBef>
                <a:spcPts val="1100"/>
              </a:spcBef>
              <a:spcAft>
                <a:spcPts val="0"/>
              </a:spcAft>
              <a:buClr>
                <a:schemeClr val="accent4"/>
              </a:buClr>
              <a:buSzPts val="1300"/>
              <a:buChar char="○"/>
              <a:defRPr>
                <a:solidFill>
                  <a:schemeClr val="lt1"/>
                </a:solidFill>
              </a:defRPr>
            </a:lvl5pPr>
            <a:lvl6pPr indent="-311150" lvl="5" marL="2743200" algn="l">
              <a:lnSpc>
                <a:spcPct val="100000"/>
              </a:lnSpc>
              <a:spcBef>
                <a:spcPts val="800"/>
              </a:spcBef>
              <a:spcAft>
                <a:spcPts val="0"/>
              </a:spcAft>
              <a:buClr>
                <a:schemeClr val="accent4"/>
              </a:buClr>
              <a:buSzPts val="1300"/>
              <a:buChar char="■"/>
              <a:defRPr>
                <a:solidFill>
                  <a:schemeClr val="lt1"/>
                </a:solidFill>
              </a:defRPr>
            </a:lvl6pPr>
            <a:lvl7pPr indent="-311150" lvl="6" marL="3200400" algn="l">
              <a:lnSpc>
                <a:spcPct val="100000"/>
              </a:lnSpc>
              <a:spcBef>
                <a:spcPts val="500"/>
              </a:spcBef>
              <a:spcAft>
                <a:spcPts val="0"/>
              </a:spcAft>
              <a:buClr>
                <a:schemeClr val="accent4"/>
              </a:buClr>
              <a:buSzPts val="1300"/>
              <a:buChar char="●"/>
              <a:defRPr>
                <a:solidFill>
                  <a:schemeClr val="lt1"/>
                </a:solidFill>
              </a:defRPr>
            </a:lvl7pPr>
            <a:lvl8pPr indent="-311150" lvl="7" marL="3657600" algn="l">
              <a:lnSpc>
                <a:spcPct val="100000"/>
              </a:lnSpc>
              <a:spcBef>
                <a:spcPts val="500"/>
              </a:spcBef>
              <a:spcAft>
                <a:spcPts val="0"/>
              </a:spcAft>
              <a:buClr>
                <a:schemeClr val="accent4"/>
              </a:buClr>
              <a:buSzPts val="1300"/>
              <a:buChar char="○"/>
              <a:defRPr>
                <a:solidFill>
                  <a:schemeClr val="lt1"/>
                </a:solidFill>
              </a:defRPr>
            </a:lvl8pPr>
            <a:lvl9pPr indent="-311150" lvl="8" marL="4114800" algn="l">
              <a:lnSpc>
                <a:spcPct val="100000"/>
              </a:lnSpc>
              <a:spcBef>
                <a:spcPts val="500"/>
              </a:spcBef>
              <a:spcAft>
                <a:spcPts val="500"/>
              </a:spcAft>
              <a:buClr>
                <a:schemeClr val="accent4"/>
              </a:buClr>
              <a:buSzPts val="1300"/>
              <a:buChar char="■"/>
              <a:defRPr>
                <a:solidFill>
                  <a:schemeClr val="lt1"/>
                </a:solidFill>
              </a:defRPr>
            </a:lvl9pPr>
          </a:lstStyle>
          <a:p/>
        </p:txBody>
      </p:sp>
      <p:sp>
        <p:nvSpPr>
          <p:cNvPr id="59" name="Google Shape;59;g3ecd9bc579e_0_3678"/>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60" name="Google Shape;60;g3ecd9bc579e_0_3678"/>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solidFill>
                  <a:schemeClr val="lt1"/>
                </a:solidFill>
              </a:defRPr>
            </a:lvl1pPr>
            <a:lvl2pPr indent="-330200" lvl="1" marL="914400" algn="l">
              <a:lnSpc>
                <a:spcPct val="100000"/>
              </a:lnSpc>
              <a:spcBef>
                <a:spcPts val="1900"/>
              </a:spcBef>
              <a:spcAft>
                <a:spcPts val="0"/>
              </a:spcAft>
              <a:buClr>
                <a:schemeClr val="accent4"/>
              </a:buClr>
              <a:buSzPts val="1600"/>
              <a:buChar char="○"/>
              <a:defRPr sz="1600">
                <a:solidFill>
                  <a:schemeClr val="lt1"/>
                </a:solidFill>
              </a:defRPr>
            </a:lvl2pPr>
            <a:lvl3pPr indent="-311150" lvl="2" marL="1371600" algn="l">
              <a:lnSpc>
                <a:spcPct val="100000"/>
              </a:lnSpc>
              <a:spcBef>
                <a:spcPts val="1600"/>
              </a:spcBef>
              <a:spcAft>
                <a:spcPts val="0"/>
              </a:spcAft>
              <a:buClr>
                <a:schemeClr val="accent4"/>
              </a:buClr>
              <a:buSzPts val="1300"/>
              <a:buChar char="■"/>
              <a:defRPr>
                <a:solidFill>
                  <a:schemeClr val="lt1"/>
                </a:solidFill>
              </a:defRPr>
            </a:lvl3pPr>
            <a:lvl4pPr indent="-311150" lvl="3" marL="1828800" algn="l">
              <a:lnSpc>
                <a:spcPct val="100000"/>
              </a:lnSpc>
              <a:spcBef>
                <a:spcPts val="1300"/>
              </a:spcBef>
              <a:spcAft>
                <a:spcPts val="0"/>
              </a:spcAft>
              <a:buClr>
                <a:schemeClr val="accent4"/>
              </a:buClr>
              <a:buSzPts val="1300"/>
              <a:buChar char="●"/>
              <a:defRPr>
                <a:solidFill>
                  <a:schemeClr val="lt1"/>
                </a:solidFill>
              </a:defRPr>
            </a:lvl4pPr>
            <a:lvl5pPr indent="-311150" lvl="4" marL="2286000" algn="l">
              <a:lnSpc>
                <a:spcPct val="100000"/>
              </a:lnSpc>
              <a:spcBef>
                <a:spcPts val="1100"/>
              </a:spcBef>
              <a:spcAft>
                <a:spcPts val="0"/>
              </a:spcAft>
              <a:buClr>
                <a:schemeClr val="accent4"/>
              </a:buClr>
              <a:buSzPts val="1300"/>
              <a:buChar char="○"/>
              <a:defRPr>
                <a:solidFill>
                  <a:schemeClr val="lt1"/>
                </a:solidFill>
              </a:defRPr>
            </a:lvl5pPr>
            <a:lvl6pPr indent="-311150" lvl="5" marL="2743200" algn="l">
              <a:lnSpc>
                <a:spcPct val="100000"/>
              </a:lnSpc>
              <a:spcBef>
                <a:spcPts val="800"/>
              </a:spcBef>
              <a:spcAft>
                <a:spcPts val="0"/>
              </a:spcAft>
              <a:buClr>
                <a:schemeClr val="accent4"/>
              </a:buClr>
              <a:buSzPts val="1300"/>
              <a:buChar char="■"/>
              <a:defRPr>
                <a:solidFill>
                  <a:schemeClr val="lt1"/>
                </a:solidFill>
              </a:defRPr>
            </a:lvl6pPr>
            <a:lvl7pPr indent="-311150" lvl="6" marL="3200400" algn="l">
              <a:lnSpc>
                <a:spcPct val="100000"/>
              </a:lnSpc>
              <a:spcBef>
                <a:spcPts val="500"/>
              </a:spcBef>
              <a:spcAft>
                <a:spcPts val="0"/>
              </a:spcAft>
              <a:buClr>
                <a:schemeClr val="accent4"/>
              </a:buClr>
              <a:buSzPts val="1300"/>
              <a:buChar char="●"/>
              <a:defRPr>
                <a:solidFill>
                  <a:schemeClr val="lt1"/>
                </a:solidFill>
              </a:defRPr>
            </a:lvl7pPr>
            <a:lvl8pPr indent="-311150" lvl="7" marL="3657600" algn="l">
              <a:lnSpc>
                <a:spcPct val="100000"/>
              </a:lnSpc>
              <a:spcBef>
                <a:spcPts val="500"/>
              </a:spcBef>
              <a:spcAft>
                <a:spcPts val="0"/>
              </a:spcAft>
              <a:buClr>
                <a:schemeClr val="accent4"/>
              </a:buClr>
              <a:buSzPts val="1300"/>
              <a:buChar char="○"/>
              <a:defRPr>
                <a:solidFill>
                  <a:schemeClr val="lt1"/>
                </a:solidFill>
              </a:defRPr>
            </a:lvl8pPr>
            <a:lvl9pPr indent="-311150" lvl="8" marL="4114800" algn="l">
              <a:lnSpc>
                <a:spcPct val="100000"/>
              </a:lnSpc>
              <a:spcBef>
                <a:spcPts val="500"/>
              </a:spcBef>
              <a:spcAft>
                <a:spcPts val="500"/>
              </a:spcAft>
              <a:buClr>
                <a:schemeClr val="accent4"/>
              </a:buClr>
              <a:buSzPts val="1300"/>
              <a:buChar char="■"/>
              <a:defRPr>
                <a:solidFill>
                  <a:schemeClr val="lt1"/>
                </a:solidFill>
              </a:defRPr>
            </a:lvl9pPr>
          </a:lstStyle>
          <a:p/>
        </p:txBody>
      </p:sp>
      <p:sp>
        <p:nvSpPr>
          <p:cNvPr id="61" name="Google Shape;61;g3ecd9bc579e_0_3678"/>
          <p:cNvSpPr/>
          <p:nvPr/>
        </p:nvSpPr>
        <p:spPr>
          <a:xfrm>
            <a:off x="0" y="308100"/>
            <a:ext cx="1248900" cy="552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2" name="Google Shape;62;g3ecd9bc579e_0_3678"/>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3" name="Google Shape;63;g3ecd9bc579e_0_3678"/>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64" name="Google Shape;64;g3ecd9bc579e_0_3678"/>
          <p:cNvPicPr preferRelativeResize="0"/>
          <p:nvPr/>
        </p:nvPicPr>
        <p:blipFill rotWithShape="1">
          <a:blip r:embed="rId2">
            <a:alphaModFix/>
          </a:blip>
          <a:srcRect b="0" l="0" r="0" t="0"/>
          <a:stretch/>
        </p:blipFill>
        <p:spPr>
          <a:xfrm>
            <a:off x="9822585" y="6575383"/>
            <a:ext cx="2139034" cy="20116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hank You Slide - dark">
  <p:cSld name="TITLE_1_2_3_1_1_1">
    <p:spTree>
      <p:nvGrpSpPr>
        <p:cNvPr id="65" name="Shape 65"/>
        <p:cNvGrpSpPr/>
        <p:nvPr/>
      </p:nvGrpSpPr>
      <p:grpSpPr>
        <a:xfrm>
          <a:off x="0" y="0"/>
          <a:ext cx="0" cy="0"/>
          <a:chOff x="0" y="0"/>
          <a:chExt cx="0" cy="0"/>
        </a:xfrm>
      </p:grpSpPr>
      <p:sp>
        <p:nvSpPr>
          <p:cNvPr id="66" name="Google Shape;66;g3ecd9bc579e_0_3686"/>
          <p:cNvSpPr/>
          <p:nvPr/>
        </p:nvSpPr>
        <p:spPr>
          <a:xfrm>
            <a:off x="-52915" y="0"/>
            <a:ext cx="123081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7" name="Google Shape;67;g3ecd9bc579e_0_3686"/>
          <p:cNvSpPr/>
          <p:nvPr/>
        </p:nvSpPr>
        <p:spPr>
          <a:xfrm>
            <a:off x="-52915" y="0"/>
            <a:ext cx="12308100" cy="3028500"/>
          </a:xfrm>
          <a:prstGeom prst="rect">
            <a:avLst/>
          </a:prstGeom>
          <a:gradFill>
            <a:gsLst>
              <a:gs pos="0">
                <a:srgbClr val="00CC66">
                  <a:alpha val="31373"/>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8" name="Google Shape;68;g3ecd9bc579e_0_3686"/>
          <p:cNvPicPr preferRelativeResize="0"/>
          <p:nvPr/>
        </p:nvPicPr>
        <p:blipFill rotWithShape="1">
          <a:blip r:embed="rId2">
            <a:alphaModFix amt="75000"/>
          </a:blip>
          <a:srcRect b="27499" l="16143" r="19028" t="0"/>
          <a:stretch/>
        </p:blipFill>
        <p:spPr>
          <a:xfrm>
            <a:off x="6488710" y="480067"/>
            <a:ext cx="5703045" cy="6377933"/>
          </a:xfrm>
          <a:prstGeom prst="rect">
            <a:avLst/>
          </a:prstGeom>
          <a:noFill/>
          <a:ln>
            <a:noFill/>
          </a:ln>
        </p:spPr>
      </p:pic>
      <p:sp>
        <p:nvSpPr>
          <p:cNvPr id="69" name="Google Shape;69;g3ecd9bc579e_0_3686"/>
          <p:cNvSpPr/>
          <p:nvPr/>
        </p:nvSpPr>
        <p:spPr>
          <a:xfrm>
            <a:off x="-52915" y="2186601"/>
            <a:ext cx="123081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70" name="Google Shape;70;g3ecd9bc579e_0_3686"/>
          <p:cNvPicPr preferRelativeResize="0"/>
          <p:nvPr/>
        </p:nvPicPr>
        <p:blipFill rotWithShape="1">
          <a:blip r:embed="rId3">
            <a:alphaModFix/>
          </a:blip>
          <a:srcRect b="179" l="0" r="0" t="179"/>
          <a:stretch/>
        </p:blipFill>
        <p:spPr>
          <a:xfrm>
            <a:off x="536852" y="480067"/>
            <a:ext cx="2986353" cy="280409"/>
          </a:xfrm>
          <a:prstGeom prst="rect">
            <a:avLst/>
          </a:prstGeom>
          <a:noFill/>
          <a:ln>
            <a:noFill/>
          </a:ln>
        </p:spPr>
      </p:pic>
      <p:sp>
        <p:nvSpPr>
          <p:cNvPr id="71" name="Google Shape;71;g3ecd9bc579e_0_3686"/>
          <p:cNvSpPr/>
          <p:nvPr/>
        </p:nvSpPr>
        <p:spPr>
          <a:xfrm>
            <a:off x="-52915" y="29517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2" name="Google Shape;72;g3ecd9bc579e_0_3686"/>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chemeClr val="lt1"/>
                </a:solidFill>
                <a:latin typeface="Helvetica Neue"/>
                <a:ea typeface="Helvetica Neue"/>
                <a:cs typeface="Helvetica Neue"/>
                <a:sym typeface="Helvetica Neue"/>
              </a:rPr>
              <a:t>Thank You</a:t>
            </a:r>
            <a:endParaRPr b="1" i="0" sz="4100" u="none" cap="none" strike="noStrike">
              <a:solidFill>
                <a:schemeClr val="lt1"/>
              </a:solidFill>
              <a:latin typeface="Helvetica Neue"/>
              <a:ea typeface="Helvetica Neue"/>
              <a:cs typeface="Helvetica Neue"/>
              <a:sym typeface="Helvetica Neue"/>
            </a:endParaRPr>
          </a:p>
        </p:txBody>
      </p:sp>
      <p:sp>
        <p:nvSpPr>
          <p:cNvPr id="73" name="Google Shape;73;g3ecd9bc579e_0_3686"/>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Helvetica Neue"/>
                <a:ea typeface="Helvetica Neue"/>
                <a:cs typeface="Helvetica Neue"/>
                <a:sym typeface="Helvetica Neue"/>
              </a:rPr>
              <a:t>paloaltonetworks.com</a:t>
            </a:r>
            <a:endParaRPr b="1" i="0" sz="1300" u="none" cap="none" strike="noStrike">
              <a:solidFill>
                <a:schemeClr val="lt1"/>
              </a:solidFill>
              <a:latin typeface="Helvetica Neue"/>
              <a:ea typeface="Helvetica Neue"/>
              <a:cs typeface="Helvetica Neue"/>
              <a:sym typeface="Helvetica Neue"/>
            </a:endParaRPr>
          </a:p>
        </p:txBody>
      </p:sp>
      <p:sp>
        <p:nvSpPr>
          <p:cNvPr id="74" name="Google Shape;74;g3ecd9bc579e_0_368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itle Slide - light" type="title">
  <p:cSld name="TITLE">
    <p:spTree>
      <p:nvGrpSpPr>
        <p:cNvPr id="75" name="Shape 75"/>
        <p:cNvGrpSpPr/>
        <p:nvPr/>
      </p:nvGrpSpPr>
      <p:grpSpPr>
        <a:xfrm>
          <a:off x="0" y="0"/>
          <a:ext cx="0" cy="0"/>
          <a:chOff x="0" y="0"/>
          <a:chExt cx="0" cy="0"/>
        </a:xfrm>
      </p:grpSpPr>
      <p:sp>
        <p:nvSpPr>
          <p:cNvPr id="76" name="Google Shape;76;g3ecd9bc579e_0_3696"/>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7" name="Google Shape;77;g3ecd9bc579e_0_3696"/>
          <p:cNvSpPr txBox="1"/>
          <p:nvPr>
            <p:ph type="ctrTitle"/>
          </p:nvPr>
        </p:nvSpPr>
        <p:spPr>
          <a:xfrm>
            <a:off x="415589" y="1003267"/>
            <a:ext cx="51936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78" name="Google Shape;78;g3ecd9bc579e_0_3696"/>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None/>
              <a:defRPr sz="2000"/>
            </a:lvl3pPr>
            <a:lvl4pPr lvl="3" algn="ctr">
              <a:lnSpc>
                <a:spcPct val="100000"/>
              </a:lnSpc>
              <a:spcBef>
                <a:spcPts val="0"/>
              </a:spcBef>
              <a:spcAft>
                <a:spcPts val="0"/>
              </a:spcAft>
              <a:buSzPts val="2000"/>
              <a:buNone/>
              <a:defRPr sz="2000"/>
            </a:lvl4pPr>
            <a:lvl5pPr lvl="4" algn="ctr">
              <a:lnSpc>
                <a:spcPct val="100000"/>
              </a:lnSpc>
              <a:spcBef>
                <a:spcPts val="0"/>
              </a:spcBef>
              <a:spcAft>
                <a:spcPts val="0"/>
              </a:spcAft>
              <a:buSzPts val="2000"/>
              <a:buNone/>
              <a:defRPr sz="2000"/>
            </a:lvl5pPr>
            <a:lvl6pPr lvl="5" algn="ctr">
              <a:lnSpc>
                <a:spcPct val="100000"/>
              </a:lnSpc>
              <a:spcBef>
                <a:spcPts val="0"/>
              </a:spcBef>
              <a:spcAft>
                <a:spcPts val="0"/>
              </a:spcAft>
              <a:buSzPts val="2000"/>
              <a:buNone/>
              <a:defRPr sz="2000"/>
            </a:lvl6pPr>
            <a:lvl7pPr lvl="6" algn="ctr">
              <a:lnSpc>
                <a:spcPct val="100000"/>
              </a:lnSpc>
              <a:spcBef>
                <a:spcPts val="0"/>
              </a:spcBef>
              <a:spcAft>
                <a:spcPts val="0"/>
              </a:spcAft>
              <a:buSzPts val="2000"/>
              <a:buNone/>
              <a:defRPr sz="2000"/>
            </a:lvl7pPr>
            <a:lvl8pPr lvl="7" algn="ctr">
              <a:lnSpc>
                <a:spcPct val="100000"/>
              </a:lnSpc>
              <a:spcBef>
                <a:spcPts val="0"/>
              </a:spcBef>
              <a:spcAft>
                <a:spcPts val="0"/>
              </a:spcAft>
              <a:buSzPts val="2000"/>
              <a:buNone/>
              <a:defRPr sz="2000"/>
            </a:lvl8pPr>
            <a:lvl9pPr lvl="8" algn="ctr">
              <a:lnSpc>
                <a:spcPct val="100000"/>
              </a:lnSpc>
              <a:spcBef>
                <a:spcPts val="0"/>
              </a:spcBef>
              <a:spcAft>
                <a:spcPts val="0"/>
              </a:spcAft>
              <a:buSzPts val="2000"/>
              <a:buNone/>
              <a:defRPr sz="2000"/>
            </a:lvl9pPr>
          </a:lstStyle>
          <a:p/>
        </p:txBody>
      </p:sp>
      <p:pic>
        <p:nvPicPr>
          <p:cNvPr id="79" name="Google Shape;79;g3ecd9bc579e_0_3696"/>
          <p:cNvPicPr preferRelativeResize="0"/>
          <p:nvPr/>
        </p:nvPicPr>
        <p:blipFill rotWithShape="1">
          <a:blip r:embed="rId2">
            <a:alphaModFix/>
          </a:blip>
          <a:srcRect b="0" l="0" r="0" t="0"/>
          <a:stretch/>
        </p:blipFill>
        <p:spPr>
          <a:xfrm>
            <a:off x="550485" y="480067"/>
            <a:ext cx="1541409" cy="281926"/>
          </a:xfrm>
          <a:prstGeom prst="rect">
            <a:avLst/>
          </a:prstGeom>
          <a:noFill/>
          <a:ln>
            <a:noFill/>
          </a:ln>
        </p:spPr>
      </p:pic>
      <p:sp>
        <p:nvSpPr>
          <p:cNvPr id="80" name="Google Shape;80;g3ecd9bc579e_0_3696"/>
          <p:cNvSpPr txBox="1"/>
          <p:nvPr>
            <p:ph idx="2" type="subTitle"/>
          </p:nvPr>
        </p:nvSpPr>
        <p:spPr>
          <a:xfrm>
            <a:off x="415589"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1"/>
                </a:solidFill>
              </a:defRPr>
            </a:lvl1pPr>
            <a:lvl2pPr lvl="1" algn="l">
              <a:lnSpc>
                <a:spcPct val="100000"/>
              </a:lnSpc>
              <a:spcBef>
                <a:spcPts val="1900"/>
              </a:spcBef>
              <a:spcAft>
                <a:spcPts val="0"/>
              </a:spcAft>
              <a:buSzPts val="1600"/>
              <a:buNone/>
              <a:defRPr b="1" sz="1300">
                <a:solidFill>
                  <a:schemeClr val="accent1"/>
                </a:solidFill>
              </a:defRPr>
            </a:lvl2pPr>
            <a:lvl3pPr lvl="2" algn="l">
              <a:lnSpc>
                <a:spcPct val="100000"/>
              </a:lnSpc>
              <a:spcBef>
                <a:spcPts val="1900"/>
              </a:spcBef>
              <a:spcAft>
                <a:spcPts val="0"/>
              </a:spcAft>
              <a:buSzPts val="1300"/>
              <a:buNone/>
              <a:defRPr b="1" sz="1300">
                <a:solidFill>
                  <a:schemeClr val="accent1"/>
                </a:solidFill>
              </a:defRPr>
            </a:lvl3pPr>
            <a:lvl4pPr lvl="3" algn="l">
              <a:lnSpc>
                <a:spcPct val="100000"/>
              </a:lnSpc>
              <a:spcBef>
                <a:spcPts val="1900"/>
              </a:spcBef>
              <a:spcAft>
                <a:spcPts val="0"/>
              </a:spcAft>
              <a:buSzPts val="1300"/>
              <a:buNone/>
              <a:defRPr b="1" sz="1300">
                <a:solidFill>
                  <a:schemeClr val="accent1"/>
                </a:solidFill>
              </a:defRPr>
            </a:lvl4pPr>
            <a:lvl5pPr lvl="4" algn="l">
              <a:lnSpc>
                <a:spcPct val="100000"/>
              </a:lnSpc>
              <a:spcBef>
                <a:spcPts val="1900"/>
              </a:spcBef>
              <a:spcAft>
                <a:spcPts val="0"/>
              </a:spcAft>
              <a:buSzPts val="1300"/>
              <a:buNone/>
              <a:defRPr b="1" sz="1300">
                <a:solidFill>
                  <a:schemeClr val="accent1"/>
                </a:solidFill>
              </a:defRPr>
            </a:lvl5pPr>
            <a:lvl6pPr lvl="5" algn="l">
              <a:lnSpc>
                <a:spcPct val="100000"/>
              </a:lnSpc>
              <a:spcBef>
                <a:spcPts val="1900"/>
              </a:spcBef>
              <a:spcAft>
                <a:spcPts val="0"/>
              </a:spcAft>
              <a:buSzPts val="1300"/>
              <a:buNone/>
              <a:defRPr b="1" sz="1300">
                <a:solidFill>
                  <a:schemeClr val="accent1"/>
                </a:solidFill>
              </a:defRPr>
            </a:lvl6pPr>
            <a:lvl7pPr lvl="6" algn="l">
              <a:lnSpc>
                <a:spcPct val="100000"/>
              </a:lnSpc>
              <a:spcBef>
                <a:spcPts val="1900"/>
              </a:spcBef>
              <a:spcAft>
                <a:spcPts val="0"/>
              </a:spcAft>
              <a:buSzPts val="1300"/>
              <a:buNone/>
              <a:defRPr b="1" sz="1300">
                <a:solidFill>
                  <a:schemeClr val="accent1"/>
                </a:solidFill>
              </a:defRPr>
            </a:lvl7pPr>
            <a:lvl8pPr lvl="7" algn="l">
              <a:lnSpc>
                <a:spcPct val="100000"/>
              </a:lnSpc>
              <a:spcBef>
                <a:spcPts val="1900"/>
              </a:spcBef>
              <a:spcAft>
                <a:spcPts val="0"/>
              </a:spcAft>
              <a:buSzPts val="1300"/>
              <a:buNone/>
              <a:defRPr b="1" sz="1300">
                <a:solidFill>
                  <a:schemeClr val="accent1"/>
                </a:solidFill>
              </a:defRPr>
            </a:lvl8pPr>
            <a:lvl9pPr lvl="8" algn="l">
              <a:lnSpc>
                <a:spcPct val="100000"/>
              </a:lnSpc>
              <a:spcBef>
                <a:spcPts val="1900"/>
              </a:spcBef>
              <a:spcAft>
                <a:spcPts val="1900"/>
              </a:spcAft>
              <a:buSzPts val="1300"/>
              <a:buNone/>
              <a:defRPr b="1" sz="1300">
                <a:solidFill>
                  <a:schemeClr val="accent1"/>
                </a:solidFill>
              </a:defRPr>
            </a:lvl9pPr>
          </a:lstStyle>
          <a:p/>
        </p:txBody>
      </p:sp>
      <p:sp>
        <p:nvSpPr>
          <p:cNvPr id="81" name="Google Shape;81;g3ecd9bc579e_0_369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pic>
        <p:nvPicPr>
          <p:cNvPr id="82" name="Google Shape;82;g3ecd9bc579e_0_3696"/>
          <p:cNvPicPr preferRelativeResize="0"/>
          <p:nvPr/>
        </p:nvPicPr>
        <p:blipFill rotWithShape="1">
          <a:blip r:embed="rId3">
            <a:alphaModFix/>
          </a:blip>
          <a:srcRect b="29839" l="0" r="42772" t="0"/>
          <a:stretch/>
        </p:blipFill>
        <p:spPr>
          <a:xfrm>
            <a:off x="5925559" y="1227283"/>
            <a:ext cx="6266199" cy="5630716"/>
          </a:xfrm>
          <a:prstGeom prst="rect">
            <a:avLst/>
          </a:prstGeom>
          <a:noFill/>
          <a:ln>
            <a:noFill/>
          </a:ln>
        </p:spPr>
      </p:pic>
      <p:sp>
        <p:nvSpPr>
          <p:cNvPr id="83" name="Google Shape;83;g3ecd9bc579e_0_3696"/>
          <p:cNvSpPr/>
          <p:nvPr/>
        </p:nvSpPr>
        <p:spPr>
          <a:xfrm>
            <a:off x="-52915" y="5263150"/>
            <a:ext cx="51936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itle Slide - dark">
  <p:cSld name="TITLE_3">
    <p:spTree>
      <p:nvGrpSpPr>
        <p:cNvPr id="84" name="Shape 84"/>
        <p:cNvGrpSpPr/>
        <p:nvPr/>
      </p:nvGrpSpPr>
      <p:grpSpPr>
        <a:xfrm>
          <a:off x="0" y="0"/>
          <a:ext cx="0" cy="0"/>
          <a:chOff x="0" y="0"/>
          <a:chExt cx="0" cy="0"/>
        </a:xfrm>
      </p:grpSpPr>
      <p:sp>
        <p:nvSpPr>
          <p:cNvPr id="85" name="Google Shape;85;g3ecd9bc579e_0_3705"/>
          <p:cNvSpPr/>
          <p:nvPr/>
        </p:nvSpPr>
        <p:spPr>
          <a:xfrm>
            <a:off x="-52915" y="0"/>
            <a:ext cx="122448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6" name="Google Shape;86;g3ecd9bc579e_0_3705"/>
          <p:cNvSpPr/>
          <p:nvPr/>
        </p:nvSpPr>
        <p:spPr>
          <a:xfrm>
            <a:off x="-52915" y="0"/>
            <a:ext cx="12244800" cy="3028500"/>
          </a:xfrm>
          <a:prstGeom prst="rect">
            <a:avLst/>
          </a:prstGeom>
          <a:gradFill>
            <a:gsLst>
              <a:gs pos="0">
                <a:srgbClr val="FA582D">
                  <a:alpha val="25490"/>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87" name="Google Shape;87;g3ecd9bc579e_0_3705"/>
          <p:cNvPicPr preferRelativeResize="0"/>
          <p:nvPr/>
        </p:nvPicPr>
        <p:blipFill rotWithShape="1">
          <a:blip r:embed="rId2">
            <a:alphaModFix/>
          </a:blip>
          <a:srcRect b="29997" l="0" r="42903" t="0"/>
          <a:stretch/>
        </p:blipFill>
        <p:spPr>
          <a:xfrm>
            <a:off x="5925559" y="1227283"/>
            <a:ext cx="6266199" cy="5630716"/>
          </a:xfrm>
          <a:prstGeom prst="rect">
            <a:avLst/>
          </a:prstGeom>
          <a:noFill/>
          <a:ln>
            <a:noFill/>
          </a:ln>
        </p:spPr>
      </p:pic>
      <p:sp>
        <p:nvSpPr>
          <p:cNvPr id="88" name="Google Shape;88;g3ecd9bc579e_0_3705"/>
          <p:cNvSpPr/>
          <p:nvPr/>
        </p:nvSpPr>
        <p:spPr>
          <a:xfrm>
            <a:off x="-52915" y="2133600"/>
            <a:ext cx="122448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9" name="Google Shape;89;g3ecd9bc579e_0_3705"/>
          <p:cNvSpPr txBox="1"/>
          <p:nvPr>
            <p:ph type="ctrTitle"/>
          </p:nvPr>
        </p:nvSpPr>
        <p:spPr>
          <a:xfrm>
            <a:off x="415589" y="1003267"/>
            <a:ext cx="51936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90" name="Google Shape;90;g3ecd9bc579e_0_3705"/>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pic>
        <p:nvPicPr>
          <p:cNvPr id="91" name="Google Shape;91;g3ecd9bc579e_0_3705"/>
          <p:cNvPicPr preferRelativeResize="0"/>
          <p:nvPr/>
        </p:nvPicPr>
        <p:blipFill rotWithShape="1">
          <a:blip r:embed="rId3">
            <a:alphaModFix/>
          </a:blip>
          <a:srcRect b="50" l="0" r="0" t="60"/>
          <a:stretch/>
        </p:blipFill>
        <p:spPr>
          <a:xfrm>
            <a:off x="550485" y="480067"/>
            <a:ext cx="1541412" cy="281926"/>
          </a:xfrm>
          <a:prstGeom prst="rect">
            <a:avLst/>
          </a:prstGeom>
          <a:noFill/>
          <a:ln>
            <a:noFill/>
          </a:ln>
        </p:spPr>
      </p:pic>
      <p:sp>
        <p:nvSpPr>
          <p:cNvPr id="92" name="Google Shape;92;g3ecd9bc579e_0_3705"/>
          <p:cNvSpPr txBox="1"/>
          <p:nvPr>
            <p:ph idx="2" type="subTitle"/>
          </p:nvPr>
        </p:nvSpPr>
        <p:spPr>
          <a:xfrm>
            <a:off x="415589"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1"/>
                </a:solidFill>
              </a:defRPr>
            </a:lvl1pPr>
            <a:lvl2pPr lvl="1" algn="l">
              <a:lnSpc>
                <a:spcPct val="100000"/>
              </a:lnSpc>
              <a:spcBef>
                <a:spcPts val="1900"/>
              </a:spcBef>
              <a:spcAft>
                <a:spcPts val="0"/>
              </a:spcAft>
              <a:buSzPts val="1600"/>
              <a:buNone/>
              <a:defRPr b="1" sz="1300">
                <a:solidFill>
                  <a:schemeClr val="accent1"/>
                </a:solidFill>
              </a:defRPr>
            </a:lvl2pPr>
            <a:lvl3pPr lvl="2" algn="l">
              <a:lnSpc>
                <a:spcPct val="100000"/>
              </a:lnSpc>
              <a:spcBef>
                <a:spcPts val="1900"/>
              </a:spcBef>
              <a:spcAft>
                <a:spcPts val="0"/>
              </a:spcAft>
              <a:buSzPts val="1300"/>
              <a:buNone/>
              <a:defRPr b="1" sz="1300">
                <a:solidFill>
                  <a:schemeClr val="accent1"/>
                </a:solidFill>
              </a:defRPr>
            </a:lvl3pPr>
            <a:lvl4pPr lvl="3" algn="l">
              <a:lnSpc>
                <a:spcPct val="100000"/>
              </a:lnSpc>
              <a:spcBef>
                <a:spcPts val="1900"/>
              </a:spcBef>
              <a:spcAft>
                <a:spcPts val="0"/>
              </a:spcAft>
              <a:buSzPts val="1300"/>
              <a:buNone/>
              <a:defRPr b="1" sz="1300">
                <a:solidFill>
                  <a:schemeClr val="accent1"/>
                </a:solidFill>
              </a:defRPr>
            </a:lvl4pPr>
            <a:lvl5pPr lvl="4" algn="l">
              <a:lnSpc>
                <a:spcPct val="100000"/>
              </a:lnSpc>
              <a:spcBef>
                <a:spcPts val="1900"/>
              </a:spcBef>
              <a:spcAft>
                <a:spcPts val="0"/>
              </a:spcAft>
              <a:buSzPts val="1300"/>
              <a:buNone/>
              <a:defRPr b="1" sz="1300">
                <a:solidFill>
                  <a:schemeClr val="accent1"/>
                </a:solidFill>
              </a:defRPr>
            </a:lvl5pPr>
            <a:lvl6pPr lvl="5" algn="l">
              <a:lnSpc>
                <a:spcPct val="100000"/>
              </a:lnSpc>
              <a:spcBef>
                <a:spcPts val="1900"/>
              </a:spcBef>
              <a:spcAft>
                <a:spcPts val="0"/>
              </a:spcAft>
              <a:buSzPts val="1300"/>
              <a:buNone/>
              <a:defRPr b="1" sz="1300">
                <a:solidFill>
                  <a:schemeClr val="accent1"/>
                </a:solidFill>
              </a:defRPr>
            </a:lvl6pPr>
            <a:lvl7pPr lvl="6" algn="l">
              <a:lnSpc>
                <a:spcPct val="100000"/>
              </a:lnSpc>
              <a:spcBef>
                <a:spcPts val="1900"/>
              </a:spcBef>
              <a:spcAft>
                <a:spcPts val="0"/>
              </a:spcAft>
              <a:buSzPts val="1300"/>
              <a:buNone/>
              <a:defRPr b="1" sz="1300">
                <a:solidFill>
                  <a:schemeClr val="accent1"/>
                </a:solidFill>
              </a:defRPr>
            </a:lvl7pPr>
            <a:lvl8pPr lvl="7" algn="l">
              <a:lnSpc>
                <a:spcPct val="100000"/>
              </a:lnSpc>
              <a:spcBef>
                <a:spcPts val="1900"/>
              </a:spcBef>
              <a:spcAft>
                <a:spcPts val="0"/>
              </a:spcAft>
              <a:buSzPts val="1300"/>
              <a:buNone/>
              <a:defRPr b="1" sz="1300">
                <a:solidFill>
                  <a:schemeClr val="accent1"/>
                </a:solidFill>
              </a:defRPr>
            </a:lvl8pPr>
            <a:lvl9pPr lvl="8" algn="l">
              <a:lnSpc>
                <a:spcPct val="100000"/>
              </a:lnSpc>
              <a:spcBef>
                <a:spcPts val="1900"/>
              </a:spcBef>
              <a:spcAft>
                <a:spcPts val="1900"/>
              </a:spcAft>
              <a:buSzPts val="1300"/>
              <a:buNone/>
              <a:defRPr b="1" sz="1300">
                <a:solidFill>
                  <a:schemeClr val="accent1"/>
                </a:solidFill>
              </a:defRPr>
            </a:lvl9pPr>
          </a:lstStyle>
          <a:p/>
        </p:txBody>
      </p:sp>
      <p:sp>
        <p:nvSpPr>
          <p:cNvPr id="93" name="Google Shape;93;g3ecd9bc579e_0_370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
        <p:nvSpPr>
          <p:cNvPr id="94" name="Google Shape;94;g3ecd9bc579e_0_3705"/>
          <p:cNvSpPr/>
          <p:nvPr/>
        </p:nvSpPr>
        <p:spPr>
          <a:xfrm>
            <a:off x="-52915" y="5263150"/>
            <a:ext cx="51936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itle Slide - light">
  <p:cSld name="TITLE_1_2">
    <p:spTree>
      <p:nvGrpSpPr>
        <p:cNvPr id="95" name="Shape 95"/>
        <p:cNvGrpSpPr/>
        <p:nvPr/>
      </p:nvGrpSpPr>
      <p:grpSpPr>
        <a:xfrm>
          <a:off x="0" y="0"/>
          <a:ext cx="0" cy="0"/>
          <a:chOff x="0" y="0"/>
          <a:chExt cx="0" cy="0"/>
        </a:xfrm>
      </p:grpSpPr>
      <p:sp>
        <p:nvSpPr>
          <p:cNvPr id="96" name="Google Shape;96;g3ecd9bc579e_0_3716"/>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7" name="Google Shape;97;g3ecd9bc579e_0_3716"/>
          <p:cNvSpPr txBox="1"/>
          <p:nvPr>
            <p:ph type="ctrTitle"/>
          </p:nvPr>
        </p:nvSpPr>
        <p:spPr>
          <a:xfrm>
            <a:off x="415589" y="1003267"/>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98" name="Google Shape;98;g3ecd9bc579e_0_3716"/>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None/>
              <a:defRPr sz="2000"/>
            </a:lvl3pPr>
            <a:lvl4pPr lvl="3" algn="ctr">
              <a:lnSpc>
                <a:spcPct val="100000"/>
              </a:lnSpc>
              <a:spcBef>
                <a:spcPts val="0"/>
              </a:spcBef>
              <a:spcAft>
                <a:spcPts val="0"/>
              </a:spcAft>
              <a:buSzPts val="2000"/>
              <a:buNone/>
              <a:defRPr sz="2000"/>
            </a:lvl4pPr>
            <a:lvl5pPr lvl="4" algn="ctr">
              <a:lnSpc>
                <a:spcPct val="100000"/>
              </a:lnSpc>
              <a:spcBef>
                <a:spcPts val="0"/>
              </a:spcBef>
              <a:spcAft>
                <a:spcPts val="0"/>
              </a:spcAft>
              <a:buSzPts val="2000"/>
              <a:buNone/>
              <a:defRPr sz="2000"/>
            </a:lvl5pPr>
            <a:lvl6pPr lvl="5" algn="ctr">
              <a:lnSpc>
                <a:spcPct val="100000"/>
              </a:lnSpc>
              <a:spcBef>
                <a:spcPts val="0"/>
              </a:spcBef>
              <a:spcAft>
                <a:spcPts val="0"/>
              </a:spcAft>
              <a:buSzPts val="2000"/>
              <a:buNone/>
              <a:defRPr sz="2000"/>
            </a:lvl6pPr>
            <a:lvl7pPr lvl="6" algn="ctr">
              <a:lnSpc>
                <a:spcPct val="100000"/>
              </a:lnSpc>
              <a:spcBef>
                <a:spcPts val="0"/>
              </a:spcBef>
              <a:spcAft>
                <a:spcPts val="0"/>
              </a:spcAft>
              <a:buSzPts val="2000"/>
              <a:buNone/>
              <a:defRPr sz="2000"/>
            </a:lvl7pPr>
            <a:lvl8pPr lvl="7" algn="ctr">
              <a:lnSpc>
                <a:spcPct val="100000"/>
              </a:lnSpc>
              <a:spcBef>
                <a:spcPts val="0"/>
              </a:spcBef>
              <a:spcAft>
                <a:spcPts val="0"/>
              </a:spcAft>
              <a:buSzPts val="2000"/>
              <a:buNone/>
              <a:defRPr sz="2000"/>
            </a:lvl8pPr>
            <a:lvl9pPr lvl="8" algn="ctr">
              <a:lnSpc>
                <a:spcPct val="100000"/>
              </a:lnSpc>
              <a:spcBef>
                <a:spcPts val="0"/>
              </a:spcBef>
              <a:spcAft>
                <a:spcPts val="0"/>
              </a:spcAft>
              <a:buSzPts val="2000"/>
              <a:buNone/>
              <a:defRPr sz="2000"/>
            </a:lvl9pPr>
          </a:lstStyle>
          <a:p/>
        </p:txBody>
      </p:sp>
      <p:sp>
        <p:nvSpPr>
          <p:cNvPr id="99" name="Google Shape;99;g3ecd9bc579e_0_3716"/>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2"/>
                </a:solidFill>
              </a:defRPr>
            </a:lvl1pPr>
            <a:lvl2pPr lvl="1" algn="l">
              <a:lnSpc>
                <a:spcPct val="100000"/>
              </a:lnSpc>
              <a:spcBef>
                <a:spcPts val="1900"/>
              </a:spcBef>
              <a:spcAft>
                <a:spcPts val="0"/>
              </a:spcAft>
              <a:buSzPts val="1600"/>
              <a:buNone/>
              <a:defRPr b="1" sz="1300">
                <a:solidFill>
                  <a:schemeClr val="accent2"/>
                </a:solidFill>
              </a:defRPr>
            </a:lvl2pPr>
            <a:lvl3pPr lvl="2" algn="l">
              <a:lnSpc>
                <a:spcPct val="100000"/>
              </a:lnSpc>
              <a:spcBef>
                <a:spcPts val="1900"/>
              </a:spcBef>
              <a:spcAft>
                <a:spcPts val="0"/>
              </a:spcAft>
              <a:buSzPts val="1300"/>
              <a:buNone/>
              <a:defRPr b="1" sz="1300">
                <a:solidFill>
                  <a:schemeClr val="accent2"/>
                </a:solidFill>
              </a:defRPr>
            </a:lvl3pPr>
            <a:lvl4pPr lvl="3" algn="l">
              <a:lnSpc>
                <a:spcPct val="100000"/>
              </a:lnSpc>
              <a:spcBef>
                <a:spcPts val="1900"/>
              </a:spcBef>
              <a:spcAft>
                <a:spcPts val="0"/>
              </a:spcAft>
              <a:buSzPts val="1300"/>
              <a:buNone/>
              <a:defRPr b="1" sz="1300">
                <a:solidFill>
                  <a:schemeClr val="accent2"/>
                </a:solidFill>
              </a:defRPr>
            </a:lvl4pPr>
            <a:lvl5pPr lvl="4" algn="l">
              <a:lnSpc>
                <a:spcPct val="100000"/>
              </a:lnSpc>
              <a:spcBef>
                <a:spcPts val="1900"/>
              </a:spcBef>
              <a:spcAft>
                <a:spcPts val="0"/>
              </a:spcAft>
              <a:buSzPts val="1300"/>
              <a:buNone/>
              <a:defRPr b="1" sz="1300">
                <a:solidFill>
                  <a:schemeClr val="accent2"/>
                </a:solidFill>
              </a:defRPr>
            </a:lvl5pPr>
            <a:lvl6pPr lvl="5" algn="l">
              <a:lnSpc>
                <a:spcPct val="100000"/>
              </a:lnSpc>
              <a:spcBef>
                <a:spcPts val="1900"/>
              </a:spcBef>
              <a:spcAft>
                <a:spcPts val="0"/>
              </a:spcAft>
              <a:buSzPts val="1300"/>
              <a:buNone/>
              <a:defRPr b="1" sz="1300">
                <a:solidFill>
                  <a:schemeClr val="accent2"/>
                </a:solidFill>
              </a:defRPr>
            </a:lvl6pPr>
            <a:lvl7pPr lvl="6" algn="l">
              <a:lnSpc>
                <a:spcPct val="100000"/>
              </a:lnSpc>
              <a:spcBef>
                <a:spcPts val="1900"/>
              </a:spcBef>
              <a:spcAft>
                <a:spcPts val="0"/>
              </a:spcAft>
              <a:buSzPts val="1300"/>
              <a:buNone/>
              <a:defRPr b="1" sz="1300">
                <a:solidFill>
                  <a:schemeClr val="accent2"/>
                </a:solidFill>
              </a:defRPr>
            </a:lvl7pPr>
            <a:lvl8pPr lvl="7" algn="l">
              <a:lnSpc>
                <a:spcPct val="100000"/>
              </a:lnSpc>
              <a:spcBef>
                <a:spcPts val="1900"/>
              </a:spcBef>
              <a:spcAft>
                <a:spcPts val="0"/>
              </a:spcAft>
              <a:buSzPts val="1300"/>
              <a:buNone/>
              <a:defRPr b="1" sz="1300">
                <a:solidFill>
                  <a:schemeClr val="accent2"/>
                </a:solidFill>
              </a:defRPr>
            </a:lvl8pPr>
            <a:lvl9pPr lvl="8" algn="l">
              <a:lnSpc>
                <a:spcPct val="100000"/>
              </a:lnSpc>
              <a:spcBef>
                <a:spcPts val="1900"/>
              </a:spcBef>
              <a:spcAft>
                <a:spcPts val="1900"/>
              </a:spcAft>
              <a:buSzPts val="1300"/>
              <a:buNone/>
              <a:defRPr b="1" sz="1300">
                <a:solidFill>
                  <a:schemeClr val="accent2"/>
                </a:solidFill>
              </a:defRPr>
            </a:lvl9pPr>
          </a:lstStyle>
          <a:p/>
        </p:txBody>
      </p:sp>
      <p:sp>
        <p:nvSpPr>
          <p:cNvPr id="100" name="Google Shape;100;g3ecd9bc579e_0_3716"/>
          <p:cNvSpPr/>
          <p:nvPr/>
        </p:nvSpPr>
        <p:spPr>
          <a:xfrm>
            <a:off x="-52915" y="5263150"/>
            <a:ext cx="51936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01" name="Google Shape;101;g3ecd9bc579e_0_3716"/>
          <p:cNvPicPr preferRelativeResize="0"/>
          <p:nvPr/>
        </p:nvPicPr>
        <p:blipFill rotWithShape="1">
          <a:blip r:embed="rId2">
            <a:alphaModFix/>
          </a:blip>
          <a:srcRect b="0" l="0" r="0" t="0"/>
          <a:stretch/>
        </p:blipFill>
        <p:spPr>
          <a:xfrm>
            <a:off x="536852" y="480067"/>
            <a:ext cx="2886979" cy="281926"/>
          </a:xfrm>
          <a:prstGeom prst="rect">
            <a:avLst/>
          </a:prstGeom>
          <a:noFill/>
          <a:ln>
            <a:noFill/>
          </a:ln>
        </p:spPr>
      </p:pic>
      <p:pic>
        <p:nvPicPr>
          <p:cNvPr id="102" name="Google Shape;102;g3ecd9bc579e_0_3716"/>
          <p:cNvPicPr preferRelativeResize="0"/>
          <p:nvPr/>
        </p:nvPicPr>
        <p:blipFill rotWithShape="1">
          <a:blip r:embed="rId3">
            <a:alphaModFix/>
          </a:blip>
          <a:srcRect b="17410" l="0" r="15662" t="0"/>
          <a:stretch/>
        </p:blipFill>
        <p:spPr>
          <a:xfrm>
            <a:off x="6059422" y="790001"/>
            <a:ext cx="6195835" cy="6067999"/>
          </a:xfrm>
          <a:prstGeom prst="rect">
            <a:avLst/>
          </a:prstGeom>
          <a:noFill/>
          <a:ln>
            <a:noFill/>
          </a:ln>
        </p:spPr>
      </p:pic>
      <p:sp>
        <p:nvSpPr>
          <p:cNvPr id="103" name="Google Shape;103;g3ecd9bc579e_0_371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itle Slide - dark">
  <p:cSld name="TITLE_1_2_3">
    <p:spTree>
      <p:nvGrpSpPr>
        <p:cNvPr id="104" name="Shape 104"/>
        <p:cNvGrpSpPr/>
        <p:nvPr/>
      </p:nvGrpSpPr>
      <p:grpSpPr>
        <a:xfrm>
          <a:off x="0" y="0"/>
          <a:ext cx="0" cy="0"/>
          <a:chOff x="0" y="0"/>
          <a:chExt cx="0" cy="0"/>
        </a:xfrm>
      </p:grpSpPr>
      <p:sp>
        <p:nvSpPr>
          <p:cNvPr id="105" name="Google Shape;105;g3ecd9bc579e_0_3725"/>
          <p:cNvSpPr/>
          <p:nvPr/>
        </p:nvSpPr>
        <p:spPr>
          <a:xfrm>
            <a:off x="-52915" y="0"/>
            <a:ext cx="123084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06" name="Google Shape;106;g3ecd9bc579e_0_3725"/>
          <p:cNvSpPr/>
          <p:nvPr/>
        </p:nvSpPr>
        <p:spPr>
          <a:xfrm>
            <a:off x="-52915" y="0"/>
            <a:ext cx="12308400" cy="3028500"/>
          </a:xfrm>
          <a:prstGeom prst="rect">
            <a:avLst/>
          </a:prstGeom>
          <a:gradFill>
            <a:gsLst>
              <a:gs pos="0">
                <a:srgbClr val="FFCB06">
                  <a:alpha val="31765"/>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07" name="Google Shape;107;g3ecd9bc579e_0_3725"/>
          <p:cNvPicPr preferRelativeResize="0"/>
          <p:nvPr/>
        </p:nvPicPr>
        <p:blipFill rotWithShape="1">
          <a:blip r:embed="rId2">
            <a:alphaModFix amt="75000"/>
          </a:blip>
          <a:srcRect b="17410" l="0" r="15662" t="0"/>
          <a:stretch/>
        </p:blipFill>
        <p:spPr>
          <a:xfrm>
            <a:off x="6059422" y="790001"/>
            <a:ext cx="6195835" cy="6067999"/>
          </a:xfrm>
          <a:prstGeom prst="rect">
            <a:avLst/>
          </a:prstGeom>
          <a:noFill/>
          <a:ln>
            <a:noFill/>
          </a:ln>
        </p:spPr>
      </p:pic>
      <p:sp>
        <p:nvSpPr>
          <p:cNvPr id="108" name="Google Shape;108;g3ecd9bc579e_0_3725"/>
          <p:cNvSpPr/>
          <p:nvPr/>
        </p:nvSpPr>
        <p:spPr>
          <a:xfrm>
            <a:off x="-52915" y="2186601"/>
            <a:ext cx="123084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09" name="Google Shape;109;g3ecd9bc579e_0_3725"/>
          <p:cNvSpPr txBox="1"/>
          <p:nvPr>
            <p:ph type="ctrTitle"/>
          </p:nvPr>
        </p:nvSpPr>
        <p:spPr>
          <a:xfrm>
            <a:off x="415589" y="1003267"/>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110" name="Google Shape;110;g3ecd9bc579e_0_3725"/>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111" name="Google Shape;111;g3ecd9bc579e_0_3725"/>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2"/>
                </a:solidFill>
              </a:defRPr>
            </a:lvl1pPr>
            <a:lvl2pPr lvl="1" algn="l">
              <a:lnSpc>
                <a:spcPct val="100000"/>
              </a:lnSpc>
              <a:spcBef>
                <a:spcPts val="1900"/>
              </a:spcBef>
              <a:spcAft>
                <a:spcPts val="0"/>
              </a:spcAft>
              <a:buSzPts val="1600"/>
              <a:buNone/>
              <a:defRPr b="1" sz="1300">
                <a:solidFill>
                  <a:schemeClr val="accent2"/>
                </a:solidFill>
              </a:defRPr>
            </a:lvl2pPr>
            <a:lvl3pPr lvl="2" algn="l">
              <a:lnSpc>
                <a:spcPct val="100000"/>
              </a:lnSpc>
              <a:spcBef>
                <a:spcPts val="1900"/>
              </a:spcBef>
              <a:spcAft>
                <a:spcPts val="0"/>
              </a:spcAft>
              <a:buSzPts val="1300"/>
              <a:buNone/>
              <a:defRPr b="1" sz="1300">
                <a:solidFill>
                  <a:schemeClr val="accent2"/>
                </a:solidFill>
              </a:defRPr>
            </a:lvl3pPr>
            <a:lvl4pPr lvl="3" algn="l">
              <a:lnSpc>
                <a:spcPct val="100000"/>
              </a:lnSpc>
              <a:spcBef>
                <a:spcPts val="1900"/>
              </a:spcBef>
              <a:spcAft>
                <a:spcPts val="0"/>
              </a:spcAft>
              <a:buSzPts val="1300"/>
              <a:buNone/>
              <a:defRPr b="1" sz="1300">
                <a:solidFill>
                  <a:schemeClr val="accent2"/>
                </a:solidFill>
              </a:defRPr>
            </a:lvl4pPr>
            <a:lvl5pPr lvl="4" algn="l">
              <a:lnSpc>
                <a:spcPct val="100000"/>
              </a:lnSpc>
              <a:spcBef>
                <a:spcPts val="1900"/>
              </a:spcBef>
              <a:spcAft>
                <a:spcPts val="0"/>
              </a:spcAft>
              <a:buSzPts val="1300"/>
              <a:buNone/>
              <a:defRPr b="1" sz="1300">
                <a:solidFill>
                  <a:schemeClr val="accent2"/>
                </a:solidFill>
              </a:defRPr>
            </a:lvl5pPr>
            <a:lvl6pPr lvl="5" algn="l">
              <a:lnSpc>
                <a:spcPct val="100000"/>
              </a:lnSpc>
              <a:spcBef>
                <a:spcPts val="1900"/>
              </a:spcBef>
              <a:spcAft>
                <a:spcPts val="0"/>
              </a:spcAft>
              <a:buSzPts val="1300"/>
              <a:buNone/>
              <a:defRPr b="1" sz="1300">
                <a:solidFill>
                  <a:schemeClr val="accent2"/>
                </a:solidFill>
              </a:defRPr>
            </a:lvl6pPr>
            <a:lvl7pPr lvl="6" algn="l">
              <a:lnSpc>
                <a:spcPct val="100000"/>
              </a:lnSpc>
              <a:spcBef>
                <a:spcPts val="1900"/>
              </a:spcBef>
              <a:spcAft>
                <a:spcPts val="0"/>
              </a:spcAft>
              <a:buSzPts val="1300"/>
              <a:buNone/>
              <a:defRPr b="1" sz="1300">
                <a:solidFill>
                  <a:schemeClr val="accent2"/>
                </a:solidFill>
              </a:defRPr>
            </a:lvl7pPr>
            <a:lvl8pPr lvl="7" algn="l">
              <a:lnSpc>
                <a:spcPct val="100000"/>
              </a:lnSpc>
              <a:spcBef>
                <a:spcPts val="1900"/>
              </a:spcBef>
              <a:spcAft>
                <a:spcPts val="0"/>
              </a:spcAft>
              <a:buSzPts val="1300"/>
              <a:buNone/>
              <a:defRPr b="1" sz="1300">
                <a:solidFill>
                  <a:schemeClr val="accent2"/>
                </a:solidFill>
              </a:defRPr>
            </a:lvl8pPr>
            <a:lvl9pPr lvl="8" algn="l">
              <a:lnSpc>
                <a:spcPct val="100000"/>
              </a:lnSpc>
              <a:spcBef>
                <a:spcPts val="1900"/>
              </a:spcBef>
              <a:spcAft>
                <a:spcPts val="1900"/>
              </a:spcAft>
              <a:buSzPts val="1300"/>
              <a:buNone/>
              <a:defRPr b="1" sz="1300">
                <a:solidFill>
                  <a:schemeClr val="accent2"/>
                </a:solidFill>
              </a:defRPr>
            </a:lvl9pPr>
          </a:lstStyle>
          <a:p/>
        </p:txBody>
      </p:sp>
      <p:sp>
        <p:nvSpPr>
          <p:cNvPr id="112" name="Google Shape;112;g3ecd9bc579e_0_3725"/>
          <p:cNvSpPr/>
          <p:nvPr/>
        </p:nvSpPr>
        <p:spPr>
          <a:xfrm>
            <a:off x="-52915" y="5263150"/>
            <a:ext cx="51936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13" name="Google Shape;113;g3ecd9bc579e_0_3725"/>
          <p:cNvPicPr preferRelativeResize="0"/>
          <p:nvPr/>
        </p:nvPicPr>
        <p:blipFill rotWithShape="1">
          <a:blip r:embed="rId3">
            <a:alphaModFix/>
          </a:blip>
          <a:srcRect b="0" l="0" r="0" t="0"/>
          <a:stretch/>
        </p:blipFill>
        <p:spPr>
          <a:xfrm>
            <a:off x="536852" y="480067"/>
            <a:ext cx="2886979" cy="281926"/>
          </a:xfrm>
          <a:prstGeom prst="rect">
            <a:avLst/>
          </a:prstGeom>
          <a:noFill/>
          <a:ln>
            <a:noFill/>
          </a:ln>
        </p:spPr>
      </p:pic>
      <p:sp>
        <p:nvSpPr>
          <p:cNvPr id="114" name="Google Shape;114;g3ecd9bc579e_0_372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itle Slide - light">
  <p:cSld name="TITLE_1_1">
    <p:spTree>
      <p:nvGrpSpPr>
        <p:cNvPr id="115" name="Shape 115"/>
        <p:cNvGrpSpPr/>
        <p:nvPr/>
      </p:nvGrpSpPr>
      <p:grpSpPr>
        <a:xfrm>
          <a:off x="0" y="0"/>
          <a:ext cx="0" cy="0"/>
          <a:chOff x="0" y="0"/>
          <a:chExt cx="0" cy="0"/>
        </a:xfrm>
      </p:grpSpPr>
      <p:sp>
        <p:nvSpPr>
          <p:cNvPr id="116" name="Google Shape;116;g3ecd9bc579e_0_3736"/>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17" name="Google Shape;117;g3ecd9bc579e_0_3736"/>
          <p:cNvSpPr txBox="1"/>
          <p:nvPr>
            <p:ph type="ctrTitle"/>
          </p:nvPr>
        </p:nvSpPr>
        <p:spPr>
          <a:xfrm>
            <a:off x="415589" y="1003267"/>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118" name="Google Shape;118;g3ecd9bc579e_0_3736"/>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19" name="Google Shape;119;g3ecd9bc579e_0_3736"/>
          <p:cNvSpPr/>
          <p:nvPr/>
        </p:nvSpPr>
        <p:spPr>
          <a:xfrm>
            <a:off x="-52915" y="5263150"/>
            <a:ext cx="51936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20" name="Google Shape;120;g3ecd9bc579e_0_3736"/>
          <p:cNvSpPr txBox="1"/>
          <p:nvPr>
            <p:ph idx="2" type="subTitle"/>
          </p:nvPr>
        </p:nvSpPr>
        <p:spPr>
          <a:xfrm>
            <a:off x="550485" y="5318150"/>
            <a:ext cx="4739400" cy="3807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3"/>
                </a:solidFill>
              </a:defRPr>
            </a:lvl1pPr>
            <a:lvl2pPr lvl="1" algn="l">
              <a:lnSpc>
                <a:spcPct val="100000"/>
              </a:lnSpc>
              <a:spcBef>
                <a:spcPts val="1900"/>
              </a:spcBef>
              <a:spcAft>
                <a:spcPts val="0"/>
              </a:spcAft>
              <a:buSzPts val="1600"/>
              <a:buNone/>
              <a:defRPr b="1" sz="1300">
                <a:solidFill>
                  <a:schemeClr val="accent3"/>
                </a:solidFill>
              </a:defRPr>
            </a:lvl2pPr>
            <a:lvl3pPr lvl="2" algn="l">
              <a:lnSpc>
                <a:spcPct val="100000"/>
              </a:lnSpc>
              <a:spcBef>
                <a:spcPts val="1900"/>
              </a:spcBef>
              <a:spcAft>
                <a:spcPts val="0"/>
              </a:spcAft>
              <a:buSzPts val="1300"/>
              <a:buNone/>
              <a:defRPr b="1" sz="1300">
                <a:solidFill>
                  <a:schemeClr val="accent3"/>
                </a:solidFill>
              </a:defRPr>
            </a:lvl3pPr>
            <a:lvl4pPr lvl="3" algn="l">
              <a:lnSpc>
                <a:spcPct val="100000"/>
              </a:lnSpc>
              <a:spcBef>
                <a:spcPts val="1900"/>
              </a:spcBef>
              <a:spcAft>
                <a:spcPts val="0"/>
              </a:spcAft>
              <a:buSzPts val="1300"/>
              <a:buNone/>
              <a:defRPr b="1" sz="1300">
                <a:solidFill>
                  <a:schemeClr val="accent3"/>
                </a:solidFill>
              </a:defRPr>
            </a:lvl4pPr>
            <a:lvl5pPr lvl="4" algn="l">
              <a:lnSpc>
                <a:spcPct val="100000"/>
              </a:lnSpc>
              <a:spcBef>
                <a:spcPts val="1900"/>
              </a:spcBef>
              <a:spcAft>
                <a:spcPts val="0"/>
              </a:spcAft>
              <a:buSzPts val="1300"/>
              <a:buNone/>
              <a:defRPr b="1" sz="1300">
                <a:solidFill>
                  <a:schemeClr val="accent3"/>
                </a:solidFill>
              </a:defRPr>
            </a:lvl5pPr>
            <a:lvl6pPr lvl="5" algn="l">
              <a:lnSpc>
                <a:spcPct val="100000"/>
              </a:lnSpc>
              <a:spcBef>
                <a:spcPts val="1900"/>
              </a:spcBef>
              <a:spcAft>
                <a:spcPts val="0"/>
              </a:spcAft>
              <a:buSzPts val="1300"/>
              <a:buNone/>
              <a:defRPr b="1" sz="1300">
                <a:solidFill>
                  <a:schemeClr val="accent3"/>
                </a:solidFill>
              </a:defRPr>
            </a:lvl6pPr>
            <a:lvl7pPr lvl="6" algn="l">
              <a:lnSpc>
                <a:spcPct val="100000"/>
              </a:lnSpc>
              <a:spcBef>
                <a:spcPts val="1900"/>
              </a:spcBef>
              <a:spcAft>
                <a:spcPts val="0"/>
              </a:spcAft>
              <a:buSzPts val="1300"/>
              <a:buNone/>
              <a:defRPr b="1" sz="1300">
                <a:solidFill>
                  <a:schemeClr val="accent3"/>
                </a:solidFill>
              </a:defRPr>
            </a:lvl7pPr>
            <a:lvl8pPr lvl="7" algn="l">
              <a:lnSpc>
                <a:spcPct val="100000"/>
              </a:lnSpc>
              <a:spcBef>
                <a:spcPts val="1900"/>
              </a:spcBef>
              <a:spcAft>
                <a:spcPts val="0"/>
              </a:spcAft>
              <a:buSzPts val="1300"/>
              <a:buNone/>
              <a:defRPr b="1" sz="1300">
                <a:solidFill>
                  <a:schemeClr val="accent3"/>
                </a:solidFill>
              </a:defRPr>
            </a:lvl8pPr>
            <a:lvl9pPr lvl="8" algn="l">
              <a:lnSpc>
                <a:spcPct val="100000"/>
              </a:lnSpc>
              <a:spcBef>
                <a:spcPts val="1900"/>
              </a:spcBef>
              <a:spcAft>
                <a:spcPts val="1900"/>
              </a:spcAft>
              <a:buSzPts val="1300"/>
              <a:buNone/>
              <a:defRPr b="1" sz="1300">
                <a:solidFill>
                  <a:schemeClr val="accent3"/>
                </a:solidFill>
              </a:defRPr>
            </a:lvl9pPr>
          </a:lstStyle>
          <a:p/>
        </p:txBody>
      </p:sp>
      <p:pic>
        <p:nvPicPr>
          <p:cNvPr id="121" name="Google Shape;121;g3ecd9bc579e_0_3736"/>
          <p:cNvPicPr preferRelativeResize="0"/>
          <p:nvPr/>
        </p:nvPicPr>
        <p:blipFill rotWithShape="1">
          <a:blip r:embed="rId2">
            <a:alphaModFix/>
          </a:blip>
          <a:srcRect b="0" l="0" r="0" t="0"/>
          <a:stretch/>
        </p:blipFill>
        <p:spPr>
          <a:xfrm>
            <a:off x="536852" y="480067"/>
            <a:ext cx="2905789" cy="280409"/>
          </a:xfrm>
          <a:prstGeom prst="rect">
            <a:avLst/>
          </a:prstGeom>
          <a:noFill/>
          <a:ln>
            <a:noFill/>
          </a:ln>
        </p:spPr>
      </p:pic>
      <p:pic>
        <p:nvPicPr>
          <p:cNvPr id="122" name="Google Shape;122;g3ecd9bc579e_0_3736"/>
          <p:cNvPicPr preferRelativeResize="0"/>
          <p:nvPr/>
        </p:nvPicPr>
        <p:blipFill rotWithShape="1">
          <a:blip r:embed="rId3">
            <a:alphaModFix/>
          </a:blip>
          <a:srcRect b="27421" l="0" r="21948" t="0"/>
          <a:stretch/>
        </p:blipFill>
        <p:spPr>
          <a:xfrm>
            <a:off x="4817007" y="-2"/>
            <a:ext cx="7374669" cy="6857999"/>
          </a:xfrm>
          <a:prstGeom prst="rect">
            <a:avLst/>
          </a:prstGeom>
          <a:noFill/>
          <a:ln>
            <a:noFill/>
          </a:ln>
        </p:spPr>
      </p:pic>
      <p:sp>
        <p:nvSpPr>
          <p:cNvPr id="123" name="Google Shape;123;g3ecd9bc579e_0_373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itle Slide 1 - dark">
  <p:cSld name="TITLE_1_2_3_1">
    <p:spTree>
      <p:nvGrpSpPr>
        <p:cNvPr id="124" name="Shape 124"/>
        <p:cNvGrpSpPr/>
        <p:nvPr/>
      </p:nvGrpSpPr>
      <p:grpSpPr>
        <a:xfrm>
          <a:off x="0" y="0"/>
          <a:ext cx="0" cy="0"/>
          <a:chOff x="0" y="0"/>
          <a:chExt cx="0" cy="0"/>
        </a:xfrm>
      </p:grpSpPr>
      <p:sp>
        <p:nvSpPr>
          <p:cNvPr id="125" name="Google Shape;125;g3ecd9bc579e_0_3745"/>
          <p:cNvSpPr/>
          <p:nvPr/>
        </p:nvSpPr>
        <p:spPr>
          <a:xfrm>
            <a:off x="-52915" y="0"/>
            <a:ext cx="123084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26" name="Google Shape;126;g3ecd9bc579e_0_3745"/>
          <p:cNvSpPr/>
          <p:nvPr/>
        </p:nvSpPr>
        <p:spPr>
          <a:xfrm>
            <a:off x="-52915" y="0"/>
            <a:ext cx="12308400" cy="3028500"/>
          </a:xfrm>
          <a:prstGeom prst="rect">
            <a:avLst/>
          </a:prstGeom>
          <a:gradFill>
            <a:gsLst>
              <a:gs pos="0">
                <a:srgbClr val="00C0E8">
                  <a:alpha val="31765"/>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27" name="Google Shape;127;g3ecd9bc579e_0_3745"/>
          <p:cNvPicPr preferRelativeResize="0"/>
          <p:nvPr/>
        </p:nvPicPr>
        <p:blipFill rotWithShape="1">
          <a:blip r:embed="rId2">
            <a:alphaModFix amt="75000"/>
          </a:blip>
          <a:srcRect b="27421" l="0" r="21948" t="0"/>
          <a:stretch/>
        </p:blipFill>
        <p:spPr>
          <a:xfrm>
            <a:off x="4817007" y="-2"/>
            <a:ext cx="7374669" cy="6857999"/>
          </a:xfrm>
          <a:prstGeom prst="rect">
            <a:avLst/>
          </a:prstGeom>
          <a:noFill/>
          <a:ln>
            <a:noFill/>
          </a:ln>
        </p:spPr>
      </p:pic>
      <p:sp>
        <p:nvSpPr>
          <p:cNvPr id="128" name="Google Shape;128;g3ecd9bc579e_0_3745"/>
          <p:cNvSpPr/>
          <p:nvPr/>
        </p:nvSpPr>
        <p:spPr>
          <a:xfrm>
            <a:off x="-52915" y="2186601"/>
            <a:ext cx="123084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29" name="Google Shape;129;g3ecd9bc579e_0_3745"/>
          <p:cNvSpPr txBox="1"/>
          <p:nvPr>
            <p:ph type="ctrTitle"/>
          </p:nvPr>
        </p:nvSpPr>
        <p:spPr>
          <a:xfrm>
            <a:off x="415589" y="1003267"/>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130" name="Google Shape;130;g3ecd9bc579e_0_3745"/>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131" name="Google Shape;131;g3ecd9bc579e_0_3745"/>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3"/>
                </a:solidFill>
              </a:defRPr>
            </a:lvl1pPr>
            <a:lvl2pPr lvl="1" algn="l">
              <a:lnSpc>
                <a:spcPct val="100000"/>
              </a:lnSpc>
              <a:spcBef>
                <a:spcPts val="1900"/>
              </a:spcBef>
              <a:spcAft>
                <a:spcPts val="0"/>
              </a:spcAft>
              <a:buSzPts val="1600"/>
              <a:buNone/>
              <a:defRPr b="1" sz="1300">
                <a:solidFill>
                  <a:schemeClr val="accent3"/>
                </a:solidFill>
              </a:defRPr>
            </a:lvl2pPr>
            <a:lvl3pPr lvl="2" algn="l">
              <a:lnSpc>
                <a:spcPct val="100000"/>
              </a:lnSpc>
              <a:spcBef>
                <a:spcPts val="1900"/>
              </a:spcBef>
              <a:spcAft>
                <a:spcPts val="0"/>
              </a:spcAft>
              <a:buSzPts val="1300"/>
              <a:buNone/>
              <a:defRPr b="1" sz="1300">
                <a:solidFill>
                  <a:schemeClr val="accent3"/>
                </a:solidFill>
              </a:defRPr>
            </a:lvl3pPr>
            <a:lvl4pPr lvl="3" algn="l">
              <a:lnSpc>
                <a:spcPct val="100000"/>
              </a:lnSpc>
              <a:spcBef>
                <a:spcPts val="1900"/>
              </a:spcBef>
              <a:spcAft>
                <a:spcPts val="0"/>
              </a:spcAft>
              <a:buSzPts val="1300"/>
              <a:buNone/>
              <a:defRPr b="1" sz="1300">
                <a:solidFill>
                  <a:schemeClr val="accent3"/>
                </a:solidFill>
              </a:defRPr>
            </a:lvl4pPr>
            <a:lvl5pPr lvl="4" algn="l">
              <a:lnSpc>
                <a:spcPct val="100000"/>
              </a:lnSpc>
              <a:spcBef>
                <a:spcPts val="1900"/>
              </a:spcBef>
              <a:spcAft>
                <a:spcPts val="0"/>
              </a:spcAft>
              <a:buSzPts val="1300"/>
              <a:buNone/>
              <a:defRPr b="1" sz="1300">
                <a:solidFill>
                  <a:schemeClr val="accent3"/>
                </a:solidFill>
              </a:defRPr>
            </a:lvl5pPr>
            <a:lvl6pPr lvl="5" algn="l">
              <a:lnSpc>
                <a:spcPct val="100000"/>
              </a:lnSpc>
              <a:spcBef>
                <a:spcPts val="1900"/>
              </a:spcBef>
              <a:spcAft>
                <a:spcPts val="0"/>
              </a:spcAft>
              <a:buSzPts val="1300"/>
              <a:buNone/>
              <a:defRPr b="1" sz="1300">
                <a:solidFill>
                  <a:schemeClr val="accent3"/>
                </a:solidFill>
              </a:defRPr>
            </a:lvl6pPr>
            <a:lvl7pPr lvl="6" algn="l">
              <a:lnSpc>
                <a:spcPct val="100000"/>
              </a:lnSpc>
              <a:spcBef>
                <a:spcPts val="1900"/>
              </a:spcBef>
              <a:spcAft>
                <a:spcPts val="0"/>
              </a:spcAft>
              <a:buSzPts val="1300"/>
              <a:buNone/>
              <a:defRPr b="1" sz="1300">
                <a:solidFill>
                  <a:schemeClr val="accent3"/>
                </a:solidFill>
              </a:defRPr>
            </a:lvl7pPr>
            <a:lvl8pPr lvl="7" algn="l">
              <a:lnSpc>
                <a:spcPct val="100000"/>
              </a:lnSpc>
              <a:spcBef>
                <a:spcPts val="1900"/>
              </a:spcBef>
              <a:spcAft>
                <a:spcPts val="0"/>
              </a:spcAft>
              <a:buSzPts val="1300"/>
              <a:buNone/>
              <a:defRPr b="1" sz="1300">
                <a:solidFill>
                  <a:schemeClr val="accent3"/>
                </a:solidFill>
              </a:defRPr>
            </a:lvl8pPr>
            <a:lvl9pPr lvl="8" algn="l">
              <a:lnSpc>
                <a:spcPct val="100000"/>
              </a:lnSpc>
              <a:spcBef>
                <a:spcPts val="1900"/>
              </a:spcBef>
              <a:spcAft>
                <a:spcPts val="1900"/>
              </a:spcAft>
              <a:buSzPts val="1300"/>
              <a:buNone/>
              <a:defRPr b="1" sz="1300">
                <a:solidFill>
                  <a:schemeClr val="accent3"/>
                </a:solidFill>
              </a:defRPr>
            </a:lvl9pPr>
          </a:lstStyle>
          <a:p/>
        </p:txBody>
      </p:sp>
      <p:sp>
        <p:nvSpPr>
          <p:cNvPr id="132" name="Google Shape;132;g3ecd9bc579e_0_3745"/>
          <p:cNvSpPr/>
          <p:nvPr/>
        </p:nvSpPr>
        <p:spPr>
          <a:xfrm>
            <a:off x="-52915" y="5263150"/>
            <a:ext cx="51936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33" name="Google Shape;133;g3ecd9bc579e_0_3745"/>
          <p:cNvPicPr preferRelativeResize="0"/>
          <p:nvPr/>
        </p:nvPicPr>
        <p:blipFill rotWithShape="1">
          <a:blip r:embed="rId3">
            <a:alphaModFix/>
          </a:blip>
          <a:srcRect b="100" l="0" r="0" t="90"/>
          <a:stretch/>
        </p:blipFill>
        <p:spPr>
          <a:xfrm>
            <a:off x="536852" y="480067"/>
            <a:ext cx="2905789" cy="280409"/>
          </a:xfrm>
          <a:prstGeom prst="rect">
            <a:avLst/>
          </a:prstGeom>
          <a:noFill/>
          <a:ln>
            <a:noFill/>
          </a:ln>
        </p:spPr>
      </p:pic>
      <p:sp>
        <p:nvSpPr>
          <p:cNvPr id="134" name="Google Shape;134;g3ecd9bc579e_0_374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Slide - light">
  <p:cSld name="TITLE_1_1_1">
    <p:spTree>
      <p:nvGrpSpPr>
        <p:cNvPr id="135" name="Shape 135"/>
        <p:cNvGrpSpPr/>
        <p:nvPr/>
      </p:nvGrpSpPr>
      <p:grpSpPr>
        <a:xfrm>
          <a:off x="0" y="0"/>
          <a:ext cx="0" cy="0"/>
          <a:chOff x="0" y="0"/>
          <a:chExt cx="0" cy="0"/>
        </a:xfrm>
      </p:grpSpPr>
      <p:sp>
        <p:nvSpPr>
          <p:cNvPr id="136" name="Google Shape;136;g3ecd9bc579e_0_3756"/>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37" name="Google Shape;137;g3ecd9bc579e_0_3756"/>
          <p:cNvSpPr txBox="1"/>
          <p:nvPr>
            <p:ph type="ctrTitle"/>
          </p:nvPr>
        </p:nvSpPr>
        <p:spPr>
          <a:xfrm>
            <a:off x="415589" y="1003267"/>
            <a:ext cx="53754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138" name="Google Shape;138;g3ecd9bc579e_0_3756"/>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None/>
              <a:defRPr sz="2000"/>
            </a:lvl3pPr>
            <a:lvl4pPr lvl="3" algn="ctr">
              <a:lnSpc>
                <a:spcPct val="100000"/>
              </a:lnSpc>
              <a:spcBef>
                <a:spcPts val="0"/>
              </a:spcBef>
              <a:spcAft>
                <a:spcPts val="0"/>
              </a:spcAft>
              <a:buSzPts val="2000"/>
              <a:buNone/>
              <a:defRPr sz="2000"/>
            </a:lvl4pPr>
            <a:lvl5pPr lvl="4" algn="ctr">
              <a:lnSpc>
                <a:spcPct val="100000"/>
              </a:lnSpc>
              <a:spcBef>
                <a:spcPts val="0"/>
              </a:spcBef>
              <a:spcAft>
                <a:spcPts val="0"/>
              </a:spcAft>
              <a:buSzPts val="2000"/>
              <a:buNone/>
              <a:defRPr sz="2000"/>
            </a:lvl5pPr>
            <a:lvl6pPr lvl="5" algn="ctr">
              <a:lnSpc>
                <a:spcPct val="100000"/>
              </a:lnSpc>
              <a:spcBef>
                <a:spcPts val="0"/>
              </a:spcBef>
              <a:spcAft>
                <a:spcPts val="0"/>
              </a:spcAft>
              <a:buSzPts val="2000"/>
              <a:buNone/>
              <a:defRPr sz="2000"/>
            </a:lvl6pPr>
            <a:lvl7pPr lvl="6" algn="ctr">
              <a:lnSpc>
                <a:spcPct val="100000"/>
              </a:lnSpc>
              <a:spcBef>
                <a:spcPts val="0"/>
              </a:spcBef>
              <a:spcAft>
                <a:spcPts val="0"/>
              </a:spcAft>
              <a:buSzPts val="2000"/>
              <a:buNone/>
              <a:defRPr sz="2000"/>
            </a:lvl7pPr>
            <a:lvl8pPr lvl="7" algn="ctr">
              <a:lnSpc>
                <a:spcPct val="100000"/>
              </a:lnSpc>
              <a:spcBef>
                <a:spcPts val="0"/>
              </a:spcBef>
              <a:spcAft>
                <a:spcPts val="0"/>
              </a:spcAft>
              <a:buSzPts val="2000"/>
              <a:buNone/>
              <a:defRPr sz="2000"/>
            </a:lvl8pPr>
            <a:lvl9pPr lvl="8" algn="ctr">
              <a:lnSpc>
                <a:spcPct val="100000"/>
              </a:lnSpc>
              <a:spcBef>
                <a:spcPts val="0"/>
              </a:spcBef>
              <a:spcAft>
                <a:spcPts val="0"/>
              </a:spcAft>
              <a:buSzPts val="2000"/>
              <a:buNone/>
              <a:defRPr sz="2000"/>
            </a:lvl9pPr>
          </a:lstStyle>
          <a:p/>
        </p:txBody>
      </p:sp>
      <p:sp>
        <p:nvSpPr>
          <p:cNvPr id="139" name="Google Shape;139;g3ecd9bc579e_0_3756"/>
          <p:cNvSpPr/>
          <p:nvPr/>
        </p:nvSpPr>
        <p:spPr>
          <a:xfrm>
            <a:off x="-52915" y="52631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40" name="Google Shape;140;g3ecd9bc579e_0_3756"/>
          <p:cNvPicPr preferRelativeResize="0"/>
          <p:nvPr/>
        </p:nvPicPr>
        <p:blipFill rotWithShape="1">
          <a:blip r:embed="rId2">
            <a:alphaModFix/>
          </a:blip>
          <a:srcRect b="0" l="0" r="0" t="0"/>
          <a:stretch/>
        </p:blipFill>
        <p:spPr>
          <a:xfrm>
            <a:off x="536852" y="480067"/>
            <a:ext cx="2986353" cy="280409"/>
          </a:xfrm>
          <a:prstGeom prst="rect">
            <a:avLst/>
          </a:prstGeom>
          <a:noFill/>
          <a:ln>
            <a:noFill/>
          </a:ln>
        </p:spPr>
      </p:pic>
      <p:sp>
        <p:nvSpPr>
          <p:cNvPr id="141" name="Google Shape;141;g3ecd9bc579e_0_375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
        <p:nvSpPr>
          <p:cNvPr id="142" name="Google Shape;142;g3ecd9bc579e_0_3756"/>
          <p:cNvSpPr txBox="1"/>
          <p:nvPr>
            <p:ph idx="2" type="subTitle"/>
          </p:nvPr>
        </p:nvSpPr>
        <p:spPr>
          <a:xfrm>
            <a:off x="550485" y="5318150"/>
            <a:ext cx="4739400" cy="3807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4"/>
                </a:solidFill>
              </a:defRPr>
            </a:lvl1pPr>
            <a:lvl2pPr lvl="1" algn="l">
              <a:lnSpc>
                <a:spcPct val="100000"/>
              </a:lnSpc>
              <a:spcBef>
                <a:spcPts val="1900"/>
              </a:spcBef>
              <a:spcAft>
                <a:spcPts val="0"/>
              </a:spcAft>
              <a:buSzPts val="1600"/>
              <a:buNone/>
              <a:defRPr b="1" sz="1300">
                <a:solidFill>
                  <a:schemeClr val="accent4"/>
                </a:solidFill>
              </a:defRPr>
            </a:lvl2pPr>
            <a:lvl3pPr lvl="2" algn="l">
              <a:lnSpc>
                <a:spcPct val="100000"/>
              </a:lnSpc>
              <a:spcBef>
                <a:spcPts val="1900"/>
              </a:spcBef>
              <a:spcAft>
                <a:spcPts val="0"/>
              </a:spcAft>
              <a:buSzPts val="1300"/>
              <a:buNone/>
              <a:defRPr b="1" sz="1300">
                <a:solidFill>
                  <a:schemeClr val="accent4"/>
                </a:solidFill>
              </a:defRPr>
            </a:lvl3pPr>
            <a:lvl4pPr lvl="3" algn="l">
              <a:lnSpc>
                <a:spcPct val="100000"/>
              </a:lnSpc>
              <a:spcBef>
                <a:spcPts val="1900"/>
              </a:spcBef>
              <a:spcAft>
                <a:spcPts val="0"/>
              </a:spcAft>
              <a:buSzPts val="1300"/>
              <a:buNone/>
              <a:defRPr b="1" sz="1300">
                <a:solidFill>
                  <a:schemeClr val="accent4"/>
                </a:solidFill>
              </a:defRPr>
            </a:lvl4pPr>
            <a:lvl5pPr lvl="4" algn="l">
              <a:lnSpc>
                <a:spcPct val="100000"/>
              </a:lnSpc>
              <a:spcBef>
                <a:spcPts val="1900"/>
              </a:spcBef>
              <a:spcAft>
                <a:spcPts val="0"/>
              </a:spcAft>
              <a:buSzPts val="1300"/>
              <a:buNone/>
              <a:defRPr b="1" sz="1300">
                <a:solidFill>
                  <a:schemeClr val="accent4"/>
                </a:solidFill>
              </a:defRPr>
            </a:lvl5pPr>
            <a:lvl6pPr lvl="5" algn="l">
              <a:lnSpc>
                <a:spcPct val="100000"/>
              </a:lnSpc>
              <a:spcBef>
                <a:spcPts val="1900"/>
              </a:spcBef>
              <a:spcAft>
                <a:spcPts val="0"/>
              </a:spcAft>
              <a:buSzPts val="1300"/>
              <a:buNone/>
              <a:defRPr b="1" sz="1300">
                <a:solidFill>
                  <a:schemeClr val="accent4"/>
                </a:solidFill>
              </a:defRPr>
            </a:lvl6pPr>
            <a:lvl7pPr lvl="6" algn="l">
              <a:lnSpc>
                <a:spcPct val="100000"/>
              </a:lnSpc>
              <a:spcBef>
                <a:spcPts val="1900"/>
              </a:spcBef>
              <a:spcAft>
                <a:spcPts val="0"/>
              </a:spcAft>
              <a:buSzPts val="1300"/>
              <a:buNone/>
              <a:defRPr b="1" sz="1300">
                <a:solidFill>
                  <a:schemeClr val="accent4"/>
                </a:solidFill>
              </a:defRPr>
            </a:lvl7pPr>
            <a:lvl8pPr lvl="7" algn="l">
              <a:lnSpc>
                <a:spcPct val="100000"/>
              </a:lnSpc>
              <a:spcBef>
                <a:spcPts val="1900"/>
              </a:spcBef>
              <a:spcAft>
                <a:spcPts val="0"/>
              </a:spcAft>
              <a:buSzPts val="1300"/>
              <a:buNone/>
              <a:defRPr b="1" sz="1300">
                <a:solidFill>
                  <a:schemeClr val="accent4"/>
                </a:solidFill>
              </a:defRPr>
            </a:lvl8pPr>
            <a:lvl9pPr lvl="8" algn="l">
              <a:lnSpc>
                <a:spcPct val="100000"/>
              </a:lnSpc>
              <a:spcBef>
                <a:spcPts val="1900"/>
              </a:spcBef>
              <a:spcAft>
                <a:spcPts val="1900"/>
              </a:spcAft>
              <a:buSzPts val="1300"/>
              <a:buNone/>
              <a:defRPr b="1" sz="1300">
                <a:solidFill>
                  <a:schemeClr val="accent4"/>
                </a:solidFill>
              </a:defRPr>
            </a:lvl9pPr>
          </a:lstStyle>
          <a:p/>
        </p:txBody>
      </p:sp>
      <p:pic>
        <p:nvPicPr>
          <p:cNvPr id="143" name="Google Shape;143;g3ecd9bc579e_0_3756"/>
          <p:cNvPicPr preferRelativeResize="0"/>
          <p:nvPr/>
        </p:nvPicPr>
        <p:blipFill rotWithShape="1">
          <a:blip r:embed="rId3">
            <a:alphaModFix/>
          </a:blip>
          <a:srcRect b="24679" l="16143" r="19028" t="2820"/>
          <a:stretch/>
        </p:blipFill>
        <p:spPr>
          <a:xfrm>
            <a:off x="6488710" y="480067"/>
            <a:ext cx="5703045" cy="6377933"/>
          </a:xfrm>
          <a:prstGeom prst="rect">
            <a:avLst/>
          </a:prstGeom>
          <a:noFill/>
          <a:ln>
            <a:noFill/>
          </a:ln>
        </p:spPr>
      </p:pic>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itle Slide - light">
  <p:cSld name="TITLE_1_1_1_3">
    <p:spTree>
      <p:nvGrpSpPr>
        <p:cNvPr id="144" name="Shape 144"/>
        <p:cNvGrpSpPr/>
        <p:nvPr/>
      </p:nvGrpSpPr>
      <p:grpSpPr>
        <a:xfrm>
          <a:off x="0" y="0"/>
          <a:ext cx="0" cy="0"/>
          <a:chOff x="0" y="0"/>
          <a:chExt cx="0" cy="0"/>
        </a:xfrm>
      </p:grpSpPr>
      <p:sp>
        <p:nvSpPr>
          <p:cNvPr id="145" name="Google Shape;145;g3ecd9bc579e_0_3765"/>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46" name="Google Shape;146;g3ecd9bc579e_0_3765"/>
          <p:cNvSpPr txBox="1"/>
          <p:nvPr>
            <p:ph type="ctrTitle"/>
          </p:nvPr>
        </p:nvSpPr>
        <p:spPr>
          <a:xfrm>
            <a:off x="415589" y="1003267"/>
            <a:ext cx="55533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147" name="Google Shape;147;g3ecd9bc579e_0_3765"/>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48" name="Google Shape;148;g3ecd9bc579e_0_3765"/>
          <p:cNvSpPr txBox="1"/>
          <p:nvPr>
            <p:ph idx="2" type="subTitle"/>
          </p:nvPr>
        </p:nvSpPr>
        <p:spPr>
          <a:xfrm>
            <a:off x="550485" y="5462367"/>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6"/>
                </a:solidFill>
              </a:defRPr>
            </a:lvl1pPr>
            <a:lvl2pPr lvl="1" algn="l">
              <a:lnSpc>
                <a:spcPct val="100000"/>
              </a:lnSpc>
              <a:spcBef>
                <a:spcPts val="1900"/>
              </a:spcBef>
              <a:spcAft>
                <a:spcPts val="0"/>
              </a:spcAft>
              <a:buSzPts val="1600"/>
              <a:buNone/>
              <a:defRPr b="1" sz="1300">
                <a:solidFill>
                  <a:schemeClr val="accent6"/>
                </a:solidFill>
              </a:defRPr>
            </a:lvl2pPr>
            <a:lvl3pPr lvl="2" algn="l">
              <a:lnSpc>
                <a:spcPct val="100000"/>
              </a:lnSpc>
              <a:spcBef>
                <a:spcPts val="1900"/>
              </a:spcBef>
              <a:spcAft>
                <a:spcPts val="0"/>
              </a:spcAft>
              <a:buSzPts val="1300"/>
              <a:buNone/>
              <a:defRPr b="1" sz="1300">
                <a:solidFill>
                  <a:schemeClr val="accent6"/>
                </a:solidFill>
              </a:defRPr>
            </a:lvl3pPr>
            <a:lvl4pPr lvl="3" algn="l">
              <a:lnSpc>
                <a:spcPct val="100000"/>
              </a:lnSpc>
              <a:spcBef>
                <a:spcPts val="1900"/>
              </a:spcBef>
              <a:spcAft>
                <a:spcPts val="0"/>
              </a:spcAft>
              <a:buSzPts val="1300"/>
              <a:buNone/>
              <a:defRPr b="1" sz="1300">
                <a:solidFill>
                  <a:schemeClr val="accent6"/>
                </a:solidFill>
              </a:defRPr>
            </a:lvl4pPr>
            <a:lvl5pPr lvl="4" algn="l">
              <a:lnSpc>
                <a:spcPct val="100000"/>
              </a:lnSpc>
              <a:spcBef>
                <a:spcPts val="1900"/>
              </a:spcBef>
              <a:spcAft>
                <a:spcPts val="0"/>
              </a:spcAft>
              <a:buSzPts val="1300"/>
              <a:buNone/>
              <a:defRPr b="1" sz="1300">
                <a:solidFill>
                  <a:schemeClr val="accent6"/>
                </a:solidFill>
              </a:defRPr>
            </a:lvl5pPr>
            <a:lvl6pPr lvl="5" algn="l">
              <a:lnSpc>
                <a:spcPct val="100000"/>
              </a:lnSpc>
              <a:spcBef>
                <a:spcPts val="1900"/>
              </a:spcBef>
              <a:spcAft>
                <a:spcPts val="0"/>
              </a:spcAft>
              <a:buSzPts val="1300"/>
              <a:buNone/>
              <a:defRPr b="1" sz="1300">
                <a:solidFill>
                  <a:schemeClr val="accent6"/>
                </a:solidFill>
              </a:defRPr>
            </a:lvl6pPr>
            <a:lvl7pPr lvl="6" algn="l">
              <a:lnSpc>
                <a:spcPct val="100000"/>
              </a:lnSpc>
              <a:spcBef>
                <a:spcPts val="1900"/>
              </a:spcBef>
              <a:spcAft>
                <a:spcPts val="0"/>
              </a:spcAft>
              <a:buSzPts val="1300"/>
              <a:buNone/>
              <a:defRPr b="1" sz="1300">
                <a:solidFill>
                  <a:schemeClr val="accent6"/>
                </a:solidFill>
              </a:defRPr>
            </a:lvl7pPr>
            <a:lvl8pPr lvl="7" algn="l">
              <a:lnSpc>
                <a:spcPct val="100000"/>
              </a:lnSpc>
              <a:spcBef>
                <a:spcPts val="1900"/>
              </a:spcBef>
              <a:spcAft>
                <a:spcPts val="0"/>
              </a:spcAft>
              <a:buSzPts val="1300"/>
              <a:buNone/>
              <a:defRPr b="1" sz="1300">
                <a:solidFill>
                  <a:schemeClr val="accent6"/>
                </a:solidFill>
              </a:defRPr>
            </a:lvl8pPr>
            <a:lvl9pPr lvl="8" algn="l">
              <a:lnSpc>
                <a:spcPct val="100000"/>
              </a:lnSpc>
              <a:spcBef>
                <a:spcPts val="1900"/>
              </a:spcBef>
              <a:spcAft>
                <a:spcPts val="1900"/>
              </a:spcAft>
              <a:buSzPts val="1300"/>
              <a:buNone/>
              <a:defRPr b="1" sz="1300">
                <a:solidFill>
                  <a:schemeClr val="accent6"/>
                </a:solidFill>
              </a:defRPr>
            </a:lvl9pPr>
          </a:lstStyle>
          <a:p/>
        </p:txBody>
      </p:sp>
      <p:sp>
        <p:nvSpPr>
          <p:cNvPr id="149" name="Google Shape;149;g3ecd9bc579e_0_3765"/>
          <p:cNvSpPr/>
          <p:nvPr/>
        </p:nvSpPr>
        <p:spPr>
          <a:xfrm>
            <a:off x="-52915" y="5263150"/>
            <a:ext cx="51936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50" name="Google Shape;150;g3ecd9bc579e_0_3765"/>
          <p:cNvPicPr preferRelativeResize="0"/>
          <p:nvPr/>
        </p:nvPicPr>
        <p:blipFill rotWithShape="1">
          <a:blip r:embed="rId2">
            <a:alphaModFix/>
          </a:blip>
          <a:srcRect b="0" l="0" r="0" t="0"/>
          <a:stretch/>
        </p:blipFill>
        <p:spPr>
          <a:xfrm>
            <a:off x="536852" y="480067"/>
            <a:ext cx="2890808" cy="280408"/>
          </a:xfrm>
          <a:prstGeom prst="rect">
            <a:avLst/>
          </a:prstGeom>
          <a:noFill/>
          <a:ln>
            <a:noFill/>
          </a:ln>
        </p:spPr>
      </p:pic>
      <p:pic>
        <p:nvPicPr>
          <p:cNvPr id="151" name="Google Shape;151;g3ecd9bc579e_0_3765"/>
          <p:cNvPicPr preferRelativeResize="0"/>
          <p:nvPr/>
        </p:nvPicPr>
        <p:blipFill rotWithShape="1">
          <a:blip r:embed="rId3">
            <a:alphaModFix/>
          </a:blip>
          <a:srcRect b="24841" l="0" r="20616" t="8077"/>
          <a:stretch/>
        </p:blipFill>
        <p:spPr>
          <a:xfrm>
            <a:off x="4797672" y="609600"/>
            <a:ext cx="7394089" cy="6248402"/>
          </a:xfrm>
          <a:prstGeom prst="rect">
            <a:avLst/>
          </a:prstGeom>
          <a:noFill/>
          <a:ln>
            <a:noFill/>
          </a:ln>
        </p:spPr>
      </p:pic>
      <p:sp>
        <p:nvSpPr>
          <p:cNvPr id="152" name="Google Shape;152;g3ecd9bc579e_0_376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itle Slide - dark">
  <p:cSld name="TITLE_1_1_1_3_1">
    <p:spTree>
      <p:nvGrpSpPr>
        <p:cNvPr id="153" name="Shape 153"/>
        <p:cNvGrpSpPr/>
        <p:nvPr/>
      </p:nvGrpSpPr>
      <p:grpSpPr>
        <a:xfrm>
          <a:off x="0" y="0"/>
          <a:ext cx="0" cy="0"/>
          <a:chOff x="0" y="0"/>
          <a:chExt cx="0" cy="0"/>
        </a:xfrm>
      </p:grpSpPr>
      <p:sp>
        <p:nvSpPr>
          <p:cNvPr id="154" name="Google Shape;154;g3ecd9bc579e_0_3774"/>
          <p:cNvSpPr/>
          <p:nvPr/>
        </p:nvSpPr>
        <p:spPr>
          <a:xfrm>
            <a:off x="-52915" y="0"/>
            <a:ext cx="123081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55" name="Google Shape;155;g3ecd9bc579e_0_3774"/>
          <p:cNvPicPr preferRelativeResize="0"/>
          <p:nvPr/>
        </p:nvPicPr>
        <p:blipFill rotWithShape="1">
          <a:blip r:embed="rId2">
            <a:alphaModFix/>
          </a:blip>
          <a:srcRect b="24841" l="0" r="20616" t="8077"/>
          <a:stretch/>
        </p:blipFill>
        <p:spPr>
          <a:xfrm>
            <a:off x="4822826" y="609600"/>
            <a:ext cx="7432433" cy="6248402"/>
          </a:xfrm>
          <a:prstGeom prst="rect">
            <a:avLst/>
          </a:prstGeom>
          <a:noFill/>
          <a:ln>
            <a:noFill/>
          </a:ln>
        </p:spPr>
      </p:pic>
      <p:sp>
        <p:nvSpPr>
          <p:cNvPr id="156" name="Google Shape;156;g3ecd9bc579e_0_3774"/>
          <p:cNvSpPr/>
          <p:nvPr/>
        </p:nvSpPr>
        <p:spPr>
          <a:xfrm>
            <a:off x="-52915" y="0"/>
            <a:ext cx="123081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57" name="Google Shape;157;g3ecd9bc579e_0_3774"/>
          <p:cNvSpPr/>
          <p:nvPr/>
        </p:nvSpPr>
        <p:spPr>
          <a:xfrm>
            <a:off x="-52915" y="0"/>
            <a:ext cx="12308100" cy="3028500"/>
          </a:xfrm>
          <a:prstGeom prst="rect">
            <a:avLst/>
          </a:prstGeom>
          <a:gradFill>
            <a:gsLst>
              <a:gs pos="0">
                <a:srgbClr val="FA582D">
                  <a:alpha val="25490"/>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58" name="Google Shape;158;g3ecd9bc579e_0_3774"/>
          <p:cNvPicPr preferRelativeResize="0"/>
          <p:nvPr/>
        </p:nvPicPr>
        <p:blipFill rotWithShape="1">
          <a:blip r:embed="rId2">
            <a:alphaModFix amt="75000"/>
          </a:blip>
          <a:srcRect b="24841" l="0" r="20616" t="8077"/>
          <a:stretch/>
        </p:blipFill>
        <p:spPr>
          <a:xfrm>
            <a:off x="4797672" y="609600"/>
            <a:ext cx="7394089" cy="6248402"/>
          </a:xfrm>
          <a:prstGeom prst="rect">
            <a:avLst/>
          </a:prstGeom>
          <a:noFill/>
          <a:ln>
            <a:noFill/>
          </a:ln>
        </p:spPr>
      </p:pic>
      <p:sp>
        <p:nvSpPr>
          <p:cNvPr id="159" name="Google Shape;159;g3ecd9bc579e_0_3774"/>
          <p:cNvSpPr/>
          <p:nvPr/>
        </p:nvSpPr>
        <p:spPr>
          <a:xfrm>
            <a:off x="-52915" y="2186601"/>
            <a:ext cx="123081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60" name="Google Shape;160;g3ecd9bc579e_0_3774"/>
          <p:cNvSpPr txBox="1"/>
          <p:nvPr>
            <p:ph type="ctrTitle"/>
          </p:nvPr>
        </p:nvSpPr>
        <p:spPr>
          <a:xfrm>
            <a:off x="415589" y="1003267"/>
            <a:ext cx="55533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161" name="Google Shape;161;g3ecd9bc579e_0_3774"/>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3700"/>
              <a:buNone/>
              <a:defRPr sz="3700">
                <a:solidFill>
                  <a:schemeClr val="lt1"/>
                </a:solidFill>
              </a:defRPr>
            </a:lvl2pPr>
            <a:lvl3pPr lvl="2" algn="ctr">
              <a:lnSpc>
                <a:spcPct val="100000"/>
              </a:lnSpc>
              <a:spcBef>
                <a:spcPts val="0"/>
              </a:spcBef>
              <a:spcAft>
                <a:spcPts val="0"/>
              </a:spcAft>
              <a:buClr>
                <a:schemeClr val="lt1"/>
              </a:buClr>
              <a:buSzPts val="3700"/>
              <a:buNone/>
              <a:defRPr sz="3700">
                <a:solidFill>
                  <a:schemeClr val="lt1"/>
                </a:solidFill>
              </a:defRPr>
            </a:lvl3pPr>
            <a:lvl4pPr lvl="3" algn="ctr">
              <a:lnSpc>
                <a:spcPct val="100000"/>
              </a:lnSpc>
              <a:spcBef>
                <a:spcPts val="0"/>
              </a:spcBef>
              <a:spcAft>
                <a:spcPts val="0"/>
              </a:spcAft>
              <a:buClr>
                <a:schemeClr val="lt1"/>
              </a:buClr>
              <a:buSzPts val="3700"/>
              <a:buNone/>
              <a:defRPr sz="3700">
                <a:solidFill>
                  <a:schemeClr val="lt1"/>
                </a:solidFill>
              </a:defRPr>
            </a:lvl4pPr>
            <a:lvl5pPr lvl="4" algn="ctr">
              <a:lnSpc>
                <a:spcPct val="100000"/>
              </a:lnSpc>
              <a:spcBef>
                <a:spcPts val="0"/>
              </a:spcBef>
              <a:spcAft>
                <a:spcPts val="0"/>
              </a:spcAft>
              <a:buClr>
                <a:schemeClr val="lt1"/>
              </a:buClr>
              <a:buSzPts val="3700"/>
              <a:buNone/>
              <a:defRPr sz="3700">
                <a:solidFill>
                  <a:schemeClr val="lt1"/>
                </a:solidFill>
              </a:defRPr>
            </a:lvl5pPr>
            <a:lvl6pPr lvl="5" algn="ctr">
              <a:lnSpc>
                <a:spcPct val="100000"/>
              </a:lnSpc>
              <a:spcBef>
                <a:spcPts val="0"/>
              </a:spcBef>
              <a:spcAft>
                <a:spcPts val="0"/>
              </a:spcAft>
              <a:buClr>
                <a:schemeClr val="lt1"/>
              </a:buClr>
              <a:buSzPts val="3700"/>
              <a:buNone/>
              <a:defRPr sz="3700">
                <a:solidFill>
                  <a:schemeClr val="lt1"/>
                </a:solidFill>
              </a:defRPr>
            </a:lvl6pPr>
            <a:lvl7pPr lvl="6" algn="ctr">
              <a:lnSpc>
                <a:spcPct val="100000"/>
              </a:lnSpc>
              <a:spcBef>
                <a:spcPts val="0"/>
              </a:spcBef>
              <a:spcAft>
                <a:spcPts val="0"/>
              </a:spcAft>
              <a:buClr>
                <a:schemeClr val="lt1"/>
              </a:buClr>
              <a:buSzPts val="3700"/>
              <a:buNone/>
              <a:defRPr sz="3700">
                <a:solidFill>
                  <a:schemeClr val="lt1"/>
                </a:solidFill>
              </a:defRPr>
            </a:lvl7pPr>
            <a:lvl8pPr lvl="7" algn="ctr">
              <a:lnSpc>
                <a:spcPct val="100000"/>
              </a:lnSpc>
              <a:spcBef>
                <a:spcPts val="0"/>
              </a:spcBef>
              <a:spcAft>
                <a:spcPts val="0"/>
              </a:spcAft>
              <a:buClr>
                <a:schemeClr val="lt1"/>
              </a:buClr>
              <a:buSzPts val="3700"/>
              <a:buNone/>
              <a:defRPr sz="3700">
                <a:solidFill>
                  <a:schemeClr val="lt1"/>
                </a:solidFill>
              </a:defRPr>
            </a:lvl8pPr>
            <a:lvl9pPr lvl="8" algn="ctr">
              <a:lnSpc>
                <a:spcPct val="100000"/>
              </a:lnSpc>
              <a:spcBef>
                <a:spcPts val="0"/>
              </a:spcBef>
              <a:spcAft>
                <a:spcPts val="0"/>
              </a:spcAft>
              <a:buClr>
                <a:schemeClr val="lt1"/>
              </a:buClr>
              <a:buSzPts val="3700"/>
              <a:buNone/>
              <a:defRPr sz="3700">
                <a:solidFill>
                  <a:schemeClr val="lt1"/>
                </a:solidFill>
              </a:defRPr>
            </a:lvl9pPr>
          </a:lstStyle>
          <a:p/>
        </p:txBody>
      </p:sp>
      <p:sp>
        <p:nvSpPr>
          <p:cNvPr id="162" name="Google Shape;162;g3ecd9bc579e_0_3774"/>
          <p:cNvSpPr/>
          <p:nvPr/>
        </p:nvSpPr>
        <p:spPr>
          <a:xfrm>
            <a:off x="-52915" y="5263150"/>
            <a:ext cx="51936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63" name="Google Shape;163;g3ecd9bc579e_0_3774"/>
          <p:cNvPicPr preferRelativeResize="0"/>
          <p:nvPr/>
        </p:nvPicPr>
        <p:blipFill rotWithShape="1">
          <a:blip r:embed="rId3">
            <a:alphaModFix/>
          </a:blip>
          <a:srcRect b="80" l="0" r="0" t="90"/>
          <a:stretch/>
        </p:blipFill>
        <p:spPr>
          <a:xfrm>
            <a:off x="536852" y="480067"/>
            <a:ext cx="2890808" cy="280408"/>
          </a:xfrm>
          <a:prstGeom prst="rect">
            <a:avLst/>
          </a:prstGeom>
          <a:noFill/>
          <a:ln>
            <a:noFill/>
          </a:ln>
        </p:spPr>
      </p:pic>
      <p:sp>
        <p:nvSpPr>
          <p:cNvPr id="164" name="Google Shape;164;g3ecd9bc579e_0_3774"/>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
        <p:nvSpPr>
          <p:cNvPr id="165" name="Google Shape;165;g3ecd9bc579e_0_3774"/>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6"/>
                </a:solidFill>
              </a:defRPr>
            </a:lvl1pPr>
            <a:lvl2pPr lvl="1" algn="l">
              <a:lnSpc>
                <a:spcPct val="100000"/>
              </a:lnSpc>
              <a:spcBef>
                <a:spcPts val="1900"/>
              </a:spcBef>
              <a:spcAft>
                <a:spcPts val="0"/>
              </a:spcAft>
              <a:buSzPts val="1600"/>
              <a:buNone/>
              <a:defRPr b="1" sz="1300">
                <a:solidFill>
                  <a:schemeClr val="accent6"/>
                </a:solidFill>
              </a:defRPr>
            </a:lvl2pPr>
            <a:lvl3pPr lvl="2" algn="l">
              <a:lnSpc>
                <a:spcPct val="100000"/>
              </a:lnSpc>
              <a:spcBef>
                <a:spcPts val="1900"/>
              </a:spcBef>
              <a:spcAft>
                <a:spcPts val="0"/>
              </a:spcAft>
              <a:buSzPts val="1300"/>
              <a:buNone/>
              <a:defRPr b="1" sz="1300">
                <a:solidFill>
                  <a:schemeClr val="accent6"/>
                </a:solidFill>
              </a:defRPr>
            </a:lvl3pPr>
            <a:lvl4pPr lvl="3" algn="l">
              <a:lnSpc>
                <a:spcPct val="100000"/>
              </a:lnSpc>
              <a:spcBef>
                <a:spcPts val="1900"/>
              </a:spcBef>
              <a:spcAft>
                <a:spcPts val="0"/>
              </a:spcAft>
              <a:buSzPts val="1300"/>
              <a:buNone/>
              <a:defRPr b="1" sz="1300">
                <a:solidFill>
                  <a:schemeClr val="accent6"/>
                </a:solidFill>
              </a:defRPr>
            </a:lvl4pPr>
            <a:lvl5pPr lvl="4" algn="l">
              <a:lnSpc>
                <a:spcPct val="100000"/>
              </a:lnSpc>
              <a:spcBef>
                <a:spcPts val="1900"/>
              </a:spcBef>
              <a:spcAft>
                <a:spcPts val="0"/>
              </a:spcAft>
              <a:buSzPts val="1300"/>
              <a:buNone/>
              <a:defRPr b="1" sz="1300">
                <a:solidFill>
                  <a:schemeClr val="accent6"/>
                </a:solidFill>
              </a:defRPr>
            </a:lvl5pPr>
            <a:lvl6pPr lvl="5" algn="l">
              <a:lnSpc>
                <a:spcPct val="100000"/>
              </a:lnSpc>
              <a:spcBef>
                <a:spcPts val="1900"/>
              </a:spcBef>
              <a:spcAft>
                <a:spcPts val="0"/>
              </a:spcAft>
              <a:buSzPts val="1300"/>
              <a:buNone/>
              <a:defRPr b="1" sz="1300">
                <a:solidFill>
                  <a:schemeClr val="accent6"/>
                </a:solidFill>
              </a:defRPr>
            </a:lvl6pPr>
            <a:lvl7pPr lvl="6" algn="l">
              <a:lnSpc>
                <a:spcPct val="100000"/>
              </a:lnSpc>
              <a:spcBef>
                <a:spcPts val="1900"/>
              </a:spcBef>
              <a:spcAft>
                <a:spcPts val="0"/>
              </a:spcAft>
              <a:buSzPts val="1300"/>
              <a:buNone/>
              <a:defRPr b="1" sz="1300">
                <a:solidFill>
                  <a:schemeClr val="accent6"/>
                </a:solidFill>
              </a:defRPr>
            </a:lvl7pPr>
            <a:lvl8pPr lvl="7" algn="l">
              <a:lnSpc>
                <a:spcPct val="100000"/>
              </a:lnSpc>
              <a:spcBef>
                <a:spcPts val="1900"/>
              </a:spcBef>
              <a:spcAft>
                <a:spcPts val="0"/>
              </a:spcAft>
              <a:buSzPts val="1300"/>
              <a:buNone/>
              <a:defRPr b="1" sz="1300">
                <a:solidFill>
                  <a:schemeClr val="accent6"/>
                </a:solidFill>
              </a:defRPr>
            </a:lvl8pPr>
            <a:lvl9pPr lvl="8" algn="l">
              <a:lnSpc>
                <a:spcPct val="100000"/>
              </a:lnSpc>
              <a:spcBef>
                <a:spcPts val="1900"/>
              </a:spcBef>
              <a:spcAft>
                <a:spcPts val="1900"/>
              </a:spcAft>
              <a:buSzPts val="1300"/>
              <a:buNone/>
              <a:defRPr b="1" sz="1300">
                <a:solidFill>
                  <a:schemeClr val="accent6"/>
                </a:solidFill>
              </a:defRPr>
            </a:lvl9pPr>
          </a:lstStyle>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Section Divider" type="secHead">
  <p:cSld name="SECTION_HEADER">
    <p:spTree>
      <p:nvGrpSpPr>
        <p:cNvPr id="166" name="Shape 166"/>
        <p:cNvGrpSpPr/>
        <p:nvPr/>
      </p:nvGrpSpPr>
      <p:grpSpPr>
        <a:xfrm>
          <a:off x="0" y="0"/>
          <a:ext cx="0" cy="0"/>
          <a:chOff x="0" y="0"/>
          <a:chExt cx="0" cy="0"/>
        </a:xfrm>
      </p:grpSpPr>
      <p:sp>
        <p:nvSpPr>
          <p:cNvPr id="167" name="Google Shape;167;g3ecd9bc579e_0_3787"/>
          <p:cNvSpPr/>
          <p:nvPr/>
        </p:nvSpPr>
        <p:spPr>
          <a:xfrm>
            <a:off x="-52915" y="0"/>
            <a:ext cx="12244800" cy="6858000"/>
          </a:xfrm>
          <a:prstGeom prst="rect">
            <a:avLst/>
          </a:prstGeom>
          <a:gradFill>
            <a:gsLst>
              <a:gs pos="0">
                <a:srgbClr val="B23808"/>
              </a:gs>
              <a:gs pos="100000">
                <a:srgbClr val="FA582D"/>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68" name="Google Shape;168;g3ecd9bc579e_0_3787"/>
          <p:cNvPicPr preferRelativeResize="0"/>
          <p:nvPr/>
        </p:nvPicPr>
        <p:blipFill rotWithShape="1">
          <a:blip r:embed="rId2">
            <a:alphaModFix/>
          </a:blip>
          <a:srcRect b="39191" l="8388" r="12032" t="0"/>
          <a:stretch/>
        </p:blipFill>
        <p:spPr>
          <a:xfrm>
            <a:off x="-52915" y="0"/>
            <a:ext cx="12244675" cy="6857998"/>
          </a:xfrm>
          <a:prstGeom prst="rect">
            <a:avLst/>
          </a:prstGeom>
          <a:noFill/>
          <a:ln>
            <a:noFill/>
          </a:ln>
        </p:spPr>
      </p:pic>
      <p:sp>
        <p:nvSpPr>
          <p:cNvPr id="169" name="Google Shape;169;g3ecd9bc579e_0_3787"/>
          <p:cNvSpPr/>
          <p:nvPr/>
        </p:nvSpPr>
        <p:spPr>
          <a:xfrm>
            <a:off x="-52915" y="1651000"/>
            <a:ext cx="12244800" cy="5207100"/>
          </a:xfrm>
          <a:prstGeom prst="rect">
            <a:avLst/>
          </a:prstGeom>
          <a:gradFill>
            <a:gsLst>
              <a:gs pos="0">
                <a:srgbClr val="B23808"/>
              </a:gs>
              <a:gs pos="100000">
                <a:srgbClr val="FFFFFF">
                  <a:alpha val="0"/>
                </a:srgbClr>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70" name="Google Shape;170;g3ecd9bc579e_0_3787"/>
          <p:cNvSpPr txBox="1"/>
          <p:nvPr>
            <p:ph type="title"/>
          </p:nvPr>
        </p:nvSpPr>
        <p:spPr>
          <a:xfrm>
            <a:off x="415589" y="2867800"/>
            <a:ext cx="11360400" cy="1122300"/>
          </a:xfrm>
          <a:prstGeom prst="rect">
            <a:avLst/>
          </a:prstGeom>
          <a:noFill/>
          <a:ln>
            <a:noFill/>
          </a:ln>
          <a:effectLst>
            <a:outerShdw blurRad="333369" rotWithShape="0" algn="bl" dir="5400000" dist="12700">
              <a:schemeClr val="accent1">
                <a:alpha val="70196"/>
              </a:schemeClr>
            </a:outerShdw>
          </a:effectLst>
        </p:spPr>
        <p:txBody>
          <a:bodyPr anchorCtr="0" anchor="ctr" bIns="121900" lIns="121900" spcFirstLastPara="1" rIns="121900" wrap="square" tIns="121900">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171" name="Google Shape;171;g3ecd9bc579e_0_3787"/>
          <p:cNvPicPr preferRelativeResize="0"/>
          <p:nvPr/>
        </p:nvPicPr>
        <p:blipFill rotWithShape="1">
          <a:blip r:embed="rId3">
            <a:alphaModFix/>
          </a:blip>
          <a:srcRect b="0" l="0" r="0" t="0"/>
          <a:stretch/>
        </p:blipFill>
        <p:spPr>
          <a:xfrm>
            <a:off x="10873407" y="6577517"/>
            <a:ext cx="1088207" cy="199028"/>
          </a:xfrm>
          <a:prstGeom prst="rect">
            <a:avLst/>
          </a:prstGeom>
          <a:noFill/>
          <a:ln>
            <a:noFill/>
          </a:ln>
        </p:spPr>
      </p:pic>
      <p:sp>
        <p:nvSpPr>
          <p:cNvPr id="172" name="Google Shape;172;g3ecd9bc579e_0_3787"/>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wo-Column Content - light">
  <p:cSld name="TITLE_AND_TWO_COLUMNS_3">
    <p:spTree>
      <p:nvGrpSpPr>
        <p:cNvPr id="173" name="Shape 173"/>
        <p:cNvGrpSpPr/>
        <p:nvPr/>
      </p:nvGrpSpPr>
      <p:grpSpPr>
        <a:xfrm>
          <a:off x="0" y="0"/>
          <a:ext cx="0" cy="0"/>
          <a:chOff x="0" y="0"/>
          <a:chExt cx="0" cy="0"/>
        </a:xfrm>
      </p:grpSpPr>
      <p:sp>
        <p:nvSpPr>
          <p:cNvPr id="174" name="Google Shape;174;g3ecd9bc579e_0_3794"/>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175" name="Google Shape;175;g3ecd9bc579e_0_3794"/>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176" name="Google Shape;176;g3ecd9bc579e_0_3794"/>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177" name="Google Shape;177;g3ecd9bc579e_0_3794"/>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hree-Column Content - light">
  <p:cSld name="ONE_COLUMN_TEXT_2">
    <p:spTree>
      <p:nvGrpSpPr>
        <p:cNvPr id="178" name="Shape 178"/>
        <p:cNvGrpSpPr/>
        <p:nvPr/>
      </p:nvGrpSpPr>
      <p:grpSpPr>
        <a:xfrm>
          <a:off x="0" y="0"/>
          <a:ext cx="0" cy="0"/>
          <a:chOff x="0" y="0"/>
          <a:chExt cx="0" cy="0"/>
        </a:xfrm>
      </p:grpSpPr>
      <p:sp>
        <p:nvSpPr>
          <p:cNvPr id="179" name="Google Shape;179;g3ecd9bc579e_0_3799"/>
          <p:cNvSpPr txBox="1"/>
          <p:nvPr>
            <p:ph idx="1" type="body"/>
          </p:nvPr>
        </p:nvSpPr>
        <p:spPr>
          <a:xfrm>
            <a:off x="415589"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180" name="Google Shape;180;g3ecd9bc579e_0_3799"/>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181" name="Google Shape;181;g3ecd9bc579e_0_3799"/>
          <p:cNvSpPr txBox="1"/>
          <p:nvPr>
            <p:ph idx="2" type="body"/>
          </p:nvPr>
        </p:nvSpPr>
        <p:spPr>
          <a:xfrm>
            <a:off x="4223887"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182" name="Google Shape;182;g3ecd9bc579e_0_3799"/>
          <p:cNvSpPr txBox="1"/>
          <p:nvPr>
            <p:ph idx="3" type="body"/>
          </p:nvPr>
        </p:nvSpPr>
        <p:spPr>
          <a:xfrm>
            <a:off x="8032186"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183" name="Google Shape;183;g3ecd9bc579e_0_3799"/>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One-Column Content with Side Graphic - light">
  <p:cSld name="TITLE_AND_BODY_1_1">
    <p:spTree>
      <p:nvGrpSpPr>
        <p:cNvPr id="184" name="Shape 184"/>
        <p:cNvGrpSpPr/>
        <p:nvPr/>
      </p:nvGrpSpPr>
      <p:grpSpPr>
        <a:xfrm>
          <a:off x="0" y="0"/>
          <a:ext cx="0" cy="0"/>
          <a:chOff x="0" y="0"/>
          <a:chExt cx="0" cy="0"/>
        </a:xfrm>
      </p:grpSpPr>
      <p:sp>
        <p:nvSpPr>
          <p:cNvPr id="185" name="Google Shape;185;g3ecd9bc579e_0_3805"/>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86" name="Google Shape;186;g3ecd9bc579e_0_3805"/>
          <p:cNvSpPr txBox="1"/>
          <p:nvPr>
            <p:ph idx="1" type="body"/>
          </p:nvPr>
        </p:nvSpPr>
        <p:spPr>
          <a:xfrm>
            <a:off x="415589" y="1036333"/>
            <a:ext cx="75045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187" name="Google Shape;187;g3ecd9bc579e_0_3805"/>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Blank - light">
  <p:cSld name="BLANK_4">
    <p:spTree>
      <p:nvGrpSpPr>
        <p:cNvPr id="188" name="Shape 188"/>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One-Column Content - dark">
  <p:cSld name="TITLE_AND_BODY_2_1">
    <p:bg>
      <p:bgPr>
        <a:solidFill>
          <a:schemeClr val="dk1"/>
        </a:solidFill>
      </p:bgPr>
    </p:bg>
    <p:spTree>
      <p:nvGrpSpPr>
        <p:cNvPr id="189" name="Shape 189"/>
        <p:cNvGrpSpPr/>
        <p:nvPr/>
      </p:nvGrpSpPr>
      <p:grpSpPr>
        <a:xfrm>
          <a:off x="0" y="0"/>
          <a:ext cx="0" cy="0"/>
          <a:chOff x="0" y="0"/>
          <a:chExt cx="0" cy="0"/>
        </a:xfrm>
      </p:grpSpPr>
      <p:sp>
        <p:nvSpPr>
          <p:cNvPr id="190" name="Google Shape;190;g3ecd9bc579e_0_3810"/>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
        <p:nvSpPr>
          <p:cNvPr id="191" name="Google Shape;191;g3ecd9bc579e_0_3810"/>
          <p:cNvSpPr txBox="1"/>
          <p:nvPr>
            <p:ph idx="1" type="body"/>
          </p:nvPr>
        </p:nvSpPr>
        <p:spPr>
          <a:xfrm>
            <a:off x="415589" y="1036320"/>
            <a:ext cx="113604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192" name="Google Shape;192;g3ecd9bc579e_0_3810"/>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wo-Column Content - dark">
  <p:cSld name="TITLE_AND_TWO_COLUMNS_1_1">
    <p:bg>
      <p:bgPr>
        <a:solidFill>
          <a:schemeClr val="dk1"/>
        </a:solidFill>
      </p:bgPr>
    </p:bg>
    <p:spTree>
      <p:nvGrpSpPr>
        <p:cNvPr id="193" name="Shape 193"/>
        <p:cNvGrpSpPr/>
        <p:nvPr/>
      </p:nvGrpSpPr>
      <p:grpSpPr>
        <a:xfrm>
          <a:off x="0" y="0"/>
          <a:ext cx="0" cy="0"/>
          <a:chOff x="0" y="0"/>
          <a:chExt cx="0" cy="0"/>
        </a:xfrm>
      </p:grpSpPr>
      <p:sp>
        <p:nvSpPr>
          <p:cNvPr id="194" name="Google Shape;194;g3ecd9bc579e_0_3814"/>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195" name="Google Shape;195;g3ecd9bc579e_0_3814"/>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196" name="Google Shape;196;g3ecd9bc579e_0_3814"/>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197" name="Google Shape;197;g3ecd9bc579e_0_3814"/>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hree-Column Content - dark">
  <p:cSld name="ONE_COLUMN_TEXT_1_1">
    <p:bg>
      <p:bgPr>
        <a:solidFill>
          <a:schemeClr val="dk1"/>
        </a:solidFill>
      </p:bgPr>
    </p:bg>
    <p:spTree>
      <p:nvGrpSpPr>
        <p:cNvPr id="198" name="Shape 198"/>
        <p:cNvGrpSpPr/>
        <p:nvPr/>
      </p:nvGrpSpPr>
      <p:grpSpPr>
        <a:xfrm>
          <a:off x="0" y="0"/>
          <a:ext cx="0" cy="0"/>
          <a:chOff x="0" y="0"/>
          <a:chExt cx="0" cy="0"/>
        </a:xfrm>
      </p:grpSpPr>
      <p:sp>
        <p:nvSpPr>
          <p:cNvPr id="199" name="Google Shape;199;g3ecd9bc579e_0_3819"/>
          <p:cNvSpPr txBox="1"/>
          <p:nvPr>
            <p:ph idx="1" type="body"/>
          </p:nvPr>
        </p:nvSpPr>
        <p:spPr>
          <a:xfrm>
            <a:off x="415589"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200" name="Google Shape;200;g3ecd9bc579e_0_3819"/>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201" name="Google Shape;201;g3ecd9bc579e_0_3819"/>
          <p:cNvSpPr txBox="1"/>
          <p:nvPr>
            <p:ph idx="2" type="body"/>
          </p:nvPr>
        </p:nvSpPr>
        <p:spPr>
          <a:xfrm>
            <a:off x="4223887"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202" name="Google Shape;202;g3ecd9bc579e_0_3819"/>
          <p:cNvSpPr txBox="1"/>
          <p:nvPr>
            <p:ph idx="3" type="body"/>
          </p:nvPr>
        </p:nvSpPr>
        <p:spPr>
          <a:xfrm>
            <a:off x="8032186"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203" name="Google Shape;203;g3ecd9bc579e_0_3819"/>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itle Only - dark">
  <p:cSld name="TITLE_ONLY_1_1">
    <p:bg>
      <p:bgPr>
        <a:solidFill>
          <a:schemeClr val="dk1"/>
        </a:solidFill>
      </p:bgPr>
    </p:bg>
    <p:spTree>
      <p:nvGrpSpPr>
        <p:cNvPr id="204" name="Shape 204"/>
        <p:cNvGrpSpPr/>
        <p:nvPr/>
      </p:nvGrpSpPr>
      <p:grpSpPr>
        <a:xfrm>
          <a:off x="0" y="0"/>
          <a:ext cx="0" cy="0"/>
          <a:chOff x="0" y="0"/>
          <a:chExt cx="0" cy="0"/>
        </a:xfrm>
      </p:grpSpPr>
      <p:sp>
        <p:nvSpPr>
          <p:cNvPr id="205" name="Google Shape;205;g3ecd9bc579e_0_3825"/>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206" name="Google Shape;206;g3ecd9bc579e_0_3825"/>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Blank - dark">
  <p:cSld name="BLANK_1_1">
    <p:bg>
      <p:bgPr>
        <a:solidFill>
          <a:schemeClr val="dk1"/>
        </a:solidFill>
      </p:bgPr>
    </p:bg>
    <p:spTree>
      <p:nvGrpSpPr>
        <p:cNvPr id="207" name="Shape 207"/>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Section Divider">
  <p:cSld name="SECTION_HEADER_2">
    <p:spTree>
      <p:nvGrpSpPr>
        <p:cNvPr id="208" name="Shape 208"/>
        <p:cNvGrpSpPr/>
        <p:nvPr/>
      </p:nvGrpSpPr>
      <p:grpSpPr>
        <a:xfrm>
          <a:off x="0" y="0"/>
          <a:ext cx="0" cy="0"/>
          <a:chOff x="0" y="0"/>
          <a:chExt cx="0" cy="0"/>
        </a:xfrm>
      </p:grpSpPr>
      <p:sp>
        <p:nvSpPr>
          <p:cNvPr id="209" name="Google Shape;209;g3ecd9bc579e_0_3829"/>
          <p:cNvSpPr/>
          <p:nvPr/>
        </p:nvSpPr>
        <p:spPr>
          <a:xfrm>
            <a:off x="-52915" y="0"/>
            <a:ext cx="12244800" cy="6858000"/>
          </a:xfrm>
          <a:prstGeom prst="rect">
            <a:avLst/>
          </a:prstGeom>
          <a:gradFill>
            <a:gsLst>
              <a:gs pos="0">
                <a:srgbClr val="FE9F25"/>
              </a:gs>
              <a:gs pos="100000">
                <a:schemeClr val="accent2"/>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210" name="Google Shape;210;g3ecd9bc579e_0_3829"/>
          <p:cNvPicPr preferRelativeResize="0"/>
          <p:nvPr/>
        </p:nvPicPr>
        <p:blipFill rotWithShape="1">
          <a:blip r:embed="rId2">
            <a:alphaModFix/>
          </a:blip>
          <a:srcRect b="29887" l="7122" r="2265" t="19362"/>
          <a:stretch/>
        </p:blipFill>
        <p:spPr>
          <a:xfrm>
            <a:off x="-52999" y="1"/>
            <a:ext cx="12244675" cy="6857999"/>
          </a:xfrm>
          <a:prstGeom prst="rect">
            <a:avLst/>
          </a:prstGeom>
          <a:noFill/>
          <a:ln>
            <a:noFill/>
          </a:ln>
        </p:spPr>
      </p:pic>
      <p:sp>
        <p:nvSpPr>
          <p:cNvPr id="211" name="Google Shape;211;g3ecd9bc579e_0_3829"/>
          <p:cNvSpPr/>
          <p:nvPr/>
        </p:nvSpPr>
        <p:spPr>
          <a:xfrm>
            <a:off x="-52915" y="1651000"/>
            <a:ext cx="12244800" cy="5207100"/>
          </a:xfrm>
          <a:prstGeom prst="rect">
            <a:avLst/>
          </a:prstGeom>
          <a:gradFill>
            <a:gsLst>
              <a:gs pos="0">
                <a:srgbClr val="FE9F25"/>
              </a:gs>
              <a:gs pos="100000">
                <a:srgbClr val="FFFFFF">
                  <a:alpha val="0"/>
                </a:srgbClr>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12" name="Google Shape;212;g3ecd9bc579e_0_3829"/>
          <p:cNvSpPr txBox="1"/>
          <p:nvPr>
            <p:ph type="title"/>
          </p:nvPr>
        </p:nvSpPr>
        <p:spPr>
          <a:xfrm>
            <a:off x="415589" y="2867800"/>
            <a:ext cx="11360400" cy="1122300"/>
          </a:xfrm>
          <a:prstGeom prst="rect">
            <a:avLst/>
          </a:prstGeom>
          <a:noFill/>
          <a:ln>
            <a:noFill/>
          </a:ln>
          <a:effectLst>
            <a:outerShdw blurRad="333369" rotWithShape="0" algn="bl" dir="5400000" dist="12700">
              <a:schemeClr val="accent2">
                <a:alpha val="70196"/>
              </a:schemeClr>
            </a:outerShdw>
          </a:effectLst>
        </p:spPr>
        <p:txBody>
          <a:bodyPr anchorCtr="0" anchor="ctr" bIns="121900" lIns="121900" spcFirstLastPara="1" rIns="121900" wrap="square" tIns="121900">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213" name="Google Shape;213;g3ecd9bc579e_0_3829"/>
          <p:cNvPicPr preferRelativeResize="0"/>
          <p:nvPr/>
        </p:nvPicPr>
        <p:blipFill rotWithShape="1">
          <a:blip r:embed="rId3">
            <a:alphaModFix/>
          </a:blip>
          <a:srcRect b="0" l="0" r="0" t="0"/>
          <a:stretch/>
        </p:blipFill>
        <p:spPr>
          <a:xfrm>
            <a:off x="9889639" y="6575383"/>
            <a:ext cx="2071977" cy="201163"/>
          </a:xfrm>
          <a:prstGeom prst="rect">
            <a:avLst/>
          </a:prstGeom>
          <a:noFill/>
          <a:ln>
            <a:noFill/>
          </a:ln>
        </p:spPr>
      </p:pic>
      <p:sp>
        <p:nvSpPr>
          <p:cNvPr id="214" name="Google Shape;214;g3ecd9bc579e_0_3829"/>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wo-Column Content - light">
  <p:cSld name="TITLE_AND_TWO_COLUMNS_2">
    <p:spTree>
      <p:nvGrpSpPr>
        <p:cNvPr id="215" name="Shape 215"/>
        <p:cNvGrpSpPr/>
        <p:nvPr/>
      </p:nvGrpSpPr>
      <p:grpSpPr>
        <a:xfrm>
          <a:off x="0" y="0"/>
          <a:ext cx="0" cy="0"/>
          <a:chOff x="0" y="0"/>
          <a:chExt cx="0" cy="0"/>
        </a:xfrm>
      </p:grpSpPr>
      <p:sp>
        <p:nvSpPr>
          <p:cNvPr id="216" name="Google Shape;216;g3ecd9bc579e_0_3836"/>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2"/>
              </a:buClr>
              <a:buSzPts val="1900"/>
              <a:buChar char="●"/>
              <a:defRPr/>
            </a:lvl1pPr>
            <a:lvl2pPr indent="-330200" lvl="1" marL="914400" algn="l">
              <a:lnSpc>
                <a:spcPct val="100000"/>
              </a:lnSpc>
              <a:spcBef>
                <a:spcPts val="1900"/>
              </a:spcBef>
              <a:spcAft>
                <a:spcPts val="0"/>
              </a:spcAft>
              <a:buClr>
                <a:schemeClr val="accent2"/>
              </a:buClr>
              <a:buSzPts val="1600"/>
              <a:buChar char="○"/>
              <a:defRPr sz="1600"/>
            </a:lvl2pPr>
            <a:lvl3pPr indent="-311150" lvl="2" marL="1371600" algn="l">
              <a:lnSpc>
                <a:spcPct val="100000"/>
              </a:lnSpc>
              <a:spcBef>
                <a:spcPts val="1600"/>
              </a:spcBef>
              <a:spcAft>
                <a:spcPts val="0"/>
              </a:spcAft>
              <a:buClr>
                <a:schemeClr val="accent2"/>
              </a:buClr>
              <a:buSzPts val="1300"/>
              <a:buChar char="■"/>
              <a:defRPr/>
            </a:lvl3pPr>
            <a:lvl4pPr indent="-311150" lvl="3" marL="1828800" algn="l">
              <a:lnSpc>
                <a:spcPct val="100000"/>
              </a:lnSpc>
              <a:spcBef>
                <a:spcPts val="1300"/>
              </a:spcBef>
              <a:spcAft>
                <a:spcPts val="0"/>
              </a:spcAft>
              <a:buClr>
                <a:schemeClr val="accent2"/>
              </a:buClr>
              <a:buSzPts val="1300"/>
              <a:buChar char="●"/>
              <a:defRPr/>
            </a:lvl4pPr>
            <a:lvl5pPr indent="-311150" lvl="4" marL="2286000" algn="l">
              <a:lnSpc>
                <a:spcPct val="100000"/>
              </a:lnSpc>
              <a:spcBef>
                <a:spcPts val="1100"/>
              </a:spcBef>
              <a:spcAft>
                <a:spcPts val="0"/>
              </a:spcAft>
              <a:buClr>
                <a:schemeClr val="accent2"/>
              </a:buClr>
              <a:buSzPts val="1300"/>
              <a:buChar char="○"/>
              <a:defRPr/>
            </a:lvl5pPr>
            <a:lvl6pPr indent="-311150" lvl="5" marL="2743200" algn="l">
              <a:lnSpc>
                <a:spcPct val="100000"/>
              </a:lnSpc>
              <a:spcBef>
                <a:spcPts val="800"/>
              </a:spcBef>
              <a:spcAft>
                <a:spcPts val="0"/>
              </a:spcAft>
              <a:buClr>
                <a:schemeClr val="accent2"/>
              </a:buClr>
              <a:buSzPts val="1300"/>
              <a:buChar char="■"/>
              <a:defRPr/>
            </a:lvl6pPr>
            <a:lvl7pPr indent="-311150" lvl="6" marL="3200400" algn="l">
              <a:lnSpc>
                <a:spcPct val="100000"/>
              </a:lnSpc>
              <a:spcBef>
                <a:spcPts val="500"/>
              </a:spcBef>
              <a:spcAft>
                <a:spcPts val="0"/>
              </a:spcAft>
              <a:buClr>
                <a:schemeClr val="accent2"/>
              </a:buClr>
              <a:buSzPts val="1300"/>
              <a:buChar char="●"/>
              <a:defRPr/>
            </a:lvl7pPr>
            <a:lvl8pPr indent="-311150" lvl="7" marL="3657600" algn="l">
              <a:lnSpc>
                <a:spcPct val="100000"/>
              </a:lnSpc>
              <a:spcBef>
                <a:spcPts val="500"/>
              </a:spcBef>
              <a:spcAft>
                <a:spcPts val="0"/>
              </a:spcAft>
              <a:buClr>
                <a:schemeClr val="accent2"/>
              </a:buClr>
              <a:buSzPts val="1300"/>
              <a:buChar char="○"/>
              <a:defRPr/>
            </a:lvl8pPr>
            <a:lvl9pPr indent="-311150" lvl="8" marL="4114800" algn="l">
              <a:lnSpc>
                <a:spcPct val="100000"/>
              </a:lnSpc>
              <a:spcBef>
                <a:spcPts val="500"/>
              </a:spcBef>
              <a:spcAft>
                <a:spcPts val="500"/>
              </a:spcAft>
              <a:buClr>
                <a:schemeClr val="accent2"/>
              </a:buClr>
              <a:buSzPts val="1300"/>
              <a:buChar char="■"/>
              <a:defRPr/>
            </a:lvl9pPr>
          </a:lstStyle>
          <a:p/>
        </p:txBody>
      </p:sp>
      <p:sp>
        <p:nvSpPr>
          <p:cNvPr id="217" name="Google Shape;217;g3ecd9bc579e_0_3836"/>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218" name="Google Shape;218;g3ecd9bc579e_0_3836"/>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2"/>
              </a:buClr>
              <a:buSzPts val="1900"/>
              <a:buChar char="●"/>
              <a:defRPr/>
            </a:lvl1pPr>
            <a:lvl2pPr indent="-330200" lvl="1" marL="914400" algn="l">
              <a:lnSpc>
                <a:spcPct val="100000"/>
              </a:lnSpc>
              <a:spcBef>
                <a:spcPts val="1900"/>
              </a:spcBef>
              <a:spcAft>
                <a:spcPts val="0"/>
              </a:spcAft>
              <a:buClr>
                <a:schemeClr val="accent2"/>
              </a:buClr>
              <a:buSzPts val="1600"/>
              <a:buChar char="○"/>
              <a:defRPr sz="1600"/>
            </a:lvl2pPr>
            <a:lvl3pPr indent="-311150" lvl="2" marL="1371600" algn="l">
              <a:lnSpc>
                <a:spcPct val="100000"/>
              </a:lnSpc>
              <a:spcBef>
                <a:spcPts val="1600"/>
              </a:spcBef>
              <a:spcAft>
                <a:spcPts val="0"/>
              </a:spcAft>
              <a:buClr>
                <a:schemeClr val="accent2"/>
              </a:buClr>
              <a:buSzPts val="1300"/>
              <a:buChar char="■"/>
              <a:defRPr/>
            </a:lvl3pPr>
            <a:lvl4pPr indent="-311150" lvl="3" marL="1828800" algn="l">
              <a:lnSpc>
                <a:spcPct val="100000"/>
              </a:lnSpc>
              <a:spcBef>
                <a:spcPts val="1300"/>
              </a:spcBef>
              <a:spcAft>
                <a:spcPts val="0"/>
              </a:spcAft>
              <a:buClr>
                <a:schemeClr val="accent2"/>
              </a:buClr>
              <a:buSzPts val="1300"/>
              <a:buChar char="●"/>
              <a:defRPr/>
            </a:lvl4pPr>
            <a:lvl5pPr indent="-311150" lvl="4" marL="2286000" algn="l">
              <a:lnSpc>
                <a:spcPct val="100000"/>
              </a:lnSpc>
              <a:spcBef>
                <a:spcPts val="1100"/>
              </a:spcBef>
              <a:spcAft>
                <a:spcPts val="0"/>
              </a:spcAft>
              <a:buClr>
                <a:schemeClr val="accent2"/>
              </a:buClr>
              <a:buSzPts val="1300"/>
              <a:buChar char="○"/>
              <a:defRPr/>
            </a:lvl5pPr>
            <a:lvl6pPr indent="-311150" lvl="5" marL="2743200" algn="l">
              <a:lnSpc>
                <a:spcPct val="100000"/>
              </a:lnSpc>
              <a:spcBef>
                <a:spcPts val="800"/>
              </a:spcBef>
              <a:spcAft>
                <a:spcPts val="0"/>
              </a:spcAft>
              <a:buClr>
                <a:schemeClr val="accent2"/>
              </a:buClr>
              <a:buSzPts val="1300"/>
              <a:buChar char="■"/>
              <a:defRPr/>
            </a:lvl6pPr>
            <a:lvl7pPr indent="-311150" lvl="6" marL="3200400" algn="l">
              <a:lnSpc>
                <a:spcPct val="100000"/>
              </a:lnSpc>
              <a:spcBef>
                <a:spcPts val="500"/>
              </a:spcBef>
              <a:spcAft>
                <a:spcPts val="0"/>
              </a:spcAft>
              <a:buClr>
                <a:schemeClr val="accent2"/>
              </a:buClr>
              <a:buSzPts val="1300"/>
              <a:buChar char="●"/>
              <a:defRPr/>
            </a:lvl7pPr>
            <a:lvl8pPr indent="-311150" lvl="7" marL="3657600" algn="l">
              <a:lnSpc>
                <a:spcPct val="100000"/>
              </a:lnSpc>
              <a:spcBef>
                <a:spcPts val="500"/>
              </a:spcBef>
              <a:spcAft>
                <a:spcPts val="0"/>
              </a:spcAft>
              <a:buClr>
                <a:schemeClr val="accent2"/>
              </a:buClr>
              <a:buSzPts val="1300"/>
              <a:buChar char="○"/>
              <a:defRPr/>
            </a:lvl8pPr>
            <a:lvl9pPr indent="-311150" lvl="8" marL="4114800" algn="l">
              <a:lnSpc>
                <a:spcPct val="100000"/>
              </a:lnSpc>
              <a:spcBef>
                <a:spcPts val="500"/>
              </a:spcBef>
              <a:spcAft>
                <a:spcPts val="500"/>
              </a:spcAft>
              <a:buClr>
                <a:schemeClr val="accent2"/>
              </a:buClr>
              <a:buSzPts val="1300"/>
              <a:buChar char="■"/>
              <a:defRPr/>
            </a:lvl9pPr>
          </a:lstStyle>
          <a:p/>
        </p:txBody>
      </p:sp>
      <p:sp>
        <p:nvSpPr>
          <p:cNvPr id="219" name="Google Shape;219;g3ecd9bc579e_0_3836"/>
          <p:cNvSpPr/>
          <p:nvPr/>
        </p:nvSpPr>
        <p:spPr>
          <a:xfrm>
            <a:off x="0" y="308100"/>
            <a:ext cx="12489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20" name="Google Shape;220;g3ecd9bc579e_0_3836"/>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21" name="Google Shape;221;g3ecd9bc579e_0_383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222" name="Google Shape;222;g3ecd9bc579e_0_3836"/>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itle Only - light">
  <p:cSld name="TITLE_ONLY_2">
    <p:spTree>
      <p:nvGrpSpPr>
        <p:cNvPr id="223" name="Shape 223"/>
        <p:cNvGrpSpPr/>
        <p:nvPr/>
      </p:nvGrpSpPr>
      <p:grpSpPr>
        <a:xfrm>
          <a:off x="0" y="0"/>
          <a:ext cx="0" cy="0"/>
          <a:chOff x="0" y="0"/>
          <a:chExt cx="0" cy="0"/>
        </a:xfrm>
      </p:grpSpPr>
      <p:sp>
        <p:nvSpPr>
          <p:cNvPr id="224" name="Google Shape;224;g3ecd9bc579e_0_3844"/>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225" name="Google Shape;225;g3ecd9bc579e_0_3844"/>
          <p:cNvSpPr/>
          <p:nvPr/>
        </p:nvSpPr>
        <p:spPr>
          <a:xfrm>
            <a:off x="0" y="308100"/>
            <a:ext cx="12489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26" name="Google Shape;226;g3ecd9bc579e_0_3844"/>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27" name="Google Shape;227;g3ecd9bc579e_0_3844"/>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228" name="Google Shape;228;g3ecd9bc579e_0_3844"/>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Blank - light">
  <p:cSld name="BLANK_3">
    <p:spTree>
      <p:nvGrpSpPr>
        <p:cNvPr id="229" name="Shape 229"/>
        <p:cNvGrpSpPr/>
        <p:nvPr/>
      </p:nvGrpSpPr>
      <p:grpSpPr>
        <a:xfrm>
          <a:off x="0" y="0"/>
          <a:ext cx="0" cy="0"/>
          <a:chOff x="0" y="0"/>
          <a:chExt cx="0" cy="0"/>
        </a:xfrm>
      </p:grpSpPr>
      <p:sp>
        <p:nvSpPr>
          <p:cNvPr id="230" name="Google Shape;230;g3ecd9bc579e_0_3850"/>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31" name="Google Shape;231;g3ecd9bc579e_0_3850"/>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232" name="Google Shape;232;g3ecd9bc579e_0_3850"/>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Side Bar Title - light">
  <p:cSld name="BLANK_2_1">
    <p:spTree>
      <p:nvGrpSpPr>
        <p:cNvPr id="233" name="Shape 233"/>
        <p:cNvGrpSpPr/>
        <p:nvPr/>
      </p:nvGrpSpPr>
      <p:grpSpPr>
        <a:xfrm>
          <a:off x="0" y="0"/>
          <a:ext cx="0" cy="0"/>
          <a:chOff x="0" y="0"/>
          <a:chExt cx="0" cy="0"/>
        </a:xfrm>
      </p:grpSpPr>
      <p:sp>
        <p:nvSpPr>
          <p:cNvPr id="234" name="Google Shape;234;g3ecd9bc579e_0_3854"/>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35" name="Google Shape;235;g3ecd9bc579e_0_3854"/>
          <p:cNvSpPr/>
          <p:nvPr/>
        </p:nvSpPr>
        <p:spPr>
          <a:xfrm>
            <a:off x="-52915" y="0"/>
            <a:ext cx="3061200" cy="68580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36" name="Google Shape;236;g3ecd9bc579e_0_3854"/>
          <p:cNvSpPr txBox="1"/>
          <p:nvPr>
            <p:ph type="ctrTitle"/>
          </p:nvPr>
        </p:nvSpPr>
        <p:spPr>
          <a:xfrm>
            <a:off x="326575" y="546067"/>
            <a:ext cx="2467200" cy="2256900"/>
          </a:xfrm>
          <a:prstGeom prst="rect">
            <a:avLst/>
          </a:prstGeom>
          <a:noFill/>
          <a:ln>
            <a:noFill/>
          </a:ln>
        </p:spPr>
        <p:txBody>
          <a:bodyPr anchorCtr="0" anchor="t" bIns="121900" lIns="121900" spcFirstLastPara="1" rIns="121900" wrap="square" tIns="12190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lgn="l">
              <a:lnSpc>
                <a:spcPct val="90000"/>
              </a:lnSpc>
              <a:spcBef>
                <a:spcPts val="0"/>
              </a:spcBef>
              <a:spcAft>
                <a:spcPts val="0"/>
              </a:spcAft>
              <a:buClr>
                <a:schemeClr val="lt1"/>
              </a:buClr>
              <a:buSzPts val="3300"/>
              <a:buNone/>
              <a:defRPr sz="3300">
                <a:solidFill>
                  <a:schemeClr val="lt1"/>
                </a:solidFill>
              </a:defRPr>
            </a:lvl2pPr>
            <a:lvl3pPr lvl="2" algn="l">
              <a:lnSpc>
                <a:spcPct val="90000"/>
              </a:lnSpc>
              <a:spcBef>
                <a:spcPts val="0"/>
              </a:spcBef>
              <a:spcAft>
                <a:spcPts val="0"/>
              </a:spcAft>
              <a:buClr>
                <a:schemeClr val="lt1"/>
              </a:buClr>
              <a:buSzPts val="3300"/>
              <a:buNone/>
              <a:defRPr sz="3300">
                <a:solidFill>
                  <a:schemeClr val="lt1"/>
                </a:solidFill>
              </a:defRPr>
            </a:lvl3pPr>
            <a:lvl4pPr lvl="3" algn="l">
              <a:lnSpc>
                <a:spcPct val="90000"/>
              </a:lnSpc>
              <a:spcBef>
                <a:spcPts val="0"/>
              </a:spcBef>
              <a:spcAft>
                <a:spcPts val="0"/>
              </a:spcAft>
              <a:buClr>
                <a:schemeClr val="lt1"/>
              </a:buClr>
              <a:buSzPts val="3300"/>
              <a:buNone/>
              <a:defRPr sz="3300">
                <a:solidFill>
                  <a:schemeClr val="lt1"/>
                </a:solidFill>
              </a:defRPr>
            </a:lvl4pPr>
            <a:lvl5pPr lvl="4" algn="l">
              <a:lnSpc>
                <a:spcPct val="90000"/>
              </a:lnSpc>
              <a:spcBef>
                <a:spcPts val="0"/>
              </a:spcBef>
              <a:spcAft>
                <a:spcPts val="0"/>
              </a:spcAft>
              <a:buClr>
                <a:schemeClr val="lt1"/>
              </a:buClr>
              <a:buSzPts val="3300"/>
              <a:buNone/>
              <a:defRPr sz="3300">
                <a:solidFill>
                  <a:schemeClr val="lt1"/>
                </a:solidFill>
              </a:defRPr>
            </a:lvl5pPr>
            <a:lvl6pPr lvl="5" algn="l">
              <a:lnSpc>
                <a:spcPct val="90000"/>
              </a:lnSpc>
              <a:spcBef>
                <a:spcPts val="0"/>
              </a:spcBef>
              <a:spcAft>
                <a:spcPts val="0"/>
              </a:spcAft>
              <a:buClr>
                <a:schemeClr val="lt1"/>
              </a:buClr>
              <a:buSzPts val="3300"/>
              <a:buNone/>
              <a:defRPr sz="3300">
                <a:solidFill>
                  <a:schemeClr val="lt1"/>
                </a:solidFill>
              </a:defRPr>
            </a:lvl6pPr>
            <a:lvl7pPr lvl="6" algn="l">
              <a:lnSpc>
                <a:spcPct val="90000"/>
              </a:lnSpc>
              <a:spcBef>
                <a:spcPts val="0"/>
              </a:spcBef>
              <a:spcAft>
                <a:spcPts val="0"/>
              </a:spcAft>
              <a:buClr>
                <a:schemeClr val="lt1"/>
              </a:buClr>
              <a:buSzPts val="3300"/>
              <a:buNone/>
              <a:defRPr sz="3300">
                <a:solidFill>
                  <a:schemeClr val="lt1"/>
                </a:solidFill>
              </a:defRPr>
            </a:lvl7pPr>
            <a:lvl8pPr lvl="7" algn="l">
              <a:lnSpc>
                <a:spcPct val="90000"/>
              </a:lnSpc>
              <a:spcBef>
                <a:spcPts val="0"/>
              </a:spcBef>
              <a:spcAft>
                <a:spcPts val="0"/>
              </a:spcAft>
              <a:buClr>
                <a:schemeClr val="lt1"/>
              </a:buClr>
              <a:buSzPts val="3300"/>
              <a:buNone/>
              <a:defRPr sz="3300">
                <a:solidFill>
                  <a:schemeClr val="lt1"/>
                </a:solidFill>
              </a:defRPr>
            </a:lvl8pPr>
            <a:lvl9pPr lvl="8" algn="l">
              <a:lnSpc>
                <a:spcPct val="90000"/>
              </a:lnSpc>
              <a:spcBef>
                <a:spcPts val="0"/>
              </a:spcBef>
              <a:spcAft>
                <a:spcPts val="0"/>
              </a:spcAft>
              <a:buClr>
                <a:schemeClr val="lt1"/>
              </a:buClr>
              <a:buSzPts val="3300"/>
              <a:buNone/>
              <a:defRPr sz="3300">
                <a:solidFill>
                  <a:schemeClr val="lt1"/>
                </a:solidFill>
              </a:defRPr>
            </a:lvl9pPr>
          </a:lstStyle>
          <a:p/>
        </p:txBody>
      </p:sp>
      <p:sp>
        <p:nvSpPr>
          <p:cNvPr id="237" name="Google Shape;237;g3ecd9bc579e_0_3854"/>
          <p:cNvSpPr txBox="1"/>
          <p:nvPr>
            <p:ph idx="1" type="subTitle"/>
          </p:nvPr>
        </p:nvSpPr>
        <p:spPr>
          <a:xfrm>
            <a:off x="326575" y="4157603"/>
            <a:ext cx="2467200" cy="13368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238" name="Google Shape;238;g3ecd9bc579e_0_3854"/>
          <p:cNvSpPr/>
          <p:nvPr/>
        </p:nvSpPr>
        <p:spPr>
          <a:xfrm>
            <a:off x="-52915" y="4049633"/>
            <a:ext cx="2694600" cy="549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pic>
        <p:nvPicPr>
          <p:cNvPr id="239" name="Google Shape;239;g3ecd9bc579e_0_3854"/>
          <p:cNvPicPr preferRelativeResize="0"/>
          <p:nvPr/>
        </p:nvPicPr>
        <p:blipFill rotWithShape="1">
          <a:blip r:embed="rId2">
            <a:alphaModFix/>
          </a:blip>
          <a:srcRect b="0" l="0" r="0" t="0"/>
          <a:stretch/>
        </p:blipFill>
        <p:spPr>
          <a:xfrm>
            <a:off x="326575" y="6372250"/>
            <a:ext cx="2393272" cy="232360"/>
          </a:xfrm>
          <a:prstGeom prst="rect">
            <a:avLst/>
          </a:prstGeom>
          <a:noFill/>
          <a:ln>
            <a:noFill/>
          </a:ln>
        </p:spPr>
      </p:pic>
      <p:pic>
        <p:nvPicPr>
          <p:cNvPr id="240" name="Google Shape;240;g3ecd9bc579e_0_3854"/>
          <p:cNvPicPr preferRelativeResize="0"/>
          <p:nvPr/>
        </p:nvPicPr>
        <p:blipFill rotWithShape="1">
          <a:blip r:embed="rId3">
            <a:alphaModFix amt="5000"/>
          </a:blip>
          <a:srcRect b="17410" l="0" r="15662" t="0"/>
          <a:stretch/>
        </p:blipFill>
        <p:spPr>
          <a:xfrm>
            <a:off x="6059422" y="451335"/>
            <a:ext cx="6195835" cy="6067999"/>
          </a:xfrm>
          <a:prstGeom prst="rect">
            <a:avLst/>
          </a:prstGeom>
          <a:noFill/>
          <a:ln>
            <a:noFill/>
          </a:ln>
        </p:spPr>
      </p:pic>
      <p:sp>
        <p:nvSpPr>
          <p:cNvPr id="241" name="Google Shape;241;g3ecd9bc579e_0_3854"/>
          <p:cNvSpPr/>
          <p:nvPr/>
        </p:nvSpPr>
        <p:spPr>
          <a:xfrm>
            <a:off x="3008203" y="3017000"/>
            <a:ext cx="9183600" cy="3840900"/>
          </a:xfrm>
          <a:prstGeom prst="rect">
            <a:avLst/>
          </a:prstGeom>
          <a:gradFill>
            <a:gsLst>
              <a:gs pos="0">
                <a:srgbClr val="FFFFFF">
                  <a:alpha val="0"/>
                </a:srgbClr>
              </a:gs>
              <a:gs pos="100000">
                <a:srgbClr val="F3F3F3"/>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wo-Column Content - dark">
  <p:cSld name="TITLE_AND_TWO_COLUMNS_2_1">
    <p:bg>
      <p:bgPr>
        <a:solidFill>
          <a:schemeClr val="dk1"/>
        </a:solidFill>
      </p:bgPr>
    </p:bg>
    <p:spTree>
      <p:nvGrpSpPr>
        <p:cNvPr id="242" name="Shape 242"/>
        <p:cNvGrpSpPr/>
        <p:nvPr/>
      </p:nvGrpSpPr>
      <p:grpSpPr>
        <a:xfrm>
          <a:off x="0" y="0"/>
          <a:ext cx="0" cy="0"/>
          <a:chOff x="0" y="0"/>
          <a:chExt cx="0" cy="0"/>
        </a:xfrm>
      </p:grpSpPr>
      <p:sp>
        <p:nvSpPr>
          <p:cNvPr id="243" name="Google Shape;243;g3ecd9bc579e_0_3863"/>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2"/>
              </a:buClr>
              <a:buSzPts val="1900"/>
              <a:buChar char="●"/>
              <a:defRPr>
                <a:solidFill>
                  <a:schemeClr val="lt1"/>
                </a:solidFill>
              </a:defRPr>
            </a:lvl1pPr>
            <a:lvl2pPr indent="-330200" lvl="1" marL="914400" algn="l">
              <a:lnSpc>
                <a:spcPct val="100000"/>
              </a:lnSpc>
              <a:spcBef>
                <a:spcPts val="1900"/>
              </a:spcBef>
              <a:spcAft>
                <a:spcPts val="0"/>
              </a:spcAft>
              <a:buClr>
                <a:schemeClr val="accent2"/>
              </a:buClr>
              <a:buSzPts val="1600"/>
              <a:buChar char="○"/>
              <a:defRPr sz="1600">
                <a:solidFill>
                  <a:schemeClr val="lt1"/>
                </a:solidFill>
              </a:defRPr>
            </a:lvl2pPr>
            <a:lvl3pPr indent="-311150" lvl="2" marL="1371600" algn="l">
              <a:lnSpc>
                <a:spcPct val="100000"/>
              </a:lnSpc>
              <a:spcBef>
                <a:spcPts val="1600"/>
              </a:spcBef>
              <a:spcAft>
                <a:spcPts val="0"/>
              </a:spcAft>
              <a:buClr>
                <a:schemeClr val="accent2"/>
              </a:buClr>
              <a:buSzPts val="1300"/>
              <a:buChar char="■"/>
              <a:defRPr>
                <a:solidFill>
                  <a:schemeClr val="lt1"/>
                </a:solidFill>
              </a:defRPr>
            </a:lvl3pPr>
            <a:lvl4pPr indent="-311150" lvl="3" marL="1828800" algn="l">
              <a:lnSpc>
                <a:spcPct val="100000"/>
              </a:lnSpc>
              <a:spcBef>
                <a:spcPts val="1300"/>
              </a:spcBef>
              <a:spcAft>
                <a:spcPts val="0"/>
              </a:spcAft>
              <a:buClr>
                <a:schemeClr val="accent2"/>
              </a:buClr>
              <a:buSzPts val="1300"/>
              <a:buChar char="●"/>
              <a:defRPr>
                <a:solidFill>
                  <a:schemeClr val="lt1"/>
                </a:solidFill>
              </a:defRPr>
            </a:lvl4pPr>
            <a:lvl5pPr indent="-311150" lvl="4" marL="2286000" algn="l">
              <a:lnSpc>
                <a:spcPct val="100000"/>
              </a:lnSpc>
              <a:spcBef>
                <a:spcPts val="1100"/>
              </a:spcBef>
              <a:spcAft>
                <a:spcPts val="0"/>
              </a:spcAft>
              <a:buClr>
                <a:schemeClr val="accent2"/>
              </a:buClr>
              <a:buSzPts val="1300"/>
              <a:buChar char="○"/>
              <a:defRPr>
                <a:solidFill>
                  <a:schemeClr val="lt1"/>
                </a:solidFill>
              </a:defRPr>
            </a:lvl5pPr>
            <a:lvl6pPr indent="-311150" lvl="5" marL="2743200" algn="l">
              <a:lnSpc>
                <a:spcPct val="100000"/>
              </a:lnSpc>
              <a:spcBef>
                <a:spcPts val="800"/>
              </a:spcBef>
              <a:spcAft>
                <a:spcPts val="0"/>
              </a:spcAft>
              <a:buClr>
                <a:schemeClr val="accent2"/>
              </a:buClr>
              <a:buSzPts val="1300"/>
              <a:buChar char="■"/>
              <a:defRPr>
                <a:solidFill>
                  <a:schemeClr val="lt1"/>
                </a:solidFill>
              </a:defRPr>
            </a:lvl6pPr>
            <a:lvl7pPr indent="-311150" lvl="6" marL="3200400" algn="l">
              <a:lnSpc>
                <a:spcPct val="100000"/>
              </a:lnSpc>
              <a:spcBef>
                <a:spcPts val="500"/>
              </a:spcBef>
              <a:spcAft>
                <a:spcPts val="0"/>
              </a:spcAft>
              <a:buClr>
                <a:schemeClr val="accent2"/>
              </a:buClr>
              <a:buSzPts val="1300"/>
              <a:buChar char="●"/>
              <a:defRPr>
                <a:solidFill>
                  <a:schemeClr val="lt1"/>
                </a:solidFill>
              </a:defRPr>
            </a:lvl7pPr>
            <a:lvl8pPr indent="-311150" lvl="7" marL="3657600" algn="l">
              <a:lnSpc>
                <a:spcPct val="100000"/>
              </a:lnSpc>
              <a:spcBef>
                <a:spcPts val="500"/>
              </a:spcBef>
              <a:spcAft>
                <a:spcPts val="0"/>
              </a:spcAft>
              <a:buClr>
                <a:schemeClr val="accent2"/>
              </a:buClr>
              <a:buSzPts val="1300"/>
              <a:buChar char="○"/>
              <a:defRPr>
                <a:solidFill>
                  <a:schemeClr val="lt1"/>
                </a:solidFill>
              </a:defRPr>
            </a:lvl8pPr>
            <a:lvl9pPr indent="-311150" lvl="8" marL="4114800" algn="l">
              <a:lnSpc>
                <a:spcPct val="100000"/>
              </a:lnSpc>
              <a:spcBef>
                <a:spcPts val="500"/>
              </a:spcBef>
              <a:spcAft>
                <a:spcPts val="500"/>
              </a:spcAft>
              <a:buClr>
                <a:schemeClr val="accent2"/>
              </a:buClr>
              <a:buSzPts val="1300"/>
              <a:buChar char="■"/>
              <a:defRPr>
                <a:solidFill>
                  <a:schemeClr val="lt1"/>
                </a:solidFill>
              </a:defRPr>
            </a:lvl9pPr>
          </a:lstStyle>
          <a:p/>
        </p:txBody>
      </p:sp>
      <p:sp>
        <p:nvSpPr>
          <p:cNvPr id="244" name="Google Shape;244;g3ecd9bc579e_0_3863"/>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245" name="Google Shape;245;g3ecd9bc579e_0_3863"/>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2"/>
              </a:buClr>
              <a:buSzPts val="1900"/>
              <a:buChar char="●"/>
              <a:defRPr>
                <a:solidFill>
                  <a:schemeClr val="lt1"/>
                </a:solidFill>
              </a:defRPr>
            </a:lvl1pPr>
            <a:lvl2pPr indent="-330200" lvl="1" marL="914400" algn="l">
              <a:lnSpc>
                <a:spcPct val="100000"/>
              </a:lnSpc>
              <a:spcBef>
                <a:spcPts val="1900"/>
              </a:spcBef>
              <a:spcAft>
                <a:spcPts val="0"/>
              </a:spcAft>
              <a:buClr>
                <a:schemeClr val="accent2"/>
              </a:buClr>
              <a:buSzPts val="1600"/>
              <a:buChar char="○"/>
              <a:defRPr sz="1600">
                <a:solidFill>
                  <a:schemeClr val="lt1"/>
                </a:solidFill>
              </a:defRPr>
            </a:lvl2pPr>
            <a:lvl3pPr indent="-311150" lvl="2" marL="1371600" algn="l">
              <a:lnSpc>
                <a:spcPct val="100000"/>
              </a:lnSpc>
              <a:spcBef>
                <a:spcPts val="1600"/>
              </a:spcBef>
              <a:spcAft>
                <a:spcPts val="0"/>
              </a:spcAft>
              <a:buClr>
                <a:schemeClr val="accent2"/>
              </a:buClr>
              <a:buSzPts val="1300"/>
              <a:buChar char="■"/>
              <a:defRPr>
                <a:solidFill>
                  <a:schemeClr val="lt1"/>
                </a:solidFill>
              </a:defRPr>
            </a:lvl3pPr>
            <a:lvl4pPr indent="-311150" lvl="3" marL="1828800" algn="l">
              <a:lnSpc>
                <a:spcPct val="100000"/>
              </a:lnSpc>
              <a:spcBef>
                <a:spcPts val="1300"/>
              </a:spcBef>
              <a:spcAft>
                <a:spcPts val="0"/>
              </a:spcAft>
              <a:buClr>
                <a:schemeClr val="accent2"/>
              </a:buClr>
              <a:buSzPts val="1300"/>
              <a:buChar char="●"/>
              <a:defRPr>
                <a:solidFill>
                  <a:schemeClr val="lt1"/>
                </a:solidFill>
              </a:defRPr>
            </a:lvl4pPr>
            <a:lvl5pPr indent="-311150" lvl="4" marL="2286000" algn="l">
              <a:lnSpc>
                <a:spcPct val="100000"/>
              </a:lnSpc>
              <a:spcBef>
                <a:spcPts val="1100"/>
              </a:spcBef>
              <a:spcAft>
                <a:spcPts val="0"/>
              </a:spcAft>
              <a:buClr>
                <a:schemeClr val="accent2"/>
              </a:buClr>
              <a:buSzPts val="1300"/>
              <a:buChar char="○"/>
              <a:defRPr>
                <a:solidFill>
                  <a:schemeClr val="lt1"/>
                </a:solidFill>
              </a:defRPr>
            </a:lvl5pPr>
            <a:lvl6pPr indent="-311150" lvl="5" marL="2743200" algn="l">
              <a:lnSpc>
                <a:spcPct val="100000"/>
              </a:lnSpc>
              <a:spcBef>
                <a:spcPts val="800"/>
              </a:spcBef>
              <a:spcAft>
                <a:spcPts val="0"/>
              </a:spcAft>
              <a:buClr>
                <a:schemeClr val="accent2"/>
              </a:buClr>
              <a:buSzPts val="1300"/>
              <a:buChar char="■"/>
              <a:defRPr>
                <a:solidFill>
                  <a:schemeClr val="lt1"/>
                </a:solidFill>
              </a:defRPr>
            </a:lvl6pPr>
            <a:lvl7pPr indent="-311150" lvl="6" marL="3200400" algn="l">
              <a:lnSpc>
                <a:spcPct val="100000"/>
              </a:lnSpc>
              <a:spcBef>
                <a:spcPts val="500"/>
              </a:spcBef>
              <a:spcAft>
                <a:spcPts val="0"/>
              </a:spcAft>
              <a:buClr>
                <a:schemeClr val="accent2"/>
              </a:buClr>
              <a:buSzPts val="1300"/>
              <a:buChar char="●"/>
              <a:defRPr>
                <a:solidFill>
                  <a:schemeClr val="lt1"/>
                </a:solidFill>
              </a:defRPr>
            </a:lvl7pPr>
            <a:lvl8pPr indent="-311150" lvl="7" marL="3657600" algn="l">
              <a:lnSpc>
                <a:spcPct val="100000"/>
              </a:lnSpc>
              <a:spcBef>
                <a:spcPts val="500"/>
              </a:spcBef>
              <a:spcAft>
                <a:spcPts val="0"/>
              </a:spcAft>
              <a:buClr>
                <a:schemeClr val="accent2"/>
              </a:buClr>
              <a:buSzPts val="1300"/>
              <a:buChar char="○"/>
              <a:defRPr>
                <a:solidFill>
                  <a:schemeClr val="lt1"/>
                </a:solidFill>
              </a:defRPr>
            </a:lvl8pPr>
            <a:lvl9pPr indent="-311150" lvl="8" marL="4114800" algn="l">
              <a:lnSpc>
                <a:spcPct val="100000"/>
              </a:lnSpc>
              <a:spcBef>
                <a:spcPts val="500"/>
              </a:spcBef>
              <a:spcAft>
                <a:spcPts val="500"/>
              </a:spcAft>
              <a:buClr>
                <a:schemeClr val="accent2"/>
              </a:buClr>
              <a:buSzPts val="1300"/>
              <a:buChar char="■"/>
              <a:defRPr>
                <a:solidFill>
                  <a:schemeClr val="lt1"/>
                </a:solidFill>
              </a:defRPr>
            </a:lvl9pPr>
          </a:lstStyle>
          <a:p/>
        </p:txBody>
      </p:sp>
      <p:sp>
        <p:nvSpPr>
          <p:cNvPr id="246" name="Google Shape;246;g3ecd9bc579e_0_3863"/>
          <p:cNvSpPr/>
          <p:nvPr/>
        </p:nvSpPr>
        <p:spPr>
          <a:xfrm>
            <a:off x="0" y="308100"/>
            <a:ext cx="12489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47" name="Google Shape;247;g3ecd9bc579e_0_3863"/>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48" name="Google Shape;248;g3ecd9bc579e_0_3863"/>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249" name="Google Shape;249;g3ecd9bc579e_0_3863"/>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itle Only - dark">
  <p:cSld name="TITLE_ONLY_2_1">
    <p:bg>
      <p:bgPr>
        <a:solidFill>
          <a:schemeClr val="dk1"/>
        </a:solidFill>
      </p:bgPr>
    </p:bg>
    <p:spTree>
      <p:nvGrpSpPr>
        <p:cNvPr id="250" name="Shape 250"/>
        <p:cNvGrpSpPr/>
        <p:nvPr/>
      </p:nvGrpSpPr>
      <p:grpSpPr>
        <a:xfrm>
          <a:off x="0" y="0"/>
          <a:ext cx="0" cy="0"/>
          <a:chOff x="0" y="0"/>
          <a:chExt cx="0" cy="0"/>
        </a:xfrm>
      </p:grpSpPr>
      <p:sp>
        <p:nvSpPr>
          <p:cNvPr id="251" name="Google Shape;251;g3ecd9bc579e_0_3871"/>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252" name="Google Shape;252;g3ecd9bc579e_0_3871"/>
          <p:cNvSpPr/>
          <p:nvPr/>
        </p:nvSpPr>
        <p:spPr>
          <a:xfrm>
            <a:off x="0" y="308100"/>
            <a:ext cx="12489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53" name="Google Shape;253;g3ecd9bc579e_0_3871"/>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54" name="Google Shape;254;g3ecd9bc579e_0_387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255" name="Google Shape;255;g3ecd9bc579e_0_3871"/>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Blank - dark">
  <p:cSld name="BLANK_3_1">
    <p:bg>
      <p:bgPr>
        <a:solidFill>
          <a:schemeClr val="dk1"/>
        </a:solidFill>
      </p:bgPr>
    </p:bg>
    <p:spTree>
      <p:nvGrpSpPr>
        <p:cNvPr id="256" name="Shape 256"/>
        <p:cNvGrpSpPr/>
        <p:nvPr/>
      </p:nvGrpSpPr>
      <p:grpSpPr>
        <a:xfrm>
          <a:off x="0" y="0"/>
          <a:ext cx="0" cy="0"/>
          <a:chOff x="0" y="0"/>
          <a:chExt cx="0" cy="0"/>
        </a:xfrm>
      </p:grpSpPr>
      <p:sp>
        <p:nvSpPr>
          <p:cNvPr id="257" name="Google Shape;257;g3ecd9bc579e_0_3877"/>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58" name="Google Shape;258;g3ecd9bc579e_0_3877"/>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259" name="Google Shape;259;g3ecd9bc579e_0_3877"/>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Section Divider">
  <p:cSld name="SECTION_HEADER_2_1">
    <p:spTree>
      <p:nvGrpSpPr>
        <p:cNvPr id="260" name="Shape 260"/>
        <p:cNvGrpSpPr/>
        <p:nvPr/>
      </p:nvGrpSpPr>
      <p:grpSpPr>
        <a:xfrm>
          <a:off x="0" y="0"/>
          <a:ext cx="0" cy="0"/>
          <a:chOff x="0" y="0"/>
          <a:chExt cx="0" cy="0"/>
        </a:xfrm>
      </p:grpSpPr>
      <p:sp>
        <p:nvSpPr>
          <p:cNvPr id="261" name="Google Shape;261;g3ecd9bc579e_0_3881"/>
          <p:cNvSpPr/>
          <p:nvPr/>
        </p:nvSpPr>
        <p:spPr>
          <a:xfrm>
            <a:off x="-52915" y="0"/>
            <a:ext cx="12244800" cy="6858000"/>
          </a:xfrm>
          <a:prstGeom prst="rect">
            <a:avLst/>
          </a:prstGeom>
          <a:gradFill>
            <a:gsLst>
              <a:gs pos="0">
                <a:srgbClr val="0196B3"/>
              </a:gs>
              <a:gs pos="100000">
                <a:schemeClr val="accent3"/>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262" name="Google Shape;262;g3ecd9bc579e_0_3881"/>
          <p:cNvPicPr preferRelativeResize="0"/>
          <p:nvPr/>
        </p:nvPicPr>
        <p:blipFill rotWithShape="1">
          <a:blip r:embed="rId2">
            <a:alphaModFix/>
          </a:blip>
          <a:srcRect b="36678" l="10963" r="13479" t="21009"/>
          <a:stretch/>
        </p:blipFill>
        <p:spPr>
          <a:xfrm>
            <a:off x="-52915" y="0"/>
            <a:ext cx="12244675" cy="6857999"/>
          </a:xfrm>
          <a:prstGeom prst="rect">
            <a:avLst/>
          </a:prstGeom>
          <a:noFill/>
          <a:ln>
            <a:noFill/>
          </a:ln>
        </p:spPr>
      </p:pic>
      <p:sp>
        <p:nvSpPr>
          <p:cNvPr id="263" name="Google Shape;263;g3ecd9bc579e_0_3881"/>
          <p:cNvSpPr/>
          <p:nvPr/>
        </p:nvSpPr>
        <p:spPr>
          <a:xfrm>
            <a:off x="-52915" y="1651000"/>
            <a:ext cx="12244800" cy="5207100"/>
          </a:xfrm>
          <a:prstGeom prst="rect">
            <a:avLst/>
          </a:prstGeom>
          <a:gradFill>
            <a:gsLst>
              <a:gs pos="0">
                <a:srgbClr val="0196B3"/>
              </a:gs>
              <a:gs pos="100000">
                <a:srgbClr val="FFFFFF">
                  <a:alpha val="0"/>
                </a:srgbClr>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64" name="Google Shape;264;g3ecd9bc579e_0_3881"/>
          <p:cNvSpPr txBox="1"/>
          <p:nvPr>
            <p:ph type="title"/>
          </p:nvPr>
        </p:nvSpPr>
        <p:spPr>
          <a:xfrm>
            <a:off x="415589" y="2867800"/>
            <a:ext cx="11360400" cy="1122300"/>
          </a:xfrm>
          <a:prstGeom prst="rect">
            <a:avLst/>
          </a:prstGeom>
          <a:noFill/>
          <a:ln>
            <a:noFill/>
          </a:ln>
          <a:effectLst>
            <a:outerShdw blurRad="333369" rotWithShape="0" algn="bl" dir="5400000" dist="12700">
              <a:schemeClr val="accent3">
                <a:alpha val="70196"/>
              </a:schemeClr>
            </a:outerShdw>
          </a:effectLst>
        </p:spPr>
        <p:txBody>
          <a:bodyPr anchorCtr="0" anchor="ctr" bIns="121900" lIns="121900" spcFirstLastPara="1" rIns="121900" wrap="square" tIns="121900">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265" name="Google Shape;265;g3ecd9bc579e_0_3881"/>
          <p:cNvPicPr preferRelativeResize="0"/>
          <p:nvPr/>
        </p:nvPicPr>
        <p:blipFill rotWithShape="1">
          <a:blip r:embed="rId3">
            <a:alphaModFix/>
          </a:blip>
          <a:srcRect b="0" l="0" r="0" t="0"/>
          <a:stretch/>
        </p:blipFill>
        <p:spPr>
          <a:xfrm>
            <a:off x="9876228" y="6575383"/>
            <a:ext cx="2085386" cy="201163"/>
          </a:xfrm>
          <a:prstGeom prst="rect">
            <a:avLst/>
          </a:prstGeom>
          <a:noFill/>
          <a:ln>
            <a:noFill/>
          </a:ln>
        </p:spPr>
      </p:pic>
      <p:sp>
        <p:nvSpPr>
          <p:cNvPr id="266" name="Google Shape;266;g3ecd9bc579e_0_388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wo-Column Content - light">
  <p:cSld name="TITLE_AND_TWO_COLUMNS_2_2">
    <p:spTree>
      <p:nvGrpSpPr>
        <p:cNvPr id="267" name="Shape 267"/>
        <p:cNvGrpSpPr/>
        <p:nvPr/>
      </p:nvGrpSpPr>
      <p:grpSpPr>
        <a:xfrm>
          <a:off x="0" y="0"/>
          <a:ext cx="0" cy="0"/>
          <a:chOff x="0" y="0"/>
          <a:chExt cx="0" cy="0"/>
        </a:xfrm>
      </p:grpSpPr>
      <p:sp>
        <p:nvSpPr>
          <p:cNvPr id="268" name="Google Shape;268;g3ecd9bc579e_0_3888"/>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3"/>
              </a:buClr>
              <a:buSzPts val="1900"/>
              <a:buChar char="●"/>
              <a:defRPr/>
            </a:lvl1pPr>
            <a:lvl2pPr indent="-330200" lvl="1" marL="914400" algn="l">
              <a:lnSpc>
                <a:spcPct val="100000"/>
              </a:lnSpc>
              <a:spcBef>
                <a:spcPts val="1900"/>
              </a:spcBef>
              <a:spcAft>
                <a:spcPts val="0"/>
              </a:spcAft>
              <a:buClr>
                <a:schemeClr val="accent3"/>
              </a:buClr>
              <a:buSzPts val="1600"/>
              <a:buChar char="○"/>
              <a:defRPr sz="1600"/>
            </a:lvl2pPr>
            <a:lvl3pPr indent="-311150" lvl="2" marL="1371600" algn="l">
              <a:lnSpc>
                <a:spcPct val="100000"/>
              </a:lnSpc>
              <a:spcBef>
                <a:spcPts val="1600"/>
              </a:spcBef>
              <a:spcAft>
                <a:spcPts val="0"/>
              </a:spcAft>
              <a:buClr>
                <a:schemeClr val="accent3"/>
              </a:buClr>
              <a:buSzPts val="1300"/>
              <a:buChar char="■"/>
              <a:defRPr/>
            </a:lvl3pPr>
            <a:lvl4pPr indent="-311150" lvl="3" marL="1828800" algn="l">
              <a:lnSpc>
                <a:spcPct val="100000"/>
              </a:lnSpc>
              <a:spcBef>
                <a:spcPts val="1300"/>
              </a:spcBef>
              <a:spcAft>
                <a:spcPts val="0"/>
              </a:spcAft>
              <a:buClr>
                <a:schemeClr val="accent3"/>
              </a:buClr>
              <a:buSzPts val="1300"/>
              <a:buChar char="●"/>
              <a:defRPr/>
            </a:lvl4pPr>
            <a:lvl5pPr indent="-311150" lvl="4" marL="2286000" algn="l">
              <a:lnSpc>
                <a:spcPct val="100000"/>
              </a:lnSpc>
              <a:spcBef>
                <a:spcPts val="1100"/>
              </a:spcBef>
              <a:spcAft>
                <a:spcPts val="0"/>
              </a:spcAft>
              <a:buClr>
                <a:schemeClr val="accent3"/>
              </a:buClr>
              <a:buSzPts val="1300"/>
              <a:buChar char="○"/>
              <a:defRPr/>
            </a:lvl5pPr>
            <a:lvl6pPr indent="-311150" lvl="5" marL="2743200" algn="l">
              <a:lnSpc>
                <a:spcPct val="100000"/>
              </a:lnSpc>
              <a:spcBef>
                <a:spcPts val="800"/>
              </a:spcBef>
              <a:spcAft>
                <a:spcPts val="0"/>
              </a:spcAft>
              <a:buClr>
                <a:schemeClr val="accent3"/>
              </a:buClr>
              <a:buSzPts val="1300"/>
              <a:buChar char="■"/>
              <a:defRPr/>
            </a:lvl6pPr>
            <a:lvl7pPr indent="-311150" lvl="6" marL="3200400" algn="l">
              <a:lnSpc>
                <a:spcPct val="100000"/>
              </a:lnSpc>
              <a:spcBef>
                <a:spcPts val="500"/>
              </a:spcBef>
              <a:spcAft>
                <a:spcPts val="0"/>
              </a:spcAft>
              <a:buClr>
                <a:schemeClr val="accent3"/>
              </a:buClr>
              <a:buSzPts val="1300"/>
              <a:buChar char="●"/>
              <a:defRPr/>
            </a:lvl7pPr>
            <a:lvl8pPr indent="-311150" lvl="7" marL="3657600" algn="l">
              <a:lnSpc>
                <a:spcPct val="100000"/>
              </a:lnSpc>
              <a:spcBef>
                <a:spcPts val="500"/>
              </a:spcBef>
              <a:spcAft>
                <a:spcPts val="0"/>
              </a:spcAft>
              <a:buClr>
                <a:schemeClr val="accent3"/>
              </a:buClr>
              <a:buSzPts val="1300"/>
              <a:buChar char="○"/>
              <a:defRPr/>
            </a:lvl8pPr>
            <a:lvl9pPr indent="-311150" lvl="8" marL="4114800" algn="l">
              <a:lnSpc>
                <a:spcPct val="100000"/>
              </a:lnSpc>
              <a:spcBef>
                <a:spcPts val="500"/>
              </a:spcBef>
              <a:spcAft>
                <a:spcPts val="500"/>
              </a:spcAft>
              <a:buClr>
                <a:schemeClr val="accent3"/>
              </a:buClr>
              <a:buSzPts val="1300"/>
              <a:buChar char="■"/>
              <a:defRPr/>
            </a:lvl9pPr>
          </a:lstStyle>
          <a:p/>
        </p:txBody>
      </p:sp>
      <p:sp>
        <p:nvSpPr>
          <p:cNvPr id="269" name="Google Shape;269;g3ecd9bc579e_0_3888"/>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270" name="Google Shape;270;g3ecd9bc579e_0_3888"/>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3"/>
              </a:buClr>
              <a:buSzPts val="1900"/>
              <a:buChar char="●"/>
              <a:defRPr/>
            </a:lvl1pPr>
            <a:lvl2pPr indent="-330200" lvl="1" marL="914400" algn="l">
              <a:lnSpc>
                <a:spcPct val="100000"/>
              </a:lnSpc>
              <a:spcBef>
                <a:spcPts val="1900"/>
              </a:spcBef>
              <a:spcAft>
                <a:spcPts val="0"/>
              </a:spcAft>
              <a:buClr>
                <a:schemeClr val="accent3"/>
              </a:buClr>
              <a:buSzPts val="1600"/>
              <a:buChar char="○"/>
              <a:defRPr sz="1600"/>
            </a:lvl2pPr>
            <a:lvl3pPr indent="-311150" lvl="2" marL="1371600" algn="l">
              <a:lnSpc>
                <a:spcPct val="100000"/>
              </a:lnSpc>
              <a:spcBef>
                <a:spcPts val="1600"/>
              </a:spcBef>
              <a:spcAft>
                <a:spcPts val="0"/>
              </a:spcAft>
              <a:buClr>
                <a:schemeClr val="accent3"/>
              </a:buClr>
              <a:buSzPts val="1300"/>
              <a:buChar char="■"/>
              <a:defRPr/>
            </a:lvl3pPr>
            <a:lvl4pPr indent="-311150" lvl="3" marL="1828800" algn="l">
              <a:lnSpc>
                <a:spcPct val="100000"/>
              </a:lnSpc>
              <a:spcBef>
                <a:spcPts val="1300"/>
              </a:spcBef>
              <a:spcAft>
                <a:spcPts val="0"/>
              </a:spcAft>
              <a:buClr>
                <a:schemeClr val="accent3"/>
              </a:buClr>
              <a:buSzPts val="1300"/>
              <a:buChar char="●"/>
              <a:defRPr/>
            </a:lvl4pPr>
            <a:lvl5pPr indent="-311150" lvl="4" marL="2286000" algn="l">
              <a:lnSpc>
                <a:spcPct val="100000"/>
              </a:lnSpc>
              <a:spcBef>
                <a:spcPts val="1100"/>
              </a:spcBef>
              <a:spcAft>
                <a:spcPts val="0"/>
              </a:spcAft>
              <a:buClr>
                <a:schemeClr val="accent3"/>
              </a:buClr>
              <a:buSzPts val="1300"/>
              <a:buChar char="○"/>
              <a:defRPr/>
            </a:lvl5pPr>
            <a:lvl6pPr indent="-311150" lvl="5" marL="2743200" algn="l">
              <a:lnSpc>
                <a:spcPct val="100000"/>
              </a:lnSpc>
              <a:spcBef>
                <a:spcPts val="800"/>
              </a:spcBef>
              <a:spcAft>
                <a:spcPts val="0"/>
              </a:spcAft>
              <a:buClr>
                <a:schemeClr val="accent3"/>
              </a:buClr>
              <a:buSzPts val="1300"/>
              <a:buChar char="■"/>
              <a:defRPr/>
            </a:lvl6pPr>
            <a:lvl7pPr indent="-311150" lvl="6" marL="3200400" algn="l">
              <a:lnSpc>
                <a:spcPct val="100000"/>
              </a:lnSpc>
              <a:spcBef>
                <a:spcPts val="500"/>
              </a:spcBef>
              <a:spcAft>
                <a:spcPts val="0"/>
              </a:spcAft>
              <a:buClr>
                <a:schemeClr val="accent3"/>
              </a:buClr>
              <a:buSzPts val="1300"/>
              <a:buChar char="●"/>
              <a:defRPr/>
            </a:lvl7pPr>
            <a:lvl8pPr indent="-311150" lvl="7" marL="3657600" algn="l">
              <a:lnSpc>
                <a:spcPct val="100000"/>
              </a:lnSpc>
              <a:spcBef>
                <a:spcPts val="500"/>
              </a:spcBef>
              <a:spcAft>
                <a:spcPts val="0"/>
              </a:spcAft>
              <a:buClr>
                <a:schemeClr val="accent3"/>
              </a:buClr>
              <a:buSzPts val="1300"/>
              <a:buChar char="○"/>
              <a:defRPr/>
            </a:lvl8pPr>
            <a:lvl9pPr indent="-311150" lvl="8" marL="4114800" algn="l">
              <a:lnSpc>
                <a:spcPct val="100000"/>
              </a:lnSpc>
              <a:spcBef>
                <a:spcPts val="500"/>
              </a:spcBef>
              <a:spcAft>
                <a:spcPts val="500"/>
              </a:spcAft>
              <a:buClr>
                <a:schemeClr val="accent3"/>
              </a:buClr>
              <a:buSzPts val="1300"/>
              <a:buChar char="■"/>
              <a:defRPr/>
            </a:lvl9pPr>
          </a:lstStyle>
          <a:p/>
        </p:txBody>
      </p:sp>
      <p:sp>
        <p:nvSpPr>
          <p:cNvPr id="271" name="Google Shape;271;g3ecd9bc579e_0_3888"/>
          <p:cNvSpPr/>
          <p:nvPr/>
        </p:nvSpPr>
        <p:spPr>
          <a:xfrm>
            <a:off x="0" y="308100"/>
            <a:ext cx="12489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72" name="Google Shape;272;g3ecd9bc579e_0_3888"/>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73" name="Google Shape;273;g3ecd9bc579e_0_3888"/>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274" name="Google Shape;274;g3ecd9bc579e_0_3888"/>
          <p:cNvPicPr preferRelativeResize="0"/>
          <p:nvPr/>
        </p:nvPicPr>
        <p:blipFill rotWithShape="1">
          <a:blip r:embed="rId2">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itle Only - light">
  <p:cSld name="TITLE_ONLY_2_2">
    <p:spTree>
      <p:nvGrpSpPr>
        <p:cNvPr id="275" name="Shape 275"/>
        <p:cNvGrpSpPr/>
        <p:nvPr/>
      </p:nvGrpSpPr>
      <p:grpSpPr>
        <a:xfrm>
          <a:off x="0" y="0"/>
          <a:ext cx="0" cy="0"/>
          <a:chOff x="0" y="0"/>
          <a:chExt cx="0" cy="0"/>
        </a:xfrm>
      </p:grpSpPr>
      <p:sp>
        <p:nvSpPr>
          <p:cNvPr id="276" name="Google Shape;276;g3ecd9bc579e_0_3896"/>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277" name="Google Shape;277;g3ecd9bc579e_0_3896"/>
          <p:cNvSpPr/>
          <p:nvPr/>
        </p:nvSpPr>
        <p:spPr>
          <a:xfrm>
            <a:off x="0" y="308100"/>
            <a:ext cx="12489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78" name="Google Shape;278;g3ecd9bc579e_0_3896"/>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79" name="Google Shape;279;g3ecd9bc579e_0_389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280" name="Google Shape;280;g3ecd9bc579e_0_3896"/>
          <p:cNvPicPr preferRelativeResize="0"/>
          <p:nvPr/>
        </p:nvPicPr>
        <p:blipFill rotWithShape="1">
          <a:blip r:embed="rId2">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Blank - light">
  <p:cSld name="BLANK_3_2">
    <p:spTree>
      <p:nvGrpSpPr>
        <p:cNvPr id="281" name="Shape 281"/>
        <p:cNvGrpSpPr/>
        <p:nvPr/>
      </p:nvGrpSpPr>
      <p:grpSpPr>
        <a:xfrm>
          <a:off x="0" y="0"/>
          <a:ext cx="0" cy="0"/>
          <a:chOff x="0" y="0"/>
          <a:chExt cx="0" cy="0"/>
        </a:xfrm>
      </p:grpSpPr>
      <p:sp>
        <p:nvSpPr>
          <p:cNvPr id="282" name="Google Shape;282;g3ecd9bc579e_0_3902"/>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83" name="Google Shape;283;g3ecd9bc579e_0_390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2023 Palo Alto Networks, Inc. .</a:t>
            </a:r>
            <a:endParaRPr b="0" i="0" sz="800" u="none" cap="none" strike="noStrike">
              <a:solidFill>
                <a:schemeClr val="lt1"/>
              </a:solidFill>
              <a:latin typeface="Helvetica Neue"/>
              <a:ea typeface="Helvetica Neue"/>
              <a:cs typeface="Helvetica Neue"/>
              <a:sym typeface="Helvetica Neue"/>
            </a:endParaRPr>
          </a:p>
        </p:txBody>
      </p:sp>
      <p:pic>
        <p:nvPicPr>
          <p:cNvPr id="284" name="Google Shape;284;g3ecd9bc579e_0_3902"/>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
        <p:nvSpPr>
          <p:cNvPr id="285" name="Google Shape;285;g3ecd9bc579e_0_3902"/>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86" name="Google Shape;286;g3ecd9bc579e_0_390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287" name="Google Shape;287;g3ecd9bc579e_0_3902"/>
          <p:cNvPicPr preferRelativeResize="0"/>
          <p:nvPr/>
        </p:nvPicPr>
        <p:blipFill rotWithShape="1">
          <a:blip r:embed="rId3">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Side Bar Title - light">
  <p:cSld name="BLANK_2_1_1">
    <p:spTree>
      <p:nvGrpSpPr>
        <p:cNvPr id="288" name="Shape 288"/>
        <p:cNvGrpSpPr/>
        <p:nvPr/>
      </p:nvGrpSpPr>
      <p:grpSpPr>
        <a:xfrm>
          <a:off x="0" y="0"/>
          <a:ext cx="0" cy="0"/>
          <a:chOff x="0" y="0"/>
          <a:chExt cx="0" cy="0"/>
        </a:xfrm>
      </p:grpSpPr>
      <p:sp>
        <p:nvSpPr>
          <p:cNvPr id="289" name="Google Shape;289;g3ecd9bc579e_0_3909"/>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290" name="Google Shape;290;g3ecd9bc579e_0_3909"/>
          <p:cNvPicPr preferRelativeResize="0"/>
          <p:nvPr/>
        </p:nvPicPr>
        <p:blipFill rotWithShape="1">
          <a:blip r:embed="rId2">
            <a:alphaModFix amt="5000"/>
          </a:blip>
          <a:srcRect b="27421" l="0" r="21948" t="0"/>
          <a:stretch/>
        </p:blipFill>
        <p:spPr>
          <a:xfrm>
            <a:off x="4817007" y="-2"/>
            <a:ext cx="7374669" cy="6857999"/>
          </a:xfrm>
          <a:prstGeom prst="rect">
            <a:avLst/>
          </a:prstGeom>
          <a:noFill/>
          <a:ln>
            <a:noFill/>
          </a:ln>
        </p:spPr>
      </p:pic>
      <p:sp>
        <p:nvSpPr>
          <p:cNvPr id="291" name="Google Shape;291;g3ecd9bc579e_0_3909"/>
          <p:cNvSpPr/>
          <p:nvPr/>
        </p:nvSpPr>
        <p:spPr>
          <a:xfrm>
            <a:off x="-52915" y="0"/>
            <a:ext cx="3061200" cy="68580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92" name="Google Shape;292;g3ecd9bc579e_0_3909"/>
          <p:cNvSpPr txBox="1"/>
          <p:nvPr>
            <p:ph type="ctrTitle"/>
          </p:nvPr>
        </p:nvSpPr>
        <p:spPr>
          <a:xfrm>
            <a:off x="326575" y="546067"/>
            <a:ext cx="2467200" cy="2256900"/>
          </a:xfrm>
          <a:prstGeom prst="rect">
            <a:avLst/>
          </a:prstGeom>
          <a:noFill/>
          <a:ln>
            <a:noFill/>
          </a:ln>
        </p:spPr>
        <p:txBody>
          <a:bodyPr anchorCtr="0" anchor="t" bIns="121900" lIns="121900" spcFirstLastPara="1" rIns="121900" wrap="square" tIns="12190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lgn="l">
              <a:lnSpc>
                <a:spcPct val="90000"/>
              </a:lnSpc>
              <a:spcBef>
                <a:spcPts val="0"/>
              </a:spcBef>
              <a:spcAft>
                <a:spcPts val="0"/>
              </a:spcAft>
              <a:buClr>
                <a:schemeClr val="lt1"/>
              </a:buClr>
              <a:buSzPts val="3300"/>
              <a:buNone/>
              <a:defRPr sz="3300">
                <a:solidFill>
                  <a:schemeClr val="lt1"/>
                </a:solidFill>
              </a:defRPr>
            </a:lvl2pPr>
            <a:lvl3pPr lvl="2" algn="l">
              <a:lnSpc>
                <a:spcPct val="90000"/>
              </a:lnSpc>
              <a:spcBef>
                <a:spcPts val="0"/>
              </a:spcBef>
              <a:spcAft>
                <a:spcPts val="0"/>
              </a:spcAft>
              <a:buClr>
                <a:schemeClr val="lt1"/>
              </a:buClr>
              <a:buSzPts val="3300"/>
              <a:buNone/>
              <a:defRPr sz="3300">
                <a:solidFill>
                  <a:schemeClr val="lt1"/>
                </a:solidFill>
              </a:defRPr>
            </a:lvl3pPr>
            <a:lvl4pPr lvl="3" algn="l">
              <a:lnSpc>
                <a:spcPct val="90000"/>
              </a:lnSpc>
              <a:spcBef>
                <a:spcPts val="0"/>
              </a:spcBef>
              <a:spcAft>
                <a:spcPts val="0"/>
              </a:spcAft>
              <a:buClr>
                <a:schemeClr val="lt1"/>
              </a:buClr>
              <a:buSzPts val="3300"/>
              <a:buNone/>
              <a:defRPr sz="3300">
                <a:solidFill>
                  <a:schemeClr val="lt1"/>
                </a:solidFill>
              </a:defRPr>
            </a:lvl4pPr>
            <a:lvl5pPr lvl="4" algn="l">
              <a:lnSpc>
                <a:spcPct val="90000"/>
              </a:lnSpc>
              <a:spcBef>
                <a:spcPts val="0"/>
              </a:spcBef>
              <a:spcAft>
                <a:spcPts val="0"/>
              </a:spcAft>
              <a:buClr>
                <a:schemeClr val="lt1"/>
              </a:buClr>
              <a:buSzPts val="3300"/>
              <a:buNone/>
              <a:defRPr sz="3300">
                <a:solidFill>
                  <a:schemeClr val="lt1"/>
                </a:solidFill>
              </a:defRPr>
            </a:lvl5pPr>
            <a:lvl6pPr lvl="5" algn="l">
              <a:lnSpc>
                <a:spcPct val="90000"/>
              </a:lnSpc>
              <a:spcBef>
                <a:spcPts val="0"/>
              </a:spcBef>
              <a:spcAft>
                <a:spcPts val="0"/>
              </a:spcAft>
              <a:buClr>
                <a:schemeClr val="lt1"/>
              </a:buClr>
              <a:buSzPts val="3300"/>
              <a:buNone/>
              <a:defRPr sz="3300">
                <a:solidFill>
                  <a:schemeClr val="lt1"/>
                </a:solidFill>
              </a:defRPr>
            </a:lvl6pPr>
            <a:lvl7pPr lvl="6" algn="l">
              <a:lnSpc>
                <a:spcPct val="90000"/>
              </a:lnSpc>
              <a:spcBef>
                <a:spcPts val="0"/>
              </a:spcBef>
              <a:spcAft>
                <a:spcPts val="0"/>
              </a:spcAft>
              <a:buClr>
                <a:schemeClr val="lt1"/>
              </a:buClr>
              <a:buSzPts val="3300"/>
              <a:buNone/>
              <a:defRPr sz="3300">
                <a:solidFill>
                  <a:schemeClr val="lt1"/>
                </a:solidFill>
              </a:defRPr>
            </a:lvl7pPr>
            <a:lvl8pPr lvl="7" algn="l">
              <a:lnSpc>
                <a:spcPct val="90000"/>
              </a:lnSpc>
              <a:spcBef>
                <a:spcPts val="0"/>
              </a:spcBef>
              <a:spcAft>
                <a:spcPts val="0"/>
              </a:spcAft>
              <a:buClr>
                <a:schemeClr val="lt1"/>
              </a:buClr>
              <a:buSzPts val="3300"/>
              <a:buNone/>
              <a:defRPr sz="3300">
                <a:solidFill>
                  <a:schemeClr val="lt1"/>
                </a:solidFill>
              </a:defRPr>
            </a:lvl8pPr>
            <a:lvl9pPr lvl="8" algn="l">
              <a:lnSpc>
                <a:spcPct val="90000"/>
              </a:lnSpc>
              <a:spcBef>
                <a:spcPts val="0"/>
              </a:spcBef>
              <a:spcAft>
                <a:spcPts val="0"/>
              </a:spcAft>
              <a:buClr>
                <a:schemeClr val="lt1"/>
              </a:buClr>
              <a:buSzPts val="3300"/>
              <a:buNone/>
              <a:defRPr sz="3300">
                <a:solidFill>
                  <a:schemeClr val="lt1"/>
                </a:solidFill>
              </a:defRPr>
            </a:lvl9pPr>
          </a:lstStyle>
          <a:p/>
        </p:txBody>
      </p:sp>
      <p:sp>
        <p:nvSpPr>
          <p:cNvPr id="293" name="Google Shape;293;g3ecd9bc579e_0_3909"/>
          <p:cNvSpPr txBox="1"/>
          <p:nvPr>
            <p:ph idx="1" type="subTitle"/>
          </p:nvPr>
        </p:nvSpPr>
        <p:spPr>
          <a:xfrm>
            <a:off x="326575" y="4157603"/>
            <a:ext cx="2467200" cy="13368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294" name="Google Shape;294;g3ecd9bc579e_0_3909"/>
          <p:cNvSpPr/>
          <p:nvPr/>
        </p:nvSpPr>
        <p:spPr>
          <a:xfrm>
            <a:off x="-52915" y="4049633"/>
            <a:ext cx="2694600" cy="549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
        <p:nvSpPr>
          <p:cNvPr id="295" name="Google Shape;295;g3ecd9bc579e_0_3909"/>
          <p:cNvSpPr/>
          <p:nvPr/>
        </p:nvSpPr>
        <p:spPr>
          <a:xfrm>
            <a:off x="3008203" y="3017000"/>
            <a:ext cx="9183600" cy="3840900"/>
          </a:xfrm>
          <a:prstGeom prst="rect">
            <a:avLst/>
          </a:prstGeom>
          <a:gradFill>
            <a:gsLst>
              <a:gs pos="0">
                <a:srgbClr val="FFFFFF">
                  <a:alpha val="0"/>
                </a:srgbClr>
              </a:gs>
              <a:gs pos="100000">
                <a:srgbClr val="F3F3F3"/>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296" name="Google Shape;296;g3ecd9bc579e_0_3909"/>
          <p:cNvPicPr preferRelativeResize="0"/>
          <p:nvPr/>
        </p:nvPicPr>
        <p:blipFill rotWithShape="1">
          <a:blip r:embed="rId3">
            <a:alphaModFix/>
          </a:blip>
          <a:srcRect b="0" l="0" r="0" t="0"/>
          <a:stretch/>
        </p:blipFill>
        <p:spPr>
          <a:xfrm>
            <a:off x="326573" y="6372250"/>
            <a:ext cx="2408832" cy="23236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wo-Column Content - dark">
  <p:cSld name="TITLE_AND_TWO_COLUMNS_2_1_1">
    <p:bg>
      <p:bgPr>
        <a:solidFill>
          <a:schemeClr val="dk1"/>
        </a:solidFill>
      </p:bgPr>
    </p:bg>
    <p:spTree>
      <p:nvGrpSpPr>
        <p:cNvPr id="297" name="Shape 297"/>
        <p:cNvGrpSpPr/>
        <p:nvPr/>
      </p:nvGrpSpPr>
      <p:grpSpPr>
        <a:xfrm>
          <a:off x="0" y="0"/>
          <a:ext cx="0" cy="0"/>
          <a:chOff x="0" y="0"/>
          <a:chExt cx="0" cy="0"/>
        </a:xfrm>
      </p:grpSpPr>
      <p:sp>
        <p:nvSpPr>
          <p:cNvPr id="298" name="Google Shape;298;g3ecd9bc579e_0_3918"/>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3"/>
              </a:buClr>
              <a:buSzPts val="1900"/>
              <a:buChar char="●"/>
              <a:defRPr>
                <a:solidFill>
                  <a:schemeClr val="lt1"/>
                </a:solidFill>
              </a:defRPr>
            </a:lvl1pPr>
            <a:lvl2pPr indent="-330200" lvl="1" marL="914400" algn="l">
              <a:lnSpc>
                <a:spcPct val="100000"/>
              </a:lnSpc>
              <a:spcBef>
                <a:spcPts val="1900"/>
              </a:spcBef>
              <a:spcAft>
                <a:spcPts val="0"/>
              </a:spcAft>
              <a:buClr>
                <a:schemeClr val="accent3"/>
              </a:buClr>
              <a:buSzPts val="1600"/>
              <a:buChar char="○"/>
              <a:defRPr sz="1600">
                <a:solidFill>
                  <a:schemeClr val="lt1"/>
                </a:solidFill>
              </a:defRPr>
            </a:lvl2pPr>
            <a:lvl3pPr indent="-311150" lvl="2" marL="1371600" algn="l">
              <a:lnSpc>
                <a:spcPct val="100000"/>
              </a:lnSpc>
              <a:spcBef>
                <a:spcPts val="1600"/>
              </a:spcBef>
              <a:spcAft>
                <a:spcPts val="0"/>
              </a:spcAft>
              <a:buClr>
                <a:schemeClr val="accent3"/>
              </a:buClr>
              <a:buSzPts val="1300"/>
              <a:buChar char="■"/>
              <a:defRPr>
                <a:solidFill>
                  <a:schemeClr val="lt1"/>
                </a:solidFill>
              </a:defRPr>
            </a:lvl3pPr>
            <a:lvl4pPr indent="-311150" lvl="3" marL="1828800" algn="l">
              <a:lnSpc>
                <a:spcPct val="100000"/>
              </a:lnSpc>
              <a:spcBef>
                <a:spcPts val="1300"/>
              </a:spcBef>
              <a:spcAft>
                <a:spcPts val="0"/>
              </a:spcAft>
              <a:buClr>
                <a:schemeClr val="accent3"/>
              </a:buClr>
              <a:buSzPts val="1300"/>
              <a:buChar char="●"/>
              <a:defRPr>
                <a:solidFill>
                  <a:schemeClr val="lt1"/>
                </a:solidFill>
              </a:defRPr>
            </a:lvl4pPr>
            <a:lvl5pPr indent="-311150" lvl="4" marL="2286000" algn="l">
              <a:lnSpc>
                <a:spcPct val="100000"/>
              </a:lnSpc>
              <a:spcBef>
                <a:spcPts val="1100"/>
              </a:spcBef>
              <a:spcAft>
                <a:spcPts val="0"/>
              </a:spcAft>
              <a:buClr>
                <a:schemeClr val="accent3"/>
              </a:buClr>
              <a:buSzPts val="1300"/>
              <a:buChar char="○"/>
              <a:defRPr>
                <a:solidFill>
                  <a:schemeClr val="lt1"/>
                </a:solidFill>
              </a:defRPr>
            </a:lvl5pPr>
            <a:lvl6pPr indent="-311150" lvl="5" marL="2743200" algn="l">
              <a:lnSpc>
                <a:spcPct val="100000"/>
              </a:lnSpc>
              <a:spcBef>
                <a:spcPts val="800"/>
              </a:spcBef>
              <a:spcAft>
                <a:spcPts val="0"/>
              </a:spcAft>
              <a:buClr>
                <a:schemeClr val="accent3"/>
              </a:buClr>
              <a:buSzPts val="1300"/>
              <a:buChar char="■"/>
              <a:defRPr>
                <a:solidFill>
                  <a:schemeClr val="lt1"/>
                </a:solidFill>
              </a:defRPr>
            </a:lvl6pPr>
            <a:lvl7pPr indent="-311150" lvl="6" marL="3200400" algn="l">
              <a:lnSpc>
                <a:spcPct val="100000"/>
              </a:lnSpc>
              <a:spcBef>
                <a:spcPts val="500"/>
              </a:spcBef>
              <a:spcAft>
                <a:spcPts val="0"/>
              </a:spcAft>
              <a:buClr>
                <a:schemeClr val="accent3"/>
              </a:buClr>
              <a:buSzPts val="1300"/>
              <a:buChar char="●"/>
              <a:defRPr>
                <a:solidFill>
                  <a:schemeClr val="lt1"/>
                </a:solidFill>
              </a:defRPr>
            </a:lvl7pPr>
            <a:lvl8pPr indent="-311150" lvl="7" marL="3657600" algn="l">
              <a:lnSpc>
                <a:spcPct val="100000"/>
              </a:lnSpc>
              <a:spcBef>
                <a:spcPts val="500"/>
              </a:spcBef>
              <a:spcAft>
                <a:spcPts val="0"/>
              </a:spcAft>
              <a:buClr>
                <a:schemeClr val="accent3"/>
              </a:buClr>
              <a:buSzPts val="1300"/>
              <a:buChar char="○"/>
              <a:defRPr>
                <a:solidFill>
                  <a:schemeClr val="lt1"/>
                </a:solidFill>
              </a:defRPr>
            </a:lvl8pPr>
            <a:lvl9pPr indent="-311150" lvl="8" marL="4114800" algn="l">
              <a:lnSpc>
                <a:spcPct val="100000"/>
              </a:lnSpc>
              <a:spcBef>
                <a:spcPts val="500"/>
              </a:spcBef>
              <a:spcAft>
                <a:spcPts val="500"/>
              </a:spcAft>
              <a:buClr>
                <a:schemeClr val="accent3"/>
              </a:buClr>
              <a:buSzPts val="1300"/>
              <a:buChar char="■"/>
              <a:defRPr>
                <a:solidFill>
                  <a:schemeClr val="lt1"/>
                </a:solidFill>
              </a:defRPr>
            </a:lvl9pPr>
          </a:lstStyle>
          <a:p/>
        </p:txBody>
      </p:sp>
      <p:sp>
        <p:nvSpPr>
          <p:cNvPr id="299" name="Google Shape;299;g3ecd9bc579e_0_3918"/>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300" name="Google Shape;300;g3ecd9bc579e_0_3918"/>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3"/>
              </a:buClr>
              <a:buSzPts val="1900"/>
              <a:buChar char="●"/>
              <a:defRPr>
                <a:solidFill>
                  <a:schemeClr val="lt1"/>
                </a:solidFill>
              </a:defRPr>
            </a:lvl1pPr>
            <a:lvl2pPr indent="-330200" lvl="1" marL="914400" algn="l">
              <a:lnSpc>
                <a:spcPct val="100000"/>
              </a:lnSpc>
              <a:spcBef>
                <a:spcPts val="1900"/>
              </a:spcBef>
              <a:spcAft>
                <a:spcPts val="0"/>
              </a:spcAft>
              <a:buClr>
                <a:schemeClr val="accent3"/>
              </a:buClr>
              <a:buSzPts val="1600"/>
              <a:buChar char="○"/>
              <a:defRPr sz="1600">
                <a:solidFill>
                  <a:schemeClr val="lt1"/>
                </a:solidFill>
              </a:defRPr>
            </a:lvl2pPr>
            <a:lvl3pPr indent="-311150" lvl="2" marL="1371600" algn="l">
              <a:lnSpc>
                <a:spcPct val="100000"/>
              </a:lnSpc>
              <a:spcBef>
                <a:spcPts val="1600"/>
              </a:spcBef>
              <a:spcAft>
                <a:spcPts val="0"/>
              </a:spcAft>
              <a:buClr>
                <a:schemeClr val="accent3"/>
              </a:buClr>
              <a:buSzPts val="1300"/>
              <a:buChar char="■"/>
              <a:defRPr>
                <a:solidFill>
                  <a:schemeClr val="lt1"/>
                </a:solidFill>
              </a:defRPr>
            </a:lvl3pPr>
            <a:lvl4pPr indent="-311150" lvl="3" marL="1828800" algn="l">
              <a:lnSpc>
                <a:spcPct val="100000"/>
              </a:lnSpc>
              <a:spcBef>
                <a:spcPts val="1300"/>
              </a:spcBef>
              <a:spcAft>
                <a:spcPts val="0"/>
              </a:spcAft>
              <a:buClr>
                <a:schemeClr val="accent3"/>
              </a:buClr>
              <a:buSzPts val="1300"/>
              <a:buChar char="●"/>
              <a:defRPr>
                <a:solidFill>
                  <a:schemeClr val="lt1"/>
                </a:solidFill>
              </a:defRPr>
            </a:lvl4pPr>
            <a:lvl5pPr indent="-311150" lvl="4" marL="2286000" algn="l">
              <a:lnSpc>
                <a:spcPct val="100000"/>
              </a:lnSpc>
              <a:spcBef>
                <a:spcPts val="1100"/>
              </a:spcBef>
              <a:spcAft>
                <a:spcPts val="0"/>
              </a:spcAft>
              <a:buClr>
                <a:schemeClr val="accent3"/>
              </a:buClr>
              <a:buSzPts val="1300"/>
              <a:buChar char="○"/>
              <a:defRPr>
                <a:solidFill>
                  <a:schemeClr val="lt1"/>
                </a:solidFill>
              </a:defRPr>
            </a:lvl5pPr>
            <a:lvl6pPr indent="-311150" lvl="5" marL="2743200" algn="l">
              <a:lnSpc>
                <a:spcPct val="100000"/>
              </a:lnSpc>
              <a:spcBef>
                <a:spcPts val="800"/>
              </a:spcBef>
              <a:spcAft>
                <a:spcPts val="0"/>
              </a:spcAft>
              <a:buClr>
                <a:schemeClr val="accent3"/>
              </a:buClr>
              <a:buSzPts val="1300"/>
              <a:buChar char="■"/>
              <a:defRPr>
                <a:solidFill>
                  <a:schemeClr val="lt1"/>
                </a:solidFill>
              </a:defRPr>
            </a:lvl6pPr>
            <a:lvl7pPr indent="-311150" lvl="6" marL="3200400" algn="l">
              <a:lnSpc>
                <a:spcPct val="100000"/>
              </a:lnSpc>
              <a:spcBef>
                <a:spcPts val="500"/>
              </a:spcBef>
              <a:spcAft>
                <a:spcPts val="0"/>
              </a:spcAft>
              <a:buClr>
                <a:schemeClr val="accent3"/>
              </a:buClr>
              <a:buSzPts val="1300"/>
              <a:buChar char="●"/>
              <a:defRPr>
                <a:solidFill>
                  <a:schemeClr val="lt1"/>
                </a:solidFill>
              </a:defRPr>
            </a:lvl7pPr>
            <a:lvl8pPr indent="-311150" lvl="7" marL="3657600" algn="l">
              <a:lnSpc>
                <a:spcPct val="100000"/>
              </a:lnSpc>
              <a:spcBef>
                <a:spcPts val="500"/>
              </a:spcBef>
              <a:spcAft>
                <a:spcPts val="0"/>
              </a:spcAft>
              <a:buClr>
                <a:schemeClr val="accent3"/>
              </a:buClr>
              <a:buSzPts val="1300"/>
              <a:buChar char="○"/>
              <a:defRPr>
                <a:solidFill>
                  <a:schemeClr val="lt1"/>
                </a:solidFill>
              </a:defRPr>
            </a:lvl8pPr>
            <a:lvl9pPr indent="-311150" lvl="8" marL="4114800" algn="l">
              <a:lnSpc>
                <a:spcPct val="100000"/>
              </a:lnSpc>
              <a:spcBef>
                <a:spcPts val="500"/>
              </a:spcBef>
              <a:spcAft>
                <a:spcPts val="500"/>
              </a:spcAft>
              <a:buClr>
                <a:schemeClr val="accent3"/>
              </a:buClr>
              <a:buSzPts val="1300"/>
              <a:buChar char="■"/>
              <a:defRPr>
                <a:solidFill>
                  <a:schemeClr val="lt1"/>
                </a:solidFill>
              </a:defRPr>
            </a:lvl9pPr>
          </a:lstStyle>
          <a:p/>
        </p:txBody>
      </p:sp>
      <p:sp>
        <p:nvSpPr>
          <p:cNvPr id="301" name="Google Shape;301;g3ecd9bc579e_0_3918"/>
          <p:cNvSpPr/>
          <p:nvPr/>
        </p:nvSpPr>
        <p:spPr>
          <a:xfrm>
            <a:off x="0" y="308100"/>
            <a:ext cx="12489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2" name="Google Shape;302;g3ecd9bc579e_0_3918"/>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3" name="Google Shape;303;g3ecd9bc579e_0_3918"/>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304" name="Google Shape;304;g3ecd9bc579e_0_3918"/>
          <p:cNvPicPr preferRelativeResize="0"/>
          <p:nvPr/>
        </p:nvPicPr>
        <p:blipFill rotWithShape="1">
          <a:blip r:embed="rId2">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itle Only - dark">
  <p:cSld name="TITLE_ONLY_2_1_1">
    <p:bg>
      <p:bgPr>
        <a:solidFill>
          <a:schemeClr val="dk1"/>
        </a:solidFill>
      </p:bgPr>
    </p:bg>
    <p:spTree>
      <p:nvGrpSpPr>
        <p:cNvPr id="305" name="Shape 305"/>
        <p:cNvGrpSpPr/>
        <p:nvPr/>
      </p:nvGrpSpPr>
      <p:grpSpPr>
        <a:xfrm>
          <a:off x="0" y="0"/>
          <a:ext cx="0" cy="0"/>
          <a:chOff x="0" y="0"/>
          <a:chExt cx="0" cy="0"/>
        </a:xfrm>
      </p:grpSpPr>
      <p:sp>
        <p:nvSpPr>
          <p:cNvPr id="306" name="Google Shape;306;g3ecd9bc579e_0_3926"/>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307" name="Google Shape;307;g3ecd9bc579e_0_3926"/>
          <p:cNvSpPr/>
          <p:nvPr/>
        </p:nvSpPr>
        <p:spPr>
          <a:xfrm>
            <a:off x="0" y="308100"/>
            <a:ext cx="12489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8" name="Google Shape;308;g3ecd9bc579e_0_3926"/>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9" name="Google Shape;309;g3ecd9bc579e_0_392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310" name="Google Shape;310;g3ecd9bc579e_0_3926"/>
          <p:cNvPicPr preferRelativeResize="0"/>
          <p:nvPr/>
        </p:nvPicPr>
        <p:blipFill rotWithShape="1">
          <a:blip r:embed="rId2">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Blank - dark">
  <p:cSld name="BLANK_3_1_1">
    <p:bg>
      <p:bgPr>
        <a:solidFill>
          <a:schemeClr val="dk1"/>
        </a:solidFill>
      </p:bgPr>
    </p:bg>
    <p:spTree>
      <p:nvGrpSpPr>
        <p:cNvPr id="311" name="Shape 311"/>
        <p:cNvGrpSpPr/>
        <p:nvPr/>
      </p:nvGrpSpPr>
      <p:grpSpPr>
        <a:xfrm>
          <a:off x="0" y="0"/>
          <a:ext cx="0" cy="0"/>
          <a:chOff x="0" y="0"/>
          <a:chExt cx="0" cy="0"/>
        </a:xfrm>
      </p:grpSpPr>
      <p:sp>
        <p:nvSpPr>
          <p:cNvPr id="312" name="Google Shape;312;g3ecd9bc579e_0_3932"/>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13" name="Google Shape;313;g3ecd9bc579e_0_393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314" name="Google Shape;314;g3ecd9bc579e_0_3932"/>
          <p:cNvPicPr preferRelativeResize="0"/>
          <p:nvPr/>
        </p:nvPicPr>
        <p:blipFill rotWithShape="1">
          <a:blip r:embed="rId2">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wo-Column Content - light">
  <p:cSld name="TITLE_AND_TWO_COLUMNS_2_3">
    <p:spTree>
      <p:nvGrpSpPr>
        <p:cNvPr id="315" name="Shape 315"/>
        <p:cNvGrpSpPr/>
        <p:nvPr/>
      </p:nvGrpSpPr>
      <p:grpSpPr>
        <a:xfrm>
          <a:off x="0" y="0"/>
          <a:ext cx="0" cy="0"/>
          <a:chOff x="0" y="0"/>
          <a:chExt cx="0" cy="0"/>
        </a:xfrm>
      </p:grpSpPr>
      <p:sp>
        <p:nvSpPr>
          <p:cNvPr id="316" name="Google Shape;316;g3ecd9bc579e_0_3936"/>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lvl1pPr>
            <a:lvl2pPr indent="-330200" lvl="1" marL="914400" algn="l">
              <a:lnSpc>
                <a:spcPct val="100000"/>
              </a:lnSpc>
              <a:spcBef>
                <a:spcPts val="1900"/>
              </a:spcBef>
              <a:spcAft>
                <a:spcPts val="0"/>
              </a:spcAft>
              <a:buClr>
                <a:schemeClr val="accent4"/>
              </a:buClr>
              <a:buSzPts val="1600"/>
              <a:buChar char="○"/>
              <a:defRPr sz="1600"/>
            </a:lvl2pPr>
            <a:lvl3pPr indent="-311150" lvl="2" marL="1371600" algn="l">
              <a:lnSpc>
                <a:spcPct val="100000"/>
              </a:lnSpc>
              <a:spcBef>
                <a:spcPts val="1600"/>
              </a:spcBef>
              <a:spcAft>
                <a:spcPts val="0"/>
              </a:spcAft>
              <a:buClr>
                <a:schemeClr val="accent4"/>
              </a:buClr>
              <a:buSzPts val="1300"/>
              <a:buChar char="■"/>
              <a:defRPr/>
            </a:lvl3pPr>
            <a:lvl4pPr indent="-311150" lvl="3" marL="1828800" algn="l">
              <a:lnSpc>
                <a:spcPct val="100000"/>
              </a:lnSpc>
              <a:spcBef>
                <a:spcPts val="1300"/>
              </a:spcBef>
              <a:spcAft>
                <a:spcPts val="0"/>
              </a:spcAft>
              <a:buClr>
                <a:schemeClr val="accent4"/>
              </a:buClr>
              <a:buSzPts val="1300"/>
              <a:buChar char="●"/>
              <a:defRPr/>
            </a:lvl4pPr>
            <a:lvl5pPr indent="-311150" lvl="4" marL="2286000" algn="l">
              <a:lnSpc>
                <a:spcPct val="100000"/>
              </a:lnSpc>
              <a:spcBef>
                <a:spcPts val="1100"/>
              </a:spcBef>
              <a:spcAft>
                <a:spcPts val="0"/>
              </a:spcAft>
              <a:buClr>
                <a:schemeClr val="accent4"/>
              </a:buClr>
              <a:buSzPts val="1300"/>
              <a:buChar char="○"/>
              <a:defRPr/>
            </a:lvl5pPr>
            <a:lvl6pPr indent="-311150" lvl="5" marL="2743200" algn="l">
              <a:lnSpc>
                <a:spcPct val="100000"/>
              </a:lnSpc>
              <a:spcBef>
                <a:spcPts val="800"/>
              </a:spcBef>
              <a:spcAft>
                <a:spcPts val="0"/>
              </a:spcAft>
              <a:buClr>
                <a:schemeClr val="accent4"/>
              </a:buClr>
              <a:buSzPts val="1300"/>
              <a:buChar char="■"/>
              <a:defRPr/>
            </a:lvl6pPr>
            <a:lvl7pPr indent="-311150" lvl="6" marL="3200400" algn="l">
              <a:lnSpc>
                <a:spcPct val="100000"/>
              </a:lnSpc>
              <a:spcBef>
                <a:spcPts val="500"/>
              </a:spcBef>
              <a:spcAft>
                <a:spcPts val="0"/>
              </a:spcAft>
              <a:buClr>
                <a:schemeClr val="accent4"/>
              </a:buClr>
              <a:buSzPts val="1300"/>
              <a:buChar char="●"/>
              <a:defRPr/>
            </a:lvl7pPr>
            <a:lvl8pPr indent="-311150" lvl="7" marL="3657600" algn="l">
              <a:lnSpc>
                <a:spcPct val="100000"/>
              </a:lnSpc>
              <a:spcBef>
                <a:spcPts val="500"/>
              </a:spcBef>
              <a:spcAft>
                <a:spcPts val="0"/>
              </a:spcAft>
              <a:buClr>
                <a:schemeClr val="accent4"/>
              </a:buClr>
              <a:buSzPts val="1300"/>
              <a:buChar char="○"/>
              <a:defRPr/>
            </a:lvl8pPr>
            <a:lvl9pPr indent="-311150" lvl="8" marL="4114800" algn="l">
              <a:lnSpc>
                <a:spcPct val="100000"/>
              </a:lnSpc>
              <a:spcBef>
                <a:spcPts val="500"/>
              </a:spcBef>
              <a:spcAft>
                <a:spcPts val="500"/>
              </a:spcAft>
              <a:buClr>
                <a:schemeClr val="accent4"/>
              </a:buClr>
              <a:buSzPts val="1300"/>
              <a:buChar char="■"/>
              <a:defRPr/>
            </a:lvl9pPr>
          </a:lstStyle>
          <a:p/>
        </p:txBody>
      </p:sp>
      <p:sp>
        <p:nvSpPr>
          <p:cNvPr id="317" name="Google Shape;317;g3ecd9bc579e_0_3936"/>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318" name="Google Shape;318;g3ecd9bc579e_0_3936"/>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lvl1pPr>
            <a:lvl2pPr indent="-330200" lvl="1" marL="914400" algn="l">
              <a:lnSpc>
                <a:spcPct val="100000"/>
              </a:lnSpc>
              <a:spcBef>
                <a:spcPts val="1900"/>
              </a:spcBef>
              <a:spcAft>
                <a:spcPts val="0"/>
              </a:spcAft>
              <a:buClr>
                <a:schemeClr val="accent4"/>
              </a:buClr>
              <a:buSzPts val="1600"/>
              <a:buChar char="○"/>
              <a:defRPr sz="1600"/>
            </a:lvl2pPr>
            <a:lvl3pPr indent="-311150" lvl="2" marL="1371600" algn="l">
              <a:lnSpc>
                <a:spcPct val="100000"/>
              </a:lnSpc>
              <a:spcBef>
                <a:spcPts val="1600"/>
              </a:spcBef>
              <a:spcAft>
                <a:spcPts val="0"/>
              </a:spcAft>
              <a:buClr>
                <a:schemeClr val="accent4"/>
              </a:buClr>
              <a:buSzPts val="1300"/>
              <a:buChar char="■"/>
              <a:defRPr/>
            </a:lvl3pPr>
            <a:lvl4pPr indent="-311150" lvl="3" marL="1828800" algn="l">
              <a:lnSpc>
                <a:spcPct val="100000"/>
              </a:lnSpc>
              <a:spcBef>
                <a:spcPts val="1300"/>
              </a:spcBef>
              <a:spcAft>
                <a:spcPts val="0"/>
              </a:spcAft>
              <a:buClr>
                <a:schemeClr val="accent4"/>
              </a:buClr>
              <a:buSzPts val="1300"/>
              <a:buChar char="●"/>
              <a:defRPr/>
            </a:lvl4pPr>
            <a:lvl5pPr indent="-311150" lvl="4" marL="2286000" algn="l">
              <a:lnSpc>
                <a:spcPct val="100000"/>
              </a:lnSpc>
              <a:spcBef>
                <a:spcPts val="1100"/>
              </a:spcBef>
              <a:spcAft>
                <a:spcPts val="0"/>
              </a:spcAft>
              <a:buClr>
                <a:schemeClr val="accent4"/>
              </a:buClr>
              <a:buSzPts val="1300"/>
              <a:buChar char="○"/>
              <a:defRPr/>
            </a:lvl5pPr>
            <a:lvl6pPr indent="-311150" lvl="5" marL="2743200" algn="l">
              <a:lnSpc>
                <a:spcPct val="100000"/>
              </a:lnSpc>
              <a:spcBef>
                <a:spcPts val="800"/>
              </a:spcBef>
              <a:spcAft>
                <a:spcPts val="0"/>
              </a:spcAft>
              <a:buClr>
                <a:schemeClr val="accent4"/>
              </a:buClr>
              <a:buSzPts val="1300"/>
              <a:buChar char="■"/>
              <a:defRPr/>
            </a:lvl6pPr>
            <a:lvl7pPr indent="-311150" lvl="6" marL="3200400" algn="l">
              <a:lnSpc>
                <a:spcPct val="100000"/>
              </a:lnSpc>
              <a:spcBef>
                <a:spcPts val="500"/>
              </a:spcBef>
              <a:spcAft>
                <a:spcPts val="0"/>
              </a:spcAft>
              <a:buClr>
                <a:schemeClr val="accent4"/>
              </a:buClr>
              <a:buSzPts val="1300"/>
              <a:buChar char="●"/>
              <a:defRPr/>
            </a:lvl7pPr>
            <a:lvl8pPr indent="-311150" lvl="7" marL="3657600" algn="l">
              <a:lnSpc>
                <a:spcPct val="100000"/>
              </a:lnSpc>
              <a:spcBef>
                <a:spcPts val="500"/>
              </a:spcBef>
              <a:spcAft>
                <a:spcPts val="0"/>
              </a:spcAft>
              <a:buClr>
                <a:schemeClr val="accent4"/>
              </a:buClr>
              <a:buSzPts val="1300"/>
              <a:buChar char="○"/>
              <a:defRPr/>
            </a:lvl8pPr>
            <a:lvl9pPr indent="-311150" lvl="8" marL="4114800" algn="l">
              <a:lnSpc>
                <a:spcPct val="100000"/>
              </a:lnSpc>
              <a:spcBef>
                <a:spcPts val="500"/>
              </a:spcBef>
              <a:spcAft>
                <a:spcPts val="500"/>
              </a:spcAft>
              <a:buClr>
                <a:schemeClr val="accent4"/>
              </a:buClr>
              <a:buSzPts val="1300"/>
              <a:buChar char="■"/>
              <a:defRPr/>
            </a:lvl9pPr>
          </a:lstStyle>
          <a:p/>
        </p:txBody>
      </p:sp>
      <p:sp>
        <p:nvSpPr>
          <p:cNvPr id="319" name="Google Shape;319;g3ecd9bc579e_0_3936"/>
          <p:cNvSpPr/>
          <p:nvPr/>
        </p:nvSpPr>
        <p:spPr>
          <a:xfrm>
            <a:off x="0" y="308100"/>
            <a:ext cx="12489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20" name="Google Shape;320;g3ecd9bc579e_0_3936"/>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21" name="Google Shape;321;g3ecd9bc579e_0_393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322" name="Google Shape;322;g3ecd9bc579e_0_3936"/>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Only - light">
  <p:cSld name="TITLE_ONLY_2_3">
    <p:spTree>
      <p:nvGrpSpPr>
        <p:cNvPr id="323" name="Shape 323"/>
        <p:cNvGrpSpPr/>
        <p:nvPr/>
      </p:nvGrpSpPr>
      <p:grpSpPr>
        <a:xfrm>
          <a:off x="0" y="0"/>
          <a:ext cx="0" cy="0"/>
          <a:chOff x="0" y="0"/>
          <a:chExt cx="0" cy="0"/>
        </a:xfrm>
      </p:grpSpPr>
      <p:sp>
        <p:nvSpPr>
          <p:cNvPr id="324" name="Google Shape;324;g3ecd9bc579e_0_3944"/>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325" name="Google Shape;325;g3ecd9bc579e_0_3944"/>
          <p:cNvSpPr/>
          <p:nvPr/>
        </p:nvSpPr>
        <p:spPr>
          <a:xfrm>
            <a:off x="0" y="308100"/>
            <a:ext cx="12489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26" name="Google Shape;326;g3ecd9bc579e_0_3944"/>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27" name="Google Shape;327;g3ecd9bc579e_0_3944"/>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328" name="Google Shape;328;g3ecd9bc579e_0_3944"/>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Blank - light">
  <p:cSld name="BLANK_3_3">
    <p:spTree>
      <p:nvGrpSpPr>
        <p:cNvPr id="329" name="Shape 329"/>
        <p:cNvGrpSpPr/>
        <p:nvPr/>
      </p:nvGrpSpPr>
      <p:grpSpPr>
        <a:xfrm>
          <a:off x="0" y="0"/>
          <a:ext cx="0" cy="0"/>
          <a:chOff x="0" y="0"/>
          <a:chExt cx="0" cy="0"/>
        </a:xfrm>
      </p:grpSpPr>
      <p:sp>
        <p:nvSpPr>
          <p:cNvPr id="330" name="Google Shape;330;g3ecd9bc579e_0_3950"/>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1" name="Google Shape;331;g3ecd9bc579e_0_3950"/>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332" name="Google Shape;332;g3ecd9bc579e_0_3950"/>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Side Bar Title - light">
  <p:cSld name="BLANK_2_1_2">
    <p:spTree>
      <p:nvGrpSpPr>
        <p:cNvPr id="333" name="Shape 333"/>
        <p:cNvGrpSpPr/>
        <p:nvPr/>
      </p:nvGrpSpPr>
      <p:grpSpPr>
        <a:xfrm>
          <a:off x="0" y="0"/>
          <a:ext cx="0" cy="0"/>
          <a:chOff x="0" y="0"/>
          <a:chExt cx="0" cy="0"/>
        </a:xfrm>
      </p:grpSpPr>
      <p:sp>
        <p:nvSpPr>
          <p:cNvPr id="334" name="Google Shape;334;g3ecd9bc579e_0_3954"/>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335" name="Google Shape;335;g3ecd9bc579e_0_3954"/>
          <p:cNvPicPr preferRelativeResize="0"/>
          <p:nvPr/>
        </p:nvPicPr>
        <p:blipFill rotWithShape="1">
          <a:blip r:embed="rId2">
            <a:alphaModFix amt="5000"/>
          </a:blip>
          <a:srcRect b="24679" l="16143" r="19028" t="2820"/>
          <a:stretch/>
        </p:blipFill>
        <p:spPr>
          <a:xfrm>
            <a:off x="6488710" y="480067"/>
            <a:ext cx="5703045" cy="6377933"/>
          </a:xfrm>
          <a:prstGeom prst="rect">
            <a:avLst/>
          </a:prstGeom>
          <a:noFill/>
          <a:ln>
            <a:noFill/>
          </a:ln>
        </p:spPr>
      </p:pic>
      <p:sp>
        <p:nvSpPr>
          <p:cNvPr id="336" name="Google Shape;336;g3ecd9bc579e_0_3954"/>
          <p:cNvSpPr/>
          <p:nvPr/>
        </p:nvSpPr>
        <p:spPr>
          <a:xfrm>
            <a:off x="-52915" y="0"/>
            <a:ext cx="3061200" cy="68580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7" name="Google Shape;337;g3ecd9bc579e_0_3954"/>
          <p:cNvSpPr txBox="1"/>
          <p:nvPr>
            <p:ph type="ctrTitle"/>
          </p:nvPr>
        </p:nvSpPr>
        <p:spPr>
          <a:xfrm>
            <a:off x="326575" y="546067"/>
            <a:ext cx="2467200" cy="2256900"/>
          </a:xfrm>
          <a:prstGeom prst="rect">
            <a:avLst/>
          </a:prstGeom>
          <a:noFill/>
          <a:ln>
            <a:noFill/>
          </a:ln>
        </p:spPr>
        <p:txBody>
          <a:bodyPr anchorCtr="0" anchor="t" bIns="121900" lIns="121900" spcFirstLastPara="1" rIns="121900" wrap="square" tIns="12190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lgn="l">
              <a:lnSpc>
                <a:spcPct val="90000"/>
              </a:lnSpc>
              <a:spcBef>
                <a:spcPts val="0"/>
              </a:spcBef>
              <a:spcAft>
                <a:spcPts val="0"/>
              </a:spcAft>
              <a:buClr>
                <a:schemeClr val="lt1"/>
              </a:buClr>
              <a:buSzPts val="3300"/>
              <a:buNone/>
              <a:defRPr sz="3300">
                <a:solidFill>
                  <a:schemeClr val="lt1"/>
                </a:solidFill>
              </a:defRPr>
            </a:lvl2pPr>
            <a:lvl3pPr lvl="2" algn="l">
              <a:lnSpc>
                <a:spcPct val="90000"/>
              </a:lnSpc>
              <a:spcBef>
                <a:spcPts val="0"/>
              </a:spcBef>
              <a:spcAft>
                <a:spcPts val="0"/>
              </a:spcAft>
              <a:buClr>
                <a:schemeClr val="lt1"/>
              </a:buClr>
              <a:buSzPts val="3300"/>
              <a:buNone/>
              <a:defRPr sz="3300">
                <a:solidFill>
                  <a:schemeClr val="lt1"/>
                </a:solidFill>
              </a:defRPr>
            </a:lvl3pPr>
            <a:lvl4pPr lvl="3" algn="l">
              <a:lnSpc>
                <a:spcPct val="90000"/>
              </a:lnSpc>
              <a:spcBef>
                <a:spcPts val="0"/>
              </a:spcBef>
              <a:spcAft>
                <a:spcPts val="0"/>
              </a:spcAft>
              <a:buClr>
                <a:schemeClr val="lt1"/>
              </a:buClr>
              <a:buSzPts val="3300"/>
              <a:buNone/>
              <a:defRPr sz="3300">
                <a:solidFill>
                  <a:schemeClr val="lt1"/>
                </a:solidFill>
              </a:defRPr>
            </a:lvl4pPr>
            <a:lvl5pPr lvl="4" algn="l">
              <a:lnSpc>
                <a:spcPct val="90000"/>
              </a:lnSpc>
              <a:spcBef>
                <a:spcPts val="0"/>
              </a:spcBef>
              <a:spcAft>
                <a:spcPts val="0"/>
              </a:spcAft>
              <a:buClr>
                <a:schemeClr val="lt1"/>
              </a:buClr>
              <a:buSzPts val="3300"/>
              <a:buNone/>
              <a:defRPr sz="3300">
                <a:solidFill>
                  <a:schemeClr val="lt1"/>
                </a:solidFill>
              </a:defRPr>
            </a:lvl5pPr>
            <a:lvl6pPr lvl="5" algn="l">
              <a:lnSpc>
                <a:spcPct val="90000"/>
              </a:lnSpc>
              <a:spcBef>
                <a:spcPts val="0"/>
              </a:spcBef>
              <a:spcAft>
                <a:spcPts val="0"/>
              </a:spcAft>
              <a:buClr>
                <a:schemeClr val="lt1"/>
              </a:buClr>
              <a:buSzPts val="3300"/>
              <a:buNone/>
              <a:defRPr sz="3300">
                <a:solidFill>
                  <a:schemeClr val="lt1"/>
                </a:solidFill>
              </a:defRPr>
            </a:lvl6pPr>
            <a:lvl7pPr lvl="6" algn="l">
              <a:lnSpc>
                <a:spcPct val="90000"/>
              </a:lnSpc>
              <a:spcBef>
                <a:spcPts val="0"/>
              </a:spcBef>
              <a:spcAft>
                <a:spcPts val="0"/>
              </a:spcAft>
              <a:buClr>
                <a:schemeClr val="lt1"/>
              </a:buClr>
              <a:buSzPts val="3300"/>
              <a:buNone/>
              <a:defRPr sz="3300">
                <a:solidFill>
                  <a:schemeClr val="lt1"/>
                </a:solidFill>
              </a:defRPr>
            </a:lvl7pPr>
            <a:lvl8pPr lvl="7" algn="l">
              <a:lnSpc>
                <a:spcPct val="90000"/>
              </a:lnSpc>
              <a:spcBef>
                <a:spcPts val="0"/>
              </a:spcBef>
              <a:spcAft>
                <a:spcPts val="0"/>
              </a:spcAft>
              <a:buClr>
                <a:schemeClr val="lt1"/>
              </a:buClr>
              <a:buSzPts val="3300"/>
              <a:buNone/>
              <a:defRPr sz="3300">
                <a:solidFill>
                  <a:schemeClr val="lt1"/>
                </a:solidFill>
              </a:defRPr>
            </a:lvl8pPr>
            <a:lvl9pPr lvl="8" algn="l">
              <a:lnSpc>
                <a:spcPct val="90000"/>
              </a:lnSpc>
              <a:spcBef>
                <a:spcPts val="0"/>
              </a:spcBef>
              <a:spcAft>
                <a:spcPts val="0"/>
              </a:spcAft>
              <a:buClr>
                <a:schemeClr val="lt1"/>
              </a:buClr>
              <a:buSzPts val="3300"/>
              <a:buNone/>
              <a:defRPr sz="3300">
                <a:solidFill>
                  <a:schemeClr val="lt1"/>
                </a:solidFill>
              </a:defRPr>
            </a:lvl9pPr>
          </a:lstStyle>
          <a:p/>
        </p:txBody>
      </p:sp>
      <p:sp>
        <p:nvSpPr>
          <p:cNvPr id="338" name="Google Shape;338;g3ecd9bc579e_0_3954"/>
          <p:cNvSpPr txBox="1"/>
          <p:nvPr>
            <p:ph idx="1" type="subTitle"/>
          </p:nvPr>
        </p:nvSpPr>
        <p:spPr>
          <a:xfrm>
            <a:off x="326575" y="4157603"/>
            <a:ext cx="2467200" cy="13368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339" name="Google Shape;339;g3ecd9bc579e_0_3954"/>
          <p:cNvSpPr/>
          <p:nvPr/>
        </p:nvSpPr>
        <p:spPr>
          <a:xfrm>
            <a:off x="-52915" y="4049633"/>
            <a:ext cx="2694600" cy="549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
        <p:nvSpPr>
          <p:cNvPr id="340" name="Google Shape;340;g3ecd9bc579e_0_3954"/>
          <p:cNvSpPr/>
          <p:nvPr/>
        </p:nvSpPr>
        <p:spPr>
          <a:xfrm>
            <a:off x="3008203" y="3017000"/>
            <a:ext cx="9183600" cy="3840900"/>
          </a:xfrm>
          <a:prstGeom prst="rect">
            <a:avLst/>
          </a:prstGeom>
          <a:gradFill>
            <a:gsLst>
              <a:gs pos="0">
                <a:srgbClr val="FFFFFF">
                  <a:alpha val="0"/>
                </a:srgbClr>
              </a:gs>
              <a:gs pos="100000">
                <a:srgbClr val="F3F3F3"/>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341" name="Google Shape;341;g3ecd9bc579e_0_3954"/>
          <p:cNvPicPr preferRelativeResize="0"/>
          <p:nvPr/>
        </p:nvPicPr>
        <p:blipFill rotWithShape="1">
          <a:blip r:embed="rId3">
            <a:alphaModFix/>
          </a:blip>
          <a:srcRect b="0" l="0" r="0" t="0"/>
          <a:stretch/>
        </p:blipFill>
        <p:spPr>
          <a:xfrm>
            <a:off x="326575" y="6372415"/>
            <a:ext cx="2467333" cy="232037"/>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Section Divider">
  <p:cSld name="SECTION_HEADER_2_1_1_1">
    <p:spTree>
      <p:nvGrpSpPr>
        <p:cNvPr id="342" name="Shape 342"/>
        <p:cNvGrpSpPr/>
        <p:nvPr/>
      </p:nvGrpSpPr>
      <p:grpSpPr>
        <a:xfrm>
          <a:off x="0" y="0"/>
          <a:ext cx="0" cy="0"/>
          <a:chOff x="0" y="0"/>
          <a:chExt cx="0" cy="0"/>
        </a:xfrm>
      </p:grpSpPr>
      <p:sp>
        <p:nvSpPr>
          <p:cNvPr id="343" name="Google Shape;343;g3ecd9bc579e_0_3967"/>
          <p:cNvSpPr/>
          <p:nvPr/>
        </p:nvSpPr>
        <p:spPr>
          <a:xfrm>
            <a:off x="-52915" y="0"/>
            <a:ext cx="12244800" cy="6858000"/>
          </a:xfrm>
          <a:prstGeom prst="rect">
            <a:avLst/>
          </a:prstGeom>
          <a:gradFill>
            <a:gsLst>
              <a:gs pos="0">
                <a:srgbClr val="AA251B"/>
              </a:gs>
              <a:gs pos="100000">
                <a:schemeClr val="accent6"/>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344" name="Google Shape;344;g3ecd9bc579e_0_3967"/>
          <p:cNvPicPr preferRelativeResize="0"/>
          <p:nvPr/>
        </p:nvPicPr>
        <p:blipFill rotWithShape="1">
          <a:blip r:embed="rId2">
            <a:alphaModFix/>
          </a:blip>
          <a:srcRect b="31142" l="2171" r="2181" t="15284"/>
          <a:stretch/>
        </p:blipFill>
        <p:spPr>
          <a:xfrm>
            <a:off x="-52916" y="0"/>
            <a:ext cx="12244675" cy="6857999"/>
          </a:xfrm>
          <a:prstGeom prst="rect">
            <a:avLst/>
          </a:prstGeom>
          <a:noFill/>
          <a:ln>
            <a:noFill/>
          </a:ln>
        </p:spPr>
      </p:pic>
      <p:sp>
        <p:nvSpPr>
          <p:cNvPr id="345" name="Google Shape;345;g3ecd9bc579e_0_3967"/>
          <p:cNvSpPr/>
          <p:nvPr/>
        </p:nvSpPr>
        <p:spPr>
          <a:xfrm>
            <a:off x="-52915" y="1651000"/>
            <a:ext cx="12244800" cy="5207100"/>
          </a:xfrm>
          <a:prstGeom prst="rect">
            <a:avLst/>
          </a:prstGeom>
          <a:gradFill>
            <a:gsLst>
              <a:gs pos="0">
                <a:srgbClr val="AA251B"/>
              </a:gs>
              <a:gs pos="100000">
                <a:srgbClr val="FFFFFF">
                  <a:alpha val="0"/>
                </a:srgbClr>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46" name="Google Shape;346;g3ecd9bc579e_0_3967"/>
          <p:cNvSpPr txBox="1"/>
          <p:nvPr>
            <p:ph type="title"/>
          </p:nvPr>
        </p:nvSpPr>
        <p:spPr>
          <a:xfrm>
            <a:off x="415589" y="2867800"/>
            <a:ext cx="113604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347" name="Google Shape;347;g3ecd9bc579e_0_3967"/>
          <p:cNvPicPr preferRelativeResize="0"/>
          <p:nvPr/>
        </p:nvPicPr>
        <p:blipFill rotWithShape="1">
          <a:blip r:embed="rId3">
            <a:alphaModFix/>
          </a:blip>
          <a:srcRect b="0" l="0" r="0" t="0"/>
          <a:stretch/>
        </p:blipFill>
        <p:spPr>
          <a:xfrm>
            <a:off x="9888765" y="6575383"/>
            <a:ext cx="2072847" cy="201163"/>
          </a:xfrm>
          <a:prstGeom prst="rect">
            <a:avLst/>
          </a:prstGeom>
          <a:noFill/>
          <a:ln>
            <a:noFill/>
          </a:ln>
        </p:spPr>
      </p:pic>
      <p:sp>
        <p:nvSpPr>
          <p:cNvPr id="348" name="Google Shape;348;g3ecd9bc579e_0_3967"/>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wo-Column Content - light">
  <p:cSld name="TITLE_AND_TWO_COLUMNS_2_4">
    <p:spTree>
      <p:nvGrpSpPr>
        <p:cNvPr id="349" name="Shape 349"/>
        <p:cNvGrpSpPr/>
        <p:nvPr/>
      </p:nvGrpSpPr>
      <p:grpSpPr>
        <a:xfrm>
          <a:off x="0" y="0"/>
          <a:ext cx="0" cy="0"/>
          <a:chOff x="0" y="0"/>
          <a:chExt cx="0" cy="0"/>
        </a:xfrm>
      </p:grpSpPr>
      <p:sp>
        <p:nvSpPr>
          <p:cNvPr id="350" name="Google Shape;350;g3ecd9bc579e_0_3974"/>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6"/>
              </a:buClr>
              <a:buSzPts val="1900"/>
              <a:buChar char="●"/>
              <a:defRPr/>
            </a:lvl1pPr>
            <a:lvl2pPr indent="-330200" lvl="1" marL="914400" algn="l">
              <a:lnSpc>
                <a:spcPct val="100000"/>
              </a:lnSpc>
              <a:spcBef>
                <a:spcPts val="1900"/>
              </a:spcBef>
              <a:spcAft>
                <a:spcPts val="0"/>
              </a:spcAft>
              <a:buClr>
                <a:schemeClr val="accent6"/>
              </a:buClr>
              <a:buSzPts val="1600"/>
              <a:buChar char="○"/>
              <a:defRPr sz="1600"/>
            </a:lvl2pPr>
            <a:lvl3pPr indent="-311150" lvl="2" marL="1371600" algn="l">
              <a:lnSpc>
                <a:spcPct val="100000"/>
              </a:lnSpc>
              <a:spcBef>
                <a:spcPts val="1600"/>
              </a:spcBef>
              <a:spcAft>
                <a:spcPts val="0"/>
              </a:spcAft>
              <a:buClr>
                <a:schemeClr val="accent6"/>
              </a:buClr>
              <a:buSzPts val="1300"/>
              <a:buChar char="■"/>
              <a:defRPr/>
            </a:lvl3pPr>
            <a:lvl4pPr indent="-311150" lvl="3" marL="1828800" algn="l">
              <a:lnSpc>
                <a:spcPct val="100000"/>
              </a:lnSpc>
              <a:spcBef>
                <a:spcPts val="1300"/>
              </a:spcBef>
              <a:spcAft>
                <a:spcPts val="0"/>
              </a:spcAft>
              <a:buClr>
                <a:schemeClr val="accent6"/>
              </a:buClr>
              <a:buSzPts val="1300"/>
              <a:buChar char="●"/>
              <a:defRPr/>
            </a:lvl4pPr>
            <a:lvl5pPr indent="-311150" lvl="4" marL="2286000" algn="l">
              <a:lnSpc>
                <a:spcPct val="100000"/>
              </a:lnSpc>
              <a:spcBef>
                <a:spcPts val="1100"/>
              </a:spcBef>
              <a:spcAft>
                <a:spcPts val="0"/>
              </a:spcAft>
              <a:buClr>
                <a:schemeClr val="accent6"/>
              </a:buClr>
              <a:buSzPts val="1300"/>
              <a:buChar char="○"/>
              <a:defRPr/>
            </a:lvl5pPr>
            <a:lvl6pPr indent="-311150" lvl="5" marL="2743200" algn="l">
              <a:lnSpc>
                <a:spcPct val="100000"/>
              </a:lnSpc>
              <a:spcBef>
                <a:spcPts val="800"/>
              </a:spcBef>
              <a:spcAft>
                <a:spcPts val="0"/>
              </a:spcAft>
              <a:buClr>
                <a:schemeClr val="accent6"/>
              </a:buClr>
              <a:buSzPts val="1300"/>
              <a:buChar char="■"/>
              <a:defRPr/>
            </a:lvl6pPr>
            <a:lvl7pPr indent="-311150" lvl="6" marL="3200400" algn="l">
              <a:lnSpc>
                <a:spcPct val="100000"/>
              </a:lnSpc>
              <a:spcBef>
                <a:spcPts val="500"/>
              </a:spcBef>
              <a:spcAft>
                <a:spcPts val="0"/>
              </a:spcAft>
              <a:buClr>
                <a:schemeClr val="accent6"/>
              </a:buClr>
              <a:buSzPts val="1300"/>
              <a:buChar char="●"/>
              <a:defRPr/>
            </a:lvl7pPr>
            <a:lvl8pPr indent="-311150" lvl="7" marL="3657600" algn="l">
              <a:lnSpc>
                <a:spcPct val="100000"/>
              </a:lnSpc>
              <a:spcBef>
                <a:spcPts val="500"/>
              </a:spcBef>
              <a:spcAft>
                <a:spcPts val="0"/>
              </a:spcAft>
              <a:buClr>
                <a:schemeClr val="accent6"/>
              </a:buClr>
              <a:buSzPts val="1300"/>
              <a:buChar char="○"/>
              <a:defRPr/>
            </a:lvl8pPr>
            <a:lvl9pPr indent="-311150" lvl="8" marL="4114800" algn="l">
              <a:lnSpc>
                <a:spcPct val="100000"/>
              </a:lnSpc>
              <a:spcBef>
                <a:spcPts val="500"/>
              </a:spcBef>
              <a:spcAft>
                <a:spcPts val="500"/>
              </a:spcAft>
              <a:buClr>
                <a:schemeClr val="accent6"/>
              </a:buClr>
              <a:buSzPts val="1300"/>
              <a:buChar char="■"/>
              <a:defRPr/>
            </a:lvl9pPr>
          </a:lstStyle>
          <a:p/>
        </p:txBody>
      </p:sp>
      <p:sp>
        <p:nvSpPr>
          <p:cNvPr id="351" name="Google Shape;351;g3ecd9bc579e_0_3974"/>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352" name="Google Shape;352;g3ecd9bc579e_0_3974"/>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6"/>
              </a:buClr>
              <a:buSzPts val="1900"/>
              <a:buChar char="●"/>
              <a:defRPr/>
            </a:lvl1pPr>
            <a:lvl2pPr indent="-330200" lvl="1" marL="914400" algn="l">
              <a:lnSpc>
                <a:spcPct val="100000"/>
              </a:lnSpc>
              <a:spcBef>
                <a:spcPts val="1900"/>
              </a:spcBef>
              <a:spcAft>
                <a:spcPts val="0"/>
              </a:spcAft>
              <a:buClr>
                <a:schemeClr val="accent6"/>
              </a:buClr>
              <a:buSzPts val="1600"/>
              <a:buChar char="○"/>
              <a:defRPr sz="1600"/>
            </a:lvl2pPr>
            <a:lvl3pPr indent="-311150" lvl="2" marL="1371600" algn="l">
              <a:lnSpc>
                <a:spcPct val="100000"/>
              </a:lnSpc>
              <a:spcBef>
                <a:spcPts val="1600"/>
              </a:spcBef>
              <a:spcAft>
                <a:spcPts val="0"/>
              </a:spcAft>
              <a:buClr>
                <a:schemeClr val="accent6"/>
              </a:buClr>
              <a:buSzPts val="1300"/>
              <a:buChar char="■"/>
              <a:defRPr/>
            </a:lvl3pPr>
            <a:lvl4pPr indent="-311150" lvl="3" marL="1828800" algn="l">
              <a:lnSpc>
                <a:spcPct val="100000"/>
              </a:lnSpc>
              <a:spcBef>
                <a:spcPts val="1300"/>
              </a:spcBef>
              <a:spcAft>
                <a:spcPts val="0"/>
              </a:spcAft>
              <a:buClr>
                <a:schemeClr val="accent6"/>
              </a:buClr>
              <a:buSzPts val="1300"/>
              <a:buChar char="●"/>
              <a:defRPr/>
            </a:lvl4pPr>
            <a:lvl5pPr indent="-311150" lvl="4" marL="2286000" algn="l">
              <a:lnSpc>
                <a:spcPct val="100000"/>
              </a:lnSpc>
              <a:spcBef>
                <a:spcPts val="1100"/>
              </a:spcBef>
              <a:spcAft>
                <a:spcPts val="0"/>
              </a:spcAft>
              <a:buClr>
                <a:schemeClr val="accent6"/>
              </a:buClr>
              <a:buSzPts val="1300"/>
              <a:buChar char="○"/>
              <a:defRPr/>
            </a:lvl5pPr>
            <a:lvl6pPr indent="-311150" lvl="5" marL="2743200" algn="l">
              <a:lnSpc>
                <a:spcPct val="100000"/>
              </a:lnSpc>
              <a:spcBef>
                <a:spcPts val="800"/>
              </a:spcBef>
              <a:spcAft>
                <a:spcPts val="0"/>
              </a:spcAft>
              <a:buClr>
                <a:schemeClr val="accent6"/>
              </a:buClr>
              <a:buSzPts val="1300"/>
              <a:buChar char="■"/>
              <a:defRPr/>
            </a:lvl6pPr>
            <a:lvl7pPr indent="-311150" lvl="6" marL="3200400" algn="l">
              <a:lnSpc>
                <a:spcPct val="100000"/>
              </a:lnSpc>
              <a:spcBef>
                <a:spcPts val="500"/>
              </a:spcBef>
              <a:spcAft>
                <a:spcPts val="0"/>
              </a:spcAft>
              <a:buClr>
                <a:schemeClr val="accent6"/>
              </a:buClr>
              <a:buSzPts val="1300"/>
              <a:buChar char="●"/>
              <a:defRPr/>
            </a:lvl7pPr>
            <a:lvl8pPr indent="-311150" lvl="7" marL="3657600" algn="l">
              <a:lnSpc>
                <a:spcPct val="100000"/>
              </a:lnSpc>
              <a:spcBef>
                <a:spcPts val="500"/>
              </a:spcBef>
              <a:spcAft>
                <a:spcPts val="0"/>
              </a:spcAft>
              <a:buClr>
                <a:schemeClr val="accent6"/>
              </a:buClr>
              <a:buSzPts val="1300"/>
              <a:buChar char="○"/>
              <a:defRPr/>
            </a:lvl8pPr>
            <a:lvl9pPr indent="-311150" lvl="8" marL="4114800" algn="l">
              <a:lnSpc>
                <a:spcPct val="100000"/>
              </a:lnSpc>
              <a:spcBef>
                <a:spcPts val="500"/>
              </a:spcBef>
              <a:spcAft>
                <a:spcPts val="500"/>
              </a:spcAft>
              <a:buClr>
                <a:schemeClr val="accent6"/>
              </a:buClr>
              <a:buSzPts val="1300"/>
              <a:buChar char="■"/>
              <a:defRPr/>
            </a:lvl9pPr>
          </a:lstStyle>
          <a:p/>
        </p:txBody>
      </p:sp>
      <p:sp>
        <p:nvSpPr>
          <p:cNvPr id="353" name="Google Shape;353;g3ecd9bc579e_0_3974"/>
          <p:cNvSpPr/>
          <p:nvPr/>
        </p:nvSpPr>
        <p:spPr>
          <a:xfrm>
            <a:off x="0" y="308100"/>
            <a:ext cx="12489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54" name="Google Shape;354;g3ecd9bc579e_0_3974"/>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55" name="Google Shape;355;g3ecd9bc579e_0_3974"/>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356" name="Google Shape;356;g3ecd9bc579e_0_3974"/>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itle Only - light">
  <p:cSld name="TITLE_ONLY_2_4">
    <p:spTree>
      <p:nvGrpSpPr>
        <p:cNvPr id="357" name="Shape 357"/>
        <p:cNvGrpSpPr/>
        <p:nvPr/>
      </p:nvGrpSpPr>
      <p:grpSpPr>
        <a:xfrm>
          <a:off x="0" y="0"/>
          <a:ext cx="0" cy="0"/>
          <a:chOff x="0" y="0"/>
          <a:chExt cx="0" cy="0"/>
        </a:xfrm>
      </p:grpSpPr>
      <p:sp>
        <p:nvSpPr>
          <p:cNvPr id="358" name="Google Shape;358;g3ecd9bc579e_0_3982"/>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359" name="Google Shape;359;g3ecd9bc579e_0_3982"/>
          <p:cNvSpPr/>
          <p:nvPr/>
        </p:nvSpPr>
        <p:spPr>
          <a:xfrm>
            <a:off x="0" y="308100"/>
            <a:ext cx="12489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60" name="Google Shape;360;g3ecd9bc579e_0_3982"/>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61" name="Google Shape;361;g3ecd9bc579e_0_398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362" name="Google Shape;362;g3ecd9bc579e_0_3982"/>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Blank - light">
  <p:cSld name="BLANK_3_4">
    <p:spTree>
      <p:nvGrpSpPr>
        <p:cNvPr id="363" name="Shape 363"/>
        <p:cNvGrpSpPr/>
        <p:nvPr/>
      </p:nvGrpSpPr>
      <p:grpSpPr>
        <a:xfrm>
          <a:off x="0" y="0"/>
          <a:ext cx="0" cy="0"/>
          <a:chOff x="0" y="0"/>
          <a:chExt cx="0" cy="0"/>
        </a:xfrm>
      </p:grpSpPr>
      <p:sp>
        <p:nvSpPr>
          <p:cNvPr id="364" name="Google Shape;364;g3ecd9bc579e_0_3988"/>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65" name="Google Shape;365;g3ecd9bc579e_0_3988"/>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366" name="Google Shape;366;g3ecd9bc579e_0_3988"/>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Side Bar Title - light">
  <p:cSld name="BLANK_2_1_3">
    <p:spTree>
      <p:nvGrpSpPr>
        <p:cNvPr id="367" name="Shape 367"/>
        <p:cNvGrpSpPr/>
        <p:nvPr/>
      </p:nvGrpSpPr>
      <p:grpSpPr>
        <a:xfrm>
          <a:off x="0" y="0"/>
          <a:ext cx="0" cy="0"/>
          <a:chOff x="0" y="0"/>
          <a:chExt cx="0" cy="0"/>
        </a:xfrm>
      </p:grpSpPr>
      <p:sp>
        <p:nvSpPr>
          <p:cNvPr id="368" name="Google Shape;368;g3ecd9bc579e_0_3992"/>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369" name="Google Shape;369;g3ecd9bc579e_0_3992"/>
          <p:cNvPicPr preferRelativeResize="0"/>
          <p:nvPr/>
        </p:nvPicPr>
        <p:blipFill rotWithShape="1">
          <a:blip r:embed="rId2">
            <a:alphaModFix amt="5000"/>
          </a:blip>
          <a:srcRect b="24841" l="0" r="20616" t="8077"/>
          <a:stretch/>
        </p:blipFill>
        <p:spPr>
          <a:xfrm>
            <a:off x="4797672" y="609600"/>
            <a:ext cx="7394089" cy="6248402"/>
          </a:xfrm>
          <a:prstGeom prst="rect">
            <a:avLst/>
          </a:prstGeom>
          <a:noFill/>
          <a:ln>
            <a:noFill/>
          </a:ln>
        </p:spPr>
      </p:pic>
      <p:sp>
        <p:nvSpPr>
          <p:cNvPr id="370" name="Google Shape;370;g3ecd9bc579e_0_3992"/>
          <p:cNvSpPr/>
          <p:nvPr/>
        </p:nvSpPr>
        <p:spPr>
          <a:xfrm>
            <a:off x="-52915" y="0"/>
            <a:ext cx="3061200" cy="68580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71" name="Google Shape;371;g3ecd9bc579e_0_3992"/>
          <p:cNvSpPr txBox="1"/>
          <p:nvPr>
            <p:ph type="ctrTitle"/>
          </p:nvPr>
        </p:nvSpPr>
        <p:spPr>
          <a:xfrm>
            <a:off x="326575" y="546067"/>
            <a:ext cx="2467200" cy="2256900"/>
          </a:xfrm>
          <a:prstGeom prst="rect">
            <a:avLst/>
          </a:prstGeom>
          <a:noFill/>
          <a:ln>
            <a:noFill/>
          </a:ln>
        </p:spPr>
        <p:txBody>
          <a:bodyPr anchorCtr="0" anchor="t" bIns="121900" lIns="121900" spcFirstLastPara="1" rIns="121900" wrap="square" tIns="12190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lgn="l">
              <a:lnSpc>
                <a:spcPct val="90000"/>
              </a:lnSpc>
              <a:spcBef>
                <a:spcPts val="0"/>
              </a:spcBef>
              <a:spcAft>
                <a:spcPts val="0"/>
              </a:spcAft>
              <a:buClr>
                <a:schemeClr val="lt1"/>
              </a:buClr>
              <a:buSzPts val="3300"/>
              <a:buNone/>
              <a:defRPr sz="3300">
                <a:solidFill>
                  <a:schemeClr val="lt1"/>
                </a:solidFill>
              </a:defRPr>
            </a:lvl2pPr>
            <a:lvl3pPr lvl="2" algn="l">
              <a:lnSpc>
                <a:spcPct val="90000"/>
              </a:lnSpc>
              <a:spcBef>
                <a:spcPts val="0"/>
              </a:spcBef>
              <a:spcAft>
                <a:spcPts val="0"/>
              </a:spcAft>
              <a:buClr>
                <a:schemeClr val="lt1"/>
              </a:buClr>
              <a:buSzPts val="3300"/>
              <a:buNone/>
              <a:defRPr sz="3300">
                <a:solidFill>
                  <a:schemeClr val="lt1"/>
                </a:solidFill>
              </a:defRPr>
            </a:lvl3pPr>
            <a:lvl4pPr lvl="3" algn="l">
              <a:lnSpc>
                <a:spcPct val="90000"/>
              </a:lnSpc>
              <a:spcBef>
                <a:spcPts val="0"/>
              </a:spcBef>
              <a:spcAft>
                <a:spcPts val="0"/>
              </a:spcAft>
              <a:buClr>
                <a:schemeClr val="lt1"/>
              </a:buClr>
              <a:buSzPts val="3300"/>
              <a:buNone/>
              <a:defRPr sz="3300">
                <a:solidFill>
                  <a:schemeClr val="lt1"/>
                </a:solidFill>
              </a:defRPr>
            </a:lvl4pPr>
            <a:lvl5pPr lvl="4" algn="l">
              <a:lnSpc>
                <a:spcPct val="90000"/>
              </a:lnSpc>
              <a:spcBef>
                <a:spcPts val="0"/>
              </a:spcBef>
              <a:spcAft>
                <a:spcPts val="0"/>
              </a:spcAft>
              <a:buClr>
                <a:schemeClr val="lt1"/>
              </a:buClr>
              <a:buSzPts val="3300"/>
              <a:buNone/>
              <a:defRPr sz="3300">
                <a:solidFill>
                  <a:schemeClr val="lt1"/>
                </a:solidFill>
              </a:defRPr>
            </a:lvl5pPr>
            <a:lvl6pPr lvl="5" algn="l">
              <a:lnSpc>
                <a:spcPct val="90000"/>
              </a:lnSpc>
              <a:spcBef>
                <a:spcPts val="0"/>
              </a:spcBef>
              <a:spcAft>
                <a:spcPts val="0"/>
              </a:spcAft>
              <a:buClr>
                <a:schemeClr val="lt1"/>
              </a:buClr>
              <a:buSzPts val="3300"/>
              <a:buNone/>
              <a:defRPr sz="3300">
                <a:solidFill>
                  <a:schemeClr val="lt1"/>
                </a:solidFill>
              </a:defRPr>
            </a:lvl6pPr>
            <a:lvl7pPr lvl="6" algn="l">
              <a:lnSpc>
                <a:spcPct val="90000"/>
              </a:lnSpc>
              <a:spcBef>
                <a:spcPts val="0"/>
              </a:spcBef>
              <a:spcAft>
                <a:spcPts val="0"/>
              </a:spcAft>
              <a:buClr>
                <a:schemeClr val="lt1"/>
              </a:buClr>
              <a:buSzPts val="3300"/>
              <a:buNone/>
              <a:defRPr sz="3300">
                <a:solidFill>
                  <a:schemeClr val="lt1"/>
                </a:solidFill>
              </a:defRPr>
            </a:lvl7pPr>
            <a:lvl8pPr lvl="7" algn="l">
              <a:lnSpc>
                <a:spcPct val="90000"/>
              </a:lnSpc>
              <a:spcBef>
                <a:spcPts val="0"/>
              </a:spcBef>
              <a:spcAft>
                <a:spcPts val="0"/>
              </a:spcAft>
              <a:buClr>
                <a:schemeClr val="lt1"/>
              </a:buClr>
              <a:buSzPts val="3300"/>
              <a:buNone/>
              <a:defRPr sz="3300">
                <a:solidFill>
                  <a:schemeClr val="lt1"/>
                </a:solidFill>
              </a:defRPr>
            </a:lvl8pPr>
            <a:lvl9pPr lvl="8" algn="l">
              <a:lnSpc>
                <a:spcPct val="90000"/>
              </a:lnSpc>
              <a:spcBef>
                <a:spcPts val="0"/>
              </a:spcBef>
              <a:spcAft>
                <a:spcPts val="0"/>
              </a:spcAft>
              <a:buClr>
                <a:schemeClr val="lt1"/>
              </a:buClr>
              <a:buSzPts val="3300"/>
              <a:buNone/>
              <a:defRPr sz="3300">
                <a:solidFill>
                  <a:schemeClr val="lt1"/>
                </a:solidFill>
              </a:defRPr>
            </a:lvl9pPr>
          </a:lstStyle>
          <a:p/>
        </p:txBody>
      </p:sp>
      <p:sp>
        <p:nvSpPr>
          <p:cNvPr id="372" name="Google Shape;372;g3ecd9bc579e_0_3992"/>
          <p:cNvSpPr txBox="1"/>
          <p:nvPr>
            <p:ph idx="1" type="subTitle"/>
          </p:nvPr>
        </p:nvSpPr>
        <p:spPr>
          <a:xfrm>
            <a:off x="326575" y="4157603"/>
            <a:ext cx="2467200" cy="13368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373" name="Google Shape;373;g3ecd9bc579e_0_3992"/>
          <p:cNvSpPr/>
          <p:nvPr/>
        </p:nvSpPr>
        <p:spPr>
          <a:xfrm>
            <a:off x="-52915" y="4049633"/>
            <a:ext cx="2694600" cy="549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
        <p:nvSpPr>
          <p:cNvPr id="374" name="Google Shape;374;g3ecd9bc579e_0_3992"/>
          <p:cNvSpPr/>
          <p:nvPr/>
        </p:nvSpPr>
        <p:spPr>
          <a:xfrm>
            <a:off x="3008203" y="3017000"/>
            <a:ext cx="9183600" cy="3840900"/>
          </a:xfrm>
          <a:prstGeom prst="rect">
            <a:avLst/>
          </a:prstGeom>
          <a:gradFill>
            <a:gsLst>
              <a:gs pos="0">
                <a:srgbClr val="FFFFFF">
                  <a:alpha val="0"/>
                </a:srgbClr>
              </a:gs>
              <a:gs pos="100000">
                <a:srgbClr val="F3F3F3"/>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375" name="Google Shape;375;g3ecd9bc579e_0_3992"/>
          <p:cNvPicPr preferRelativeResize="0"/>
          <p:nvPr/>
        </p:nvPicPr>
        <p:blipFill rotWithShape="1">
          <a:blip r:embed="rId3">
            <a:alphaModFix/>
          </a:blip>
          <a:srcRect b="0" l="0" r="0" t="0"/>
          <a:stretch/>
        </p:blipFill>
        <p:spPr>
          <a:xfrm>
            <a:off x="326575" y="6372251"/>
            <a:ext cx="2394132" cy="23236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wo-Column Content - dark">
  <p:cSld name="TITLE_AND_TWO_COLUMNS_2_1_3">
    <p:bg>
      <p:bgPr>
        <a:solidFill>
          <a:schemeClr val="dk1"/>
        </a:solidFill>
      </p:bgPr>
    </p:bg>
    <p:spTree>
      <p:nvGrpSpPr>
        <p:cNvPr id="376" name="Shape 376"/>
        <p:cNvGrpSpPr/>
        <p:nvPr/>
      </p:nvGrpSpPr>
      <p:grpSpPr>
        <a:xfrm>
          <a:off x="0" y="0"/>
          <a:ext cx="0" cy="0"/>
          <a:chOff x="0" y="0"/>
          <a:chExt cx="0" cy="0"/>
        </a:xfrm>
      </p:grpSpPr>
      <p:sp>
        <p:nvSpPr>
          <p:cNvPr id="377" name="Google Shape;377;g3ecd9bc579e_0_4001"/>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6"/>
              </a:buClr>
              <a:buSzPts val="1900"/>
              <a:buChar char="●"/>
              <a:defRPr>
                <a:solidFill>
                  <a:schemeClr val="lt1"/>
                </a:solidFill>
              </a:defRPr>
            </a:lvl1pPr>
            <a:lvl2pPr indent="-330200" lvl="1" marL="914400" algn="l">
              <a:lnSpc>
                <a:spcPct val="100000"/>
              </a:lnSpc>
              <a:spcBef>
                <a:spcPts val="1900"/>
              </a:spcBef>
              <a:spcAft>
                <a:spcPts val="0"/>
              </a:spcAft>
              <a:buClr>
                <a:schemeClr val="accent6"/>
              </a:buClr>
              <a:buSzPts val="1600"/>
              <a:buChar char="○"/>
              <a:defRPr sz="1600">
                <a:solidFill>
                  <a:schemeClr val="lt1"/>
                </a:solidFill>
              </a:defRPr>
            </a:lvl2pPr>
            <a:lvl3pPr indent="-311150" lvl="2" marL="1371600" algn="l">
              <a:lnSpc>
                <a:spcPct val="100000"/>
              </a:lnSpc>
              <a:spcBef>
                <a:spcPts val="1600"/>
              </a:spcBef>
              <a:spcAft>
                <a:spcPts val="0"/>
              </a:spcAft>
              <a:buClr>
                <a:schemeClr val="accent6"/>
              </a:buClr>
              <a:buSzPts val="1300"/>
              <a:buChar char="■"/>
              <a:defRPr>
                <a:solidFill>
                  <a:schemeClr val="lt1"/>
                </a:solidFill>
              </a:defRPr>
            </a:lvl3pPr>
            <a:lvl4pPr indent="-311150" lvl="3" marL="1828800" algn="l">
              <a:lnSpc>
                <a:spcPct val="100000"/>
              </a:lnSpc>
              <a:spcBef>
                <a:spcPts val="1300"/>
              </a:spcBef>
              <a:spcAft>
                <a:spcPts val="0"/>
              </a:spcAft>
              <a:buClr>
                <a:schemeClr val="accent6"/>
              </a:buClr>
              <a:buSzPts val="1300"/>
              <a:buChar char="●"/>
              <a:defRPr>
                <a:solidFill>
                  <a:schemeClr val="lt1"/>
                </a:solidFill>
              </a:defRPr>
            </a:lvl4pPr>
            <a:lvl5pPr indent="-311150" lvl="4" marL="2286000" algn="l">
              <a:lnSpc>
                <a:spcPct val="100000"/>
              </a:lnSpc>
              <a:spcBef>
                <a:spcPts val="1100"/>
              </a:spcBef>
              <a:spcAft>
                <a:spcPts val="0"/>
              </a:spcAft>
              <a:buClr>
                <a:schemeClr val="accent6"/>
              </a:buClr>
              <a:buSzPts val="1300"/>
              <a:buChar char="○"/>
              <a:defRPr>
                <a:solidFill>
                  <a:schemeClr val="lt1"/>
                </a:solidFill>
              </a:defRPr>
            </a:lvl5pPr>
            <a:lvl6pPr indent="-311150" lvl="5" marL="2743200" algn="l">
              <a:lnSpc>
                <a:spcPct val="100000"/>
              </a:lnSpc>
              <a:spcBef>
                <a:spcPts val="800"/>
              </a:spcBef>
              <a:spcAft>
                <a:spcPts val="0"/>
              </a:spcAft>
              <a:buClr>
                <a:schemeClr val="accent6"/>
              </a:buClr>
              <a:buSzPts val="1300"/>
              <a:buChar char="■"/>
              <a:defRPr>
                <a:solidFill>
                  <a:schemeClr val="lt1"/>
                </a:solidFill>
              </a:defRPr>
            </a:lvl6pPr>
            <a:lvl7pPr indent="-311150" lvl="6" marL="3200400" algn="l">
              <a:lnSpc>
                <a:spcPct val="100000"/>
              </a:lnSpc>
              <a:spcBef>
                <a:spcPts val="500"/>
              </a:spcBef>
              <a:spcAft>
                <a:spcPts val="0"/>
              </a:spcAft>
              <a:buClr>
                <a:schemeClr val="accent6"/>
              </a:buClr>
              <a:buSzPts val="1300"/>
              <a:buChar char="●"/>
              <a:defRPr>
                <a:solidFill>
                  <a:schemeClr val="lt1"/>
                </a:solidFill>
              </a:defRPr>
            </a:lvl7pPr>
            <a:lvl8pPr indent="-311150" lvl="7" marL="3657600" algn="l">
              <a:lnSpc>
                <a:spcPct val="100000"/>
              </a:lnSpc>
              <a:spcBef>
                <a:spcPts val="500"/>
              </a:spcBef>
              <a:spcAft>
                <a:spcPts val="0"/>
              </a:spcAft>
              <a:buClr>
                <a:schemeClr val="accent6"/>
              </a:buClr>
              <a:buSzPts val="1300"/>
              <a:buChar char="○"/>
              <a:defRPr>
                <a:solidFill>
                  <a:schemeClr val="lt1"/>
                </a:solidFill>
              </a:defRPr>
            </a:lvl8pPr>
            <a:lvl9pPr indent="-311150" lvl="8" marL="4114800" algn="l">
              <a:lnSpc>
                <a:spcPct val="100000"/>
              </a:lnSpc>
              <a:spcBef>
                <a:spcPts val="500"/>
              </a:spcBef>
              <a:spcAft>
                <a:spcPts val="500"/>
              </a:spcAft>
              <a:buClr>
                <a:schemeClr val="accent6"/>
              </a:buClr>
              <a:buSzPts val="1300"/>
              <a:buChar char="■"/>
              <a:defRPr>
                <a:solidFill>
                  <a:schemeClr val="lt1"/>
                </a:solidFill>
              </a:defRPr>
            </a:lvl9pPr>
          </a:lstStyle>
          <a:p/>
        </p:txBody>
      </p:sp>
      <p:sp>
        <p:nvSpPr>
          <p:cNvPr id="378" name="Google Shape;378;g3ecd9bc579e_0_4001"/>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379" name="Google Shape;379;g3ecd9bc579e_0_4001"/>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6"/>
              </a:buClr>
              <a:buSzPts val="1900"/>
              <a:buChar char="●"/>
              <a:defRPr>
                <a:solidFill>
                  <a:schemeClr val="lt1"/>
                </a:solidFill>
              </a:defRPr>
            </a:lvl1pPr>
            <a:lvl2pPr indent="-330200" lvl="1" marL="914400" algn="l">
              <a:lnSpc>
                <a:spcPct val="100000"/>
              </a:lnSpc>
              <a:spcBef>
                <a:spcPts val="1900"/>
              </a:spcBef>
              <a:spcAft>
                <a:spcPts val="0"/>
              </a:spcAft>
              <a:buClr>
                <a:schemeClr val="accent6"/>
              </a:buClr>
              <a:buSzPts val="1600"/>
              <a:buChar char="○"/>
              <a:defRPr sz="1600">
                <a:solidFill>
                  <a:schemeClr val="lt1"/>
                </a:solidFill>
              </a:defRPr>
            </a:lvl2pPr>
            <a:lvl3pPr indent="-311150" lvl="2" marL="1371600" algn="l">
              <a:lnSpc>
                <a:spcPct val="100000"/>
              </a:lnSpc>
              <a:spcBef>
                <a:spcPts val="1600"/>
              </a:spcBef>
              <a:spcAft>
                <a:spcPts val="0"/>
              </a:spcAft>
              <a:buClr>
                <a:schemeClr val="accent6"/>
              </a:buClr>
              <a:buSzPts val="1300"/>
              <a:buChar char="■"/>
              <a:defRPr>
                <a:solidFill>
                  <a:schemeClr val="lt1"/>
                </a:solidFill>
              </a:defRPr>
            </a:lvl3pPr>
            <a:lvl4pPr indent="-311150" lvl="3" marL="1828800" algn="l">
              <a:lnSpc>
                <a:spcPct val="100000"/>
              </a:lnSpc>
              <a:spcBef>
                <a:spcPts val="1300"/>
              </a:spcBef>
              <a:spcAft>
                <a:spcPts val="0"/>
              </a:spcAft>
              <a:buClr>
                <a:schemeClr val="accent6"/>
              </a:buClr>
              <a:buSzPts val="1300"/>
              <a:buChar char="●"/>
              <a:defRPr>
                <a:solidFill>
                  <a:schemeClr val="lt1"/>
                </a:solidFill>
              </a:defRPr>
            </a:lvl4pPr>
            <a:lvl5pPr indent="-311150" lvl="4" marL="2286000" algn="l">
              <a:lnSpc>
                <a:spcPct val="100000"/>
              </a:lnSpc>
              <a:spcBef>
                <a:spcPts val="1100"/>
              </a:spcBef>
              <a:spcAft>
                <a:spcPts val="0"/>
              </a:spcAft>
              <a:buClr>
                <a:schemeClr val="accent6"/>
              </a:buClr>
              <a:buSzPts val="1300"/>
              <a:buChar char="○"/>
              <a:defRPr>
                <a:solidFill>
                  <a:schemeClr val="lt1"/>
                </a:solidFill>
              </a:defRPr>
            </a:lvl5pPr>
            <a:lvl6pPr indent="-311150" lvl="5" marL="2743200" algn="l">
              <a:lnSpc>
                <a:spcPct val="100000"/>
              </a:lnSpc>
              <a:spcBef>
                <a:spcPts val="800"/>
              </a:spcBef>
              <a:spcAft>
                <a:spcPts val="0"/>
              </a:spcAft>
              <a:buClr>
                <a:schemeClr val="accent6"/>
              </a:buClr>
              <a:buSzPts val="1300"/>
              <a:buChar char="■"/>
              <a:defRPr>
                <a:solidFill>
                  <a:schemeClr val="lt1"/>
                </a:solidFill>
              </a:defRPr>
            </a:lvl6pPr>
            <a:lvl7pPr indent="-311150" lvl="6" marL="3200400" algn="l">
              <a:lnSpc>
                <a:spcPct val="100000"/>
              </a:lnSpc>
              <a:spcBef>
                <a:spcPts val="500"/>
              </a:spcBef>
              <a:spcAft>
                <a:spcPts val="0"/>
              </a:spcAft>
              <a:buClr>
                <a:schemeClr val="accent6"/>
              </a:buClr>
              <a:buSzPts val="1300"/>
              <a:buChar char="●"/>
              <a:defRPr>
                <a:solidFill>
                  <a:schemeClr val="lt1"/>
                </a:solidFill>
              </a:defRPr>
            </a:lvl7pPr>
            <a:lvl8pPr indent="-311150" lvl="7" marL="3657600" algn="l">
              <a:lnSpc>
                <a:spcPct val="100000"/>
              </a:lnSpc>
              <a:spcBef>
                <a:spcPts val="500"/>
              </a:spcBef>
              <a:spcAft>
                <a:spcPts val="0"/>
              </a:spcAft>
              <a:buClr>
                <a:schemeClr val="accent6"/>
              </a:buClr>
              <a:buSzPts val="1300"/>
              <a:buChar char="○"/>
              <a:defRPr>
                <a:solidFill>
                  <a:schemeClr val="lt1"/>
                </a:solidFill>
              </a:defRPr>
            </a:lvl8pPr>
            <a:lvl9pPr indent="-311150" lvl="8" marL="4114800" algn="l">
              <a:lnSpc>
                <a:spcPct val="100000"/>
              </a:lnSpc>
              <a:spcBef>
                <a:spcPts val="500"/>
              </a:spcBef>
              <a:spcAft>
                <a:spcPts val="500"/>
              </a:spcAft>
              <a:buClr>
                <a:schemeClr val="accent6"/>
              </a:buClr>
              <a:buSzPts val="1300"/>
              <a:buChar char="■"/>
              <a:defRPr>
                <a:solidFill>
                  <a:schemeClr val="lt1"/>
                </a:solidFill>
              </a:defRPr>
            </a:lvl9pPr>
          </a:lstStyle>
          <a:p/>
        </p:txBody>
      </p:sp>
      <p:sp>
        <p:nvSpPr>
          <p:cNvPr id="380" name="Google Shape;380;g3ecd9bc579e_0_4001"/>
          <p:cNvSpPr/>
          <p:nvPr/>
        </p:nvSpPr>
        <p:spPr>
          <a:xfrm>
            <a:off x="0" y="308100"/>
            <a:ext cx="12489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81" name="Google Shape;381;g3ecd9bc579e_0_4001"/>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82" name="Google Shape;382;g3ecd9bc579e_0_400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383" name="Google Shape;383;g3ecd9bc579e_0_4001"/>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itle Only - dark">
  <p:cSld name="TITLE_ONLY_2_1_3">
    <p:bg>
      <p:bgPr>
        <a:solidFill>
          <a:schemeClr val="dk1"/>
        </a:solidFill>
      </p:bgPr>
    </p:bg>
    <p:spTree>
      <p:nvGrpSpPr>
        <p:cNvPr id="384" name="Shape 384"/>
        <p:cNvGrpSpPr/>
        <p:nvPr/>
      </p:nvGrpSpPr>
      <p:grpSpPr>
        <a:xfrm>
          <a:off x="0" y="0"/>
          <a:ext cx="0" cy="0"/>
          <a:chOff x="0" y="0"/>
          <a:chExt cx="0" cy="0"/>
        </a:xfrm>
      </p:grpSpPr>
      <p:sp>
        <p:nvSpPr>
          <p:cNvPr id="385" name="Google Shape;385;g3ecd9bc579e_0_4009"/>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386" name="Google Shape;386;g3ecd9bc579e_0_4009"/>
          <p:cNvSpPr/>
          <p:nvPr/>
        </p:nvSpPr>
        <p:spPr>
          <a:xfrm>
            <a:off x="0" y="308100"/>
            <a:ext cx="12489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87" name="Google Shape;387;g3ecd9bc579e_0_4009"/>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88" name="Google Shape;388;g3ecd9bc579e_0_4009"/>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389" name="Google Shape;389;g3ecd9bc579e_0_4009"/>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Blank - dark">
  <p:cSld name="BLANK_3_1_3">
    <p:bg>
      <p:bgPr>
        <a:solidFill>
          <a:schemeClr val="dk1"/>
        </a:solidFill>
      </p:bgPr>
    </p:bg>
    <p:spTree>
      <p:nvGrpSpPr>
        <p:cNvPr id="390" name="Shape 390"/>
        <p:cNvGrpSpPr/>
        <p:nvPr/>
      </p:nvGrpSpPr>
      <p:grpSpPr>
        <a:xfrm>
          <a:off x="0" y="0"/>
          <a:ext cx="0" cy="0"/>
          <a:chOff x="0" y="0"/>
          <a:chExt cx="0" cy="0"/>
        </a:xfrm>
      </p:grpSpPr>
      <p:sp>
        <p:nvSpPr>
          <p:cNvPr id="391" name="Google Shape;391;g3ecd9bc579e_0_4015"/>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92" name="Google Shape;392;g3ecd9bc579e_0_401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393" name="Google Shape;393;g3ecd9bc579e_0_4015"/>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One-Column Content - light" type="tx">
  <p:cSld name="TITLE_AND_BODY">
    <p:spTree>
      <p:nvGrpSpPr>
        <p:cNvPr id="394" name="Shape 394"/>
        <p:cNvGrpSpPr/>
        <p:nvPr/>
      </p:nvGrpSpPr>
      <p:grpSpPr>
        <a:xfrm>
          <a:off x="0" y="0"/>
          <a:ext cx="0" cy="0"/>
          <a:chOff x="0" y="0"/>
          <a:chExt cx="0" cy="0"/>
        </a:xfrm>
      </p:grpSpPr>
      <p:sp>
        <p:nvSpPr>
          <p:cNvPr id="395" name="Google Shape;395;g3ecd9bc579e_0_4019"/>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96" name="Google Shape;396;g3ecd9bc579e_0_4019"/>
          <p:cNvSpPr txBox="1"/>
          <p:nvPr>
            <p:ph idx="1" type="body"/>
          </p:nvPr>
        </p:nvSpPr>
        <p:spPr>
          <a:xfrm>
            <a:off x="415589" y="1036320"/>
            <a:ext cx="113604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397" name="Google Shape;397;g3ecd9bc579e_0_4019"/>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itle Only - light" type="titleOnly">
  <p:cSld name="TITLE_ONLY">
    <p:spTree>
      <p:nvGrpSpPr>
        <p:cNvPr id="398" name="Shape 398"/>
        <p:cNvGrpSpPr/>
        <p:nvPr/>
      </p:nvGrpSpPr>
      <p:grpSpPr>
        <a:xfrm>
          <a:off x="0" y="0"/>
          <a:ext cx="0" cy="0"/>
          <a:chOff x="0" y="0"/>
          <a:chExt cx="0" cy="0"/>
        </a:xfrm>
      </p:grpSpPr>
      <p:sp>
        <p:nvSpPr>
          <p:cNvPr id="399" name="Google Shape;399;g3ecd9bc579e_0_4023"/>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400" name="Google Shape;400;g3ecd9bc579e_0_4023"/>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Side Bar Title - light">
  <p:cSld name="BLANK_2">
    <p:spTree>
      <p:nvGrpSpPr>
        <p:cNvPr id="401" name="Shape 401"/>
        <p:cNvGrpSpPr/>
        <p:nvPr/>
      </p:nvGrpSpPr>
      <p:grpSpPr>
        <a:xfrm>
          <a:off x="0" y="0"/>
          <a:ext cx="0" cy="0"/>
          <a:chOff x="0" y="0"/>
          <a:chExt cx="0" cy="0"/>
        </a:xfrm>
      </p:grpSpPr>
      <p:sp>
        <p:nvSpPr>
          <p:cNvPr id="402" name="Google Shape;402;g3ecd9bc579e_0_4026"/>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03" name="Google Shape;403;g3ecd9bc579e_0_4026"/>
          <p:cNvPicPr preferRelativeResize="0"/>
          <p:nvPr/>
        </p:nvPicPr>
        <p:blipFill rotWithShape="1">
          <a:blip r:embed="rId2">
            <a:alphaModFix amt="7000"/>
          </a:blip>
          <a:srcRect b="5927" l="0" r="37375" t="0"/>
          <a:stretch/>
        </p:blipFill>
        <p:spPr>
          <a:xfrm>
            <a:off x="6332117" y="406400"/>
            <a:ext cx="5859640" cy="6451602"/>
          </a:xfrm>
          <a:prstGeom prst="rect">
            <a:avLst/>
          </a:prstGeom>
          <a:noFill/>
          <a:ln>
            <a:noFill/>
          </a:ln>
        </p:spPr>
      </p:pic>
      <p:sp>
        <p:nvSpPr>
          <p:cNvPr id="404" name="Google Shape;404;g3ecd9bc579e_0_4026"/>
          <p:cNvSpPr/>
          <p:nvPr/>
        </p:nvSpPr>
        <p:spPr>
          <a:xfrm>
            <a:off x="-52915" y="0"/>
            <a:ext cx="3061200" cy="6858000"/>
          </a:xfrm>
          <a:prstGeom prst="rect">
            <a:avLst/>
          </a:prstGeom>
          <a:gradFill>
            <a:gsLst>
              <a:gs pos="0">
                <a:srgbClr val="B23808"/>
              </a:gs>
              <a:gs pos="100000">
                <a:srgbClr val="FA582D"/>
              </a:gs>
            </a:gsLst>
            <a:lin ang="16200038"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05" name="Google Shape;405;g3ecd9bc579e_0_4026"/>
          <p:cNvPicPr preferRelativeResize="0"/>
          <p:nvPr/>
        </p:nvPicPr>
        <p:blipFill rotWithShape="1">
          <a:blip r:embed="rId3">
            <a:alphaModFix/>
          </a:blip>
          <a:srcRect b="0" l="0" r="0" t="0"/>
          <a:stretch/>
        </p:blipFill>
        <p:spPr>
          <a:xfrm>
            <a:off x="326575" y="6347467"/>
            <a:ext cx="1541409" cy="281926"/>
          </a:xfrm>
          <a:prstGeom prst="rect">
            <a:avLst/>
          </a:prstGeom>
          <a:noFill/>
          <a:ln>
            <a:noFill/>
          </a:ln>
        </p:spPr>
      </p:pic>
      <p:sp>
        <p:nvSpPr>
          <p:cNvPr id="406" name="Google Shape;406;g3ecd9bc579e_0_4026"/>
          <p:cNvSpPr txBox="1"/>
          <p:nvPr>
            <p:ph type="ctrTitle"/>
          </p:nvPr>
        </p:nvSpPr>
        <p:spPr>
          <a:xfrm>
            <a:off x="326575" y="546067"/>
            <a:ext cx="2467200" cy="2256900"/>
          </a:xfrm>
          <a:prstGeom prst="rect">
            <a:avLst/>
          </a:prstGeom>
          <a:noFill/>
          <a:ln>
            <a:noFill/>
          </a:ln>
        </p:spPr>
        <p:txBody>
          <a:bodyPr anchorCtr="0" anchor="t" bIns="121900" lIns="121900" spcFirstLastPara="1" rIns="121900" wrap="square" tIns="12190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lgn="l">
              <a:lnSpc>
                <a:spcPct val="90000"/>
              </a:lnSpc>
              <a:spcBef>
                <a:spcPts val="0"/>
              </a:spcBef>
              <a:spcAft>
                <a:spcPts val="0"/>
              </a:spcAft>
              <a:buClr>
                <a:schemeClr val="lt1"/>
              </a:buClr>
              <a:buSzPts val="3300"/>
              <a:buNone/>
              <a:defRPr sz="3300">
                <a:solidFill>
                  <a:schemeClr val="lt1"/>
                </a:solidFill>
              </a:defRPr>
            </a:lvl2pPr>
            <a:lvl3pPr lvl="2" algn="l">
              <a:lnSpc>
                <a:spcPct val="90000"/>
              </a:lnSpc>
              <a:spcBef>
                <a:spcPts val="0"/>
              </a:spcBef>
              <a:spcAft>
                <a:spcPts val="0"/>
              </a:spcAft>
              <a:buClr>
                <a:schemeClr val="lt1"/>
              </a:buClr>
              <a:buSzPts val="3300"/>
              <a:buNone/>
              <a:defRPr sz="3300">
                <a:solidFill>
                  <a:schemeClr val="lt1"/>
                </a:solidFill>
              </a:defRPr>
            </a:lvl3pPr>
            <a:lvl4pPr lvl="3" algn="l">
              <a:lnSpc>
                <a:spcPct val="90000"/>
              </a:lnSpc>
              <a:spcBef>
                <a:spcPts val="0"/>
              </a:spcBef>
              <a:spcAft>
                <a:spcPts val="0"/>
              </a:spcAft>
              <a:buClr>
                <a:schemeClr val="lt1"/>
              </a:buClr>
              <a:buSzPts val="3300"/>
              <a:buNone/>
              <a:defRPr sz="3300">
                <a:solidFill>
                  <a:schemeClr val="lt1"/>
                </a:solidFill>
              </a:defRPr>
            </a:lvl4pPr>
            <a:lvl5pPr lvl="4" algn="l">
              <a:lnSpc>
                <a:spcPct val="90000"/>
              </a:lnSpc>
              <a:spcBef>
                <a:spcPts val="0"/>
              </a:spcBef>
              <a:spcAft>
                <a:spcPts val="0"/>
              </a:spcAft>
              <a:buClr>
                <a:schemeClr val="lt1"/>
              </a:buClr>
              <a:buSzPts val="3300"/>
              <a:buNone/>
              <a:defRPr sz="3300">
                <a:solidFill>
                  <a:schemeClr val="lt1"/>
                </a:solidFill>
              </a:defRPr>
            </a:lvl5pPr>
            <a:lvl6pPr lvl="5" algn="l">
              <a:lnSpc>
                <a:spcPct val="90000"/>
              </a:lnSpc>
              <a:spcBef>
                <a:spcPts val="0"/>
              </a:spcBef>
              <a:spcAft>
                <a:spcPts val="0"/>
              </a:spcAft>
              <a:buClr>
                <a:schemeClr val="lt1"/>
              </a:buClr>
              <a:buSzPts val="3300"/>
              <a:buNone/>
              <a:defRPr sz="3300">
                <a:solidFill>
                  <a:schemeClr val="lt1"/>
                </a:solidFill>
              </a:defRPr>
            </a:lvl6pPr>
            <a:lvl7pPr lvl="6" algn="l">
              <a:lnSpc>
                <a:spcPct val="90000"/>
              </a:lnSpc>
              <a:spcBef>
                <a:spcPts val="0"/>
              </a:spcBef>
              <a:spcAft>
                <a:spcPts val="0"/>
              </a:spcAft>
              <a:buClr>
                <a:schemeClr val="lt1"/>
              </a:buClr>
              <a:buSzPts val="3300"/>
              <a:buNone/>
              <a:defRPr sz="3300">
                <a:solidFill>
                  <a:schemeClr val="lt1"/>
                </a:solidFill>
              </a:defRPr>
            </a:lvl7pPr>
            <a:lvl8pPr lvl="7" algn="l">
              <a:lnSpc>
                <a:spcPct val="90000"/>
              </a:lnSpc>
              <a:spcBef>
                <a:spcPts val="0"/>
              </a:spcBef>
              <a:spcAft>
                <a:spcPts val="0"/>
              </a:spcAft>
              <a:buClr>
                <a:schemeClr val="lt1"/>
              </a:buClr>
              <a:buSzPts val="3300"/>
              <a:buNone/>
              <a:defRPr sz="3300">
                <a:solidFill>
                  <a:schemeClr val="lt1"/>
                </a:solidFill>
              </a:defRPr>
            </a:lvl8pPr>
            <a:lvl9pPr lvl="8" algn="l">
              <a:lnSpc>
                <a:spcPct val="90000"/>
              </a:lnSpc>
              <a:spcBef>
                <a:spcPts val="0"/>
              </a:spcBef>
              <a:spcAft>
                <a:spcPts val="0"/>
              </a:spcAft>
              <a:buClr>
                <a:schemeClr val="lt1"/>
              </a:buClr>
              <a:buSzPts val="3300"/>
              <a:buNone/>
              <a:defRPr sz="3300">
                <a:solidFill>
                  <a:schemeClr val="lt1"/>
                </a:solidFill>
              </a:defRPr>
            </a:lvl9pPr>
          </a:lstStyle>
          <a:p/>
        </p:txBody>
      </p:sp>
      <p:sp>
        <p:nvSpPr>
          <p:cNvPr id="407" name="Google Shape;407;g3ecd9bc579e_0_4026"/>
          <p:cNvSpPr txBox="1"/>
          <p:nvPr>
            <p:ph idx="1" type="subTitle"/>
          </p:nvPr>
        </p:nvSpPr>
        <p:spPr>
          <a:xfrm>
            <a:off x="326575" y="4157603"/>
            <a:ext cx="2467200" cy="13368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408" name="Google Shape;408;g3ecd9bc579e_0_4026"/>
          <p:cNvSpPr/>
          <p:nvPr/>
        </p:nvSpPr>
        <p:spPr>
          <a:xfrm>
            <a:off x="-52915" y="4049633"/>
            <a:ext cx="2694600" cy="549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hank You Slide - light">
  <p:cSld name="TITLE_2">
    <p:spTree>
      <p:nvGrpSpPr>
        <p:cNvPr id="409" name="Shape 409"/>
        <p:cNvGrpSpPr/>
        <p:nvPr/>
      </p:nvGrpSpPr>
      <p:grpSpPr>
        <a:xfrm>
          <a:off x="0" y="0"/>
          <a:ext cx="0" cy="0"/>
          <a:chOff x="0" y="0"/>
          <a:chExt cx="0" cy="0"/>
        </a:xfrm>
      </p:grpSpPr>
      <p:sp>
        <p:nvSpPr>
          <p:cNvPr id="410" name="Google Shape;410;g3ecd9bc579e_0_4034"/>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11" name="Google Shape;411;g3ecd9bc579e_0_4034"/>
          <p:cNvPicPr preferRelativeResize="0"/>
          <p:nvPr/>
        </p:nvPicPr>
        <p:blipFill rotWithShape="1">
          <a:blip r:embed="rId2">
            <a:alphaModFix/>
          </a:blip>
          <a:srcRect b="0" l="0" r="0" t="0"/>
          <a:stretch/>
        </p:blipFill>
        <p:spPr>
          <a:xfrm>
            <a:off x="550485" y="480067"/>
            <a:ext cx="1541409" cy="281926"/>
          </a:xfrm>
          <a:prstGeom prst="rect">
            <a:avLst/>
          </a:prstGeom>
          <a:noFill/>
          <a:ln>
            <a:noFill/>
          </a:ln>
        </p:spPr>
      </p:pic>
      <p:sp>
        <p:nvSpPr>
          <p:cNvPr id="412" name="Google Shape;412;g3ecd9bc579e_0_4034"/>
          <p:cNvSpPr/>
          <p:nvPr/>
        </p:nvSpPr>
        <p:spPr>
          <a:xfrm>
            <a:off x="-52915" y="2951750"/>
            <a:ext cx="51936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13" name="Google Shape;413;g3ecd9bc579e_0_4034"/>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rgbClr val="000000"/>
                </a:solidFill>
                <a:latin typeface="Helvetica Neue"/>
                <a:ea typeface="Helvetica Neue"/>
                <a:cs typeface="Helvetica Neue"/>
                <a:sym typeface="Helvetica Neue"/>
              </a:rPr>
              <a:t>Thank You</a:t>
            </a:r>
            <a:endParaRPr b="1" i="0" sz="4100" u="none" cap="none" strike="noStrike">
              <a:solidFill>
                <a:schemeClr val="dk2"/>
              </a:solidFill>
              <a:latin typeface="Helvetica Neue"/>
              <a:ea typeface="Helvetica Neue"/>
              <a:cs typeface="Helvetica Neue"/>
              <a:sym typeface="Helvetica Neue"/>
            </a:endParaRPr>
          </a:p>
        </p:txBody>
      </p:sp>
      <p:sp>
        <p:nvSpPr>
          <p:cNvPr id="414" name="Google Shape;414;g3ecd9bc579e_0_4034"/>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Helvetica Neue"/>
                <a:ea typeface="Helvetica Neue"/>
                <a:cs typeface="Helvetica Neue"/>
                <a:sym typeface="Helvetica Neue"/>
              </a:rPr>
              <a:t>paloaltonetworks.com</a:t>
            </a:r>
            <a:endParaRPr b="1" i="0" sz="1300" u="none" cap="none" strike="noStrike">
              <a:solidFill>
                <a:schemeClr val="dk1"/>
              </a:solidFill>
              <a:latin typeface="Helvetica Neue"/>
              <a:ea typeface="Helvetica Neue"/>
              <a:cs typeface="Helvetica Neue"/>
              <a:sym typeface="Helvetica Neue"/>
            </a:endParaRPr>
          </a:p>
        </p:txBody>
      </p:sp>
      <p:pic>
        <p:nvPicPr>
          <p:cNvPr id="415" name="Google Shape;415;g3ecd9bc579e_0_4034"/>
          <p:cNvPicPr preferRelativeResize="0"/>
          <p:nvPr/>
        </p:nvPicPr>
        <p:blipFill rotWithShape="1">
          <a:blip r:embed="rId3">
            <a:alphaModFix/>
          </a:blip>
          <a:srcRect b="29839" l="0" r="42772" t="0"/>
          <a:stretch/>
        </p:blipFill>
        <p:spPr>
          <a:xfrm>
            <a:off x="5925559" y="1227283"/>
            <a:ext cx="6266199" cy="5630716"/>
          </a:xfrm>
          <a:prstGeom prst="rect">
            <a:avLst/>
          </a:prstGeom>
          <a:noFill/>
          <a:ln>
            <a:noFill/>
          </a:ln>
        </p:spPr>
      </p:pic>
      <p:sp>
        <p:nvSpPr>
          <p:cNvPr id="416" name="Google Shape;416;g3ecd9bc579e_0_4034"/>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hank You Slide - dark">
  <p:cSld name="TITLE_2_1">
    <p:spTree>
      <p:nvGrpSpPr>
        <p:cNvPr id="417" name="Shape 417"/>
        <p:cNvGrpSpPr/>
        <p:nvPr/>
      </p:nvGrpSpPr>
      <p:grpSpPr>
        <a:xfrm>
          <a:off x="0" y="0"/>
          <a:ext cx="0" cy="0"/>
          <a:chOff x="0" y="0"/>
          <a:chExt cx="0" cy="0"/>
        </a:xfrm>
      </p:grpSpPr>
      <p:sp>
        <p:nvSpPr>
          <p:cNvPr id="418" name="Google Shape;418;g3ecd9bc579e_0_4042"/>
          <p:cNvSpPr/>
          <p:nvPr/>
        </p:nvSpPr>
        <p:spPr>
          <a:xfrm>
            <a:off x="-52915" y="-40100"/>
            <a:ext cx="12244800" cy="68982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19" name="Google Shape;419;g3ecd9bc579e_0_4042"/>
          <p:cNvSpPr/>
          <p:nvPr/>
        </p:nvSpPr>
        <p:spPr>
          <a:xfrm>
            <a:off x="-52915" y="-40100"/>
            <a:ext cx="12244800" cy="3028500"/>
          </a:xfrm>
          <a:prstGeom prst="rect">
            <a:avLst/>
          </a:prstGeom>
          <a:gradFill>
            <a:gsLst>
              <a:gs pos="0">
                <a:srgbClr val="FA582D">
                  <a:alpha val="25490"/>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20" name="Google Shape;420;g3ecd9bc579e_0_4042"/>
          <p:cNvPicPr preferRelativeResize="0"/>
          <p:nvPr/>
        </p:nvPicPr>
        <p:blipFill rotWithShape="1">
          <a:blip r:embed="rId2">
            <a:alphaModFix/>
          </a:blip>
          <a:srcRect b="29997" l="0" r="42903" t="0"/>
          <a:stretch/>
        </p:blipFill>
        <p:spPr>
          <a:xfrm>
            <a:off x="5925559" y="1227283"/>
            <a:ext cx="6266199" cy="5630716"/>
          </a:xfrm>
          <a:prstGeom prst="rect">
            <a:avLst/>
          </a:prstGeom>
          <a:noFill/>
          <a:ln>
            <a:noFill/>
          </a:ln>
        </p:spPr>
      </p:pic>
      <p:sp>
        <p:nvSpPr>
          <p:cNvPr id="421" name="Google Shape;421;g3ecd9bc579e_0_4042"/>
          <p:cNvSpPr/>
          <p:nvPr/>
        </p:nvSpPr>
        <p:spPr>
          <a:xfrm>
            <a:off x="-52915" y="2186567"/>
            <a:ext cx="122448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22" name="Google Shape;422;g3ecd9bc579e_0_4042"/>
          <p:cNvPicPr preferRelativeResize="0"/>
          <p:nvPr/>
        </p:nvPicPr>
        <p:blipFill rotWithShape="1">
          <a:blip r:embed="rId3">
            <a:alphaModFix/>
          </a:blip>
          <a:srcRect b="50" l="0" r="0" t="60"/>
          <a:stretch/>
        </p:blipFill>
        <p:spPr>
          <a:xfrm>
            <a:off x="550485" y="480067"/>
            <a:ext cx="1541412" cy="281926"/>
          </a:xfrm>
          <a:prstGeom prst="rect">
            <a:avLst/>
          </a:prstGeom>
          <a:noFill/>
          <a:ln>
            <a:noFill/>
          </a:ln>
        </p:spPr>
      </p:pic>
      <p:sp>
        <p:nvSpPr>
          <p:cNvPr id="423" name="Google Shape;423;g3ecd9bc579e_0_4042"/>
          <p:cNvSpPr/>
          <p:nvPr/>
        </p:nvSpPr>
        <p:spPr>
          <a:xfrm>
            <a:off x="-52915" y="2951750"/>
            <a:ext cx="51936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24" name="Google Shape;424;g3ecd9bc579e_0_4042"/>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chemeClr val="lt1"/>
                </a:solidFill>
                <a:latin typeface="Helvetica Neue"/>
                <a:ea typeface="Helvetica Neue"/>
                <a:cs typeface="Helvetica Neue"/>
                <a:sym typeface="Helvetica Neue"/>
              </a:rPr>
              <a:t>Thank You</a:t>
            </a:r>
            <a:endParaRPr b="1" i="0" sz="4100" u="none" cap="none" strike="noStrike">
              <a:solidFill>
                <a:schemeClr val="lt1"/>
              </a:solidFill>
              <a:latin typeface="Helvetica Neue"/>
              <a:ea typeface="Helvetica Neue"/>
              <a:cs typeface="Helvetica Neue"/>
              <a:sym typeface="Helvetica Neue"/>
            </a:endParaRPr>
          </a:p>
        </p:txBody>
      </p:sp>
      <p:sp>
        <p:nvSpPr>
          <p:cNvPr id="425" name="Google Shape;425;g3ecd9bc579e_0_4042"/>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Helvetica Neue"/>
                <a:ea typeface="Helvetica Neue"/>
                <a:cs typeface="Helvetica Neue"/>
                <a:sym typeface="Helvetica Neue"/>
              </a:rPr>
              <a:t>paloaltonetworks.com</a:t>
            </a:r>
            <a:endParaRPr b="1" i="0" sz="1300" u="none" cap="none" strike="noStrike">
              <a:solidFill>
                <a:schemeClr val="lt1"/>
              </a:solidFill>
              <a:latin typeface="Helvetica Neue"/>
              <a:ea typeface="Helvetica Neue"/>
              <a:cs typeface="Helvetica Neue"/>
              <a:sym typeface="Helvetica Neue"/>
            </a:endParaRPr>
          </a:p>
        </p:txBody>
      </p:sp>
      <p:sp>
        <p:nvSpPr>
          <p:cNvPr id="426" name="Google Shape;426;g3ecd9bc579e_0_404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hank You Slide - light">
  <p:cSld name="TITLE_1_2_2">
    <p:spTree>
      <p:nvGrpSpPr>
        <p:cNvPr id="427" name="Shape 427"/>
        <p:cNvGrpSpPr/>
        <p:nvPr/>
      </p:nvGrpSpPr>
      <p:grpSpPr>
        <a:xfrm>
          <a:off x="0" y="0"/>
          <a:ext cx="0" cy="0"/>
          <a:chOff x="0" y="0"/>
          <a:chExt cx="0" cy="0"/>
        </a:xfrm>
      </p:grpSpPr>
      <p:sp>
        <p:nvSpPr>
          <p:cNvPr id="428" name="Google Shape;428;g3ecd9bc579e_0_4052"/>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29" name="Google Shape;429;g3ecd9bc579e_0_4052"/>
          <p:cNvPicPr preferRelativeResize="0"/>
          <p:nvPr/>
        </p:nvPicPr>
        <p:blipFill rotWithShape="1">
          <a:blip r:embed="rId2">
            <a:alphaModFix/>
          </a:blip>
          <a:srcRect b="0" l="0" r="0" t="0"/>
          <a:stretch/>
        </p:blipFill>
        <p:spPr>
          <a:xfrm>
            <a:off x="536852" y="480067"/>
            <a:ext cx="2886979" cy="281926"/>
          </a:xfrm>
          <a:prstGeom prst="rect">
            <a:avLst/>
          </a:prstGeom>
          <a:noFill/>
          <a:ln>
            <a:noFill/>
          </a:ln>
        </p:spPr>
      </p:pic>
      <p:pic>
        <p:nvPicPr>
          <p:cNvPr id="430" name="Google Shape;430;g3ecd9bc579e_0_4052"/>
          <p:cNvPicPr preferRelativeResize="0"/>
          <p:nvPr/>
        </p:nvPicPr>
        <p:blipFill rotWithShape="1">
          <a:blip r:embed="rId3">
            <a:alphaModFix/>
          </a:blip>
          <a:srcRect b="17410" l="0" r="15662" t="0"/>
          <a:stretch/>
        </p:blipFill>
        <p:spPr>
          <a:xfrm>
            <a:off x="6059422" y="790001"/>
            <a:ext cx="6195835" cy="6067999"/>
          </a:xfrm>
          <a:prstGeom prst="rect">
            <a:avLst/>
          </a:prstGeom>
          <a:noFill/>
          <a:ln>
            <a:noFill/>
          </a:ln>
        </p:spPr>
      </p:pic>
      <p:sp>
        <p:nvSpPr>
          <p:cNvPr id="431" name="Google Shape;431;g3ecd9bc579e_0_4052"/>
          <p:cNvSpPr/>
          <p:nvPr/>
        </p:nvSpPr>
        <p:spPr>
          <a:xfrm>
            <a:off x="-52915" y="2951750"/>
            <a:ext cx="51936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32" name="Google Shape;432;g3ecd9bc579e_0_4052"/>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rgbClr val="000000"/>
                </a:solidFill>
                <a:latin typeface="Helvetica Neue"/>
                <a:ea typeface="Helvetica Neue"/>
                <a:cs typeface="Helvetica Neue"/>
                <a:sym typeface="Helvetica Neue"/>
              </a:rPr>
              <a:t>Thank You</a:t>
            </a:r>
            <a:endParaRPr b="1" i="0" sz="4100" u="none" cap="none" strike="noStrike">
              <a:solidFill>
                <a:schemeClr val="dk2"/>
              </a:solidFill>
              <a:latin typeface="Helvetica Neue"/>
              <a:ea typeface="Helvetica Neue"/>
              <a:cs typeface="Helvetica Neue"/>
              <a:sym typeface="Helvetica Neue"/>
            </a:endParaRPr>
          </a:p>
        </p:txBody>
      </p:sp>
      <p:sp>
        <p:nvSpPr>
          <p:cNvPr id="433" name="Google Shape;433;g3ecd9bc579e_0_4052"/>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Helvetica Neue"/>
                <a:ea typeface="Helvetica Neue"/>
                <a:cs typeface="Helvetica Neue"/>
                <a:sym typeface="Helvetica Neue"/>
              </a:rPr>
              <a:t>paloaltonetworks.com</a:t>
            </a:r>
            <a:endParaRPr b="1" i="0" sz="1300" u="none" cap="none" strike="noStrike">
              <a:solidFill>
                <a:schemeClr val="dk1"/>
              </a:solidFill>
              <a:latin typeface="Helvetica Neue"/>
              <a:ea typeface="Helvetica Neue"/>
              <a:cs typeface="Helvetica Neue"/>
              <a:sym typeface="Helvetica Neue"/>
            </a:endParaRPr>
          </a:p>
        </p:txBody>
      </p:sp>
      <p:sp>
        <p:nvSpPr>
          <p:cNvPr id="434" name="Google Shape;434;g3ecd9bc579e_0_405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hank You Slide - dark">
  <p:cSld name="TITLE_1_2_3_2">
    <p:spTree>
      <p:nvGrpSpPr>
        <p:cNvPr id="435" name="Shape 435"/>
        <p:cNvGrpSpPr/>
        <p:nvPr/>
      </p:nvGrpSpPr>
      <p:grpSpPr>
        <a:xfrm>
          <a:off x="0" y="0"/>
          <a:ext cx="0" cy="0"/>
          <a:chOff x="0" y="0"/>
          <a:chExt cx="0" cy="0"/>
        </a:xfrm>
      </p:grpSpPr>
      <p:sp>
        <p:nvSpPr>
          <p:cNvPr id="436" name="Google Shape;436;g3ecd9bc579e_0_4060"/>
          <p:cNvSpPr/>
          <p:nvPr/>
        </p:nvSpPr>
        <p:spPr>
          <a:xfrm>
            <a:off x="-52915" y="0"/>
            <a:ext cx="123084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37" name="Google Shape;437;g3ecd9bc579e_0_4060"/>
          <p:cNvSpPr/>
          <p:nvPr/>
        </p:nvSpPr>
        <p:spPr>
          <a:xfrm>
            <a:off x="-52915" y="0"/>
            <a:ext cx="12308400" cy="3028500"/>
          </a:xfrm>
          <a:prstGeom prst="rect">
            <a:avLst/>
          </a:prstGeom>
          <a:gradFill>
            <a:gsLst>
              <a:gs pos="0">
                <a:srgbClr val="FFCB06">
                  <a:alpha val="31765"/>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38" name="Google Shape;438;g3ecd9bc579e_0_4060"/>
          <p:cNvPicPr preferRelativeResize="0"/>
          <p:nvPr/>
        </p:nvPicPr>
        <p:blipFill rotWithShape="1">
          <a:blip r:embed="rId2">
            <a:alphaModFix amt="75000"/>
          </a:blip>
          <a:srcRect b="17410" l="0" r="15662" t="0"/>
          <a:stretch/>
        </p:blipFill>
        <p:spPr>
          <a:xfrm>
            <a:off x="6059422" y="790001"/>
            <a:ext cx="6195835" cy="6067999"/>
          </a:xfrm>
          <a:prstGeom prst="rect">
            <a:avLst/>
          </a:prstGeom>
          <a:noFill/>
          <a:ln>
            <a:noFill/>
          </a:ln>
        </p:spPr>
      </p:pic>
      <p:sp>
        <p:nvSpPr>
          <p:cNvPr id="439" name="Google Shape;439;g3ecd9bc579e_0_4060"/>
          <p:cNvSpPr/>
          <p:nvPr/>
        </p:nvSpPr>
        <p:spPr>
          <a:xfrm>
            <a:off x="-52915" y="2186601"/>
            <a:ext cx="123084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40" name="Google Shape;440;g3ecd9bc579e_0_4060"/>
          <p:cNvPicPr preferRelativeResize="0"/>
          <p:nvPr/>
        </p:nvPicPr>
        <p:blipFill rotWithShape="1">
          <a:blip r:embed="rId3">
            <a:alphaModFix/>
          </a:blip>
          <a:srcRect b="0" l="0" r="0" t="0"/>
          <a:stretch/>
        </p:blipFill>
        <p:spPr>
          <a:xfrm>
            <a:off x="536852" y="480067"/>
            <a:ext cx="2886979" cy="281926"/>
          </a:xfrm>
          <a:prstGeom prst="rect">
            <a:avLst/>
          </a:prstGeom>
          <a:noFill/>
          <a:ln>
            <a:noFill/>
          </a:ln>
        </p:spPr>
      </p:pic>
      <p:sp>
        <p:nvSpPr>
          <p:cNvPr id="441" name="Google Shape;441;g3ecd9bc579e_0_4060"/>
          <p:cNvSpPr/>
          <p:nvPr/>
        </p:nvSpPr>
        <p:spPr>
          <a:xfrm>
            <a:off x="-52915" y="2951750"/>
            <a:ext cx="51936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42" name="Google Shape;442;g3ecd9bc579e_0_4060"/>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chemeClr val="lt1"/>
                </a:solidFill>
                <a:latin typeface="Helvetica Neue"/>
                <a:ea typeface="Helvetica Neue"/>
                <a:cs typeface="Helvetica Neue"/>
                <a:sym typeface="Helvetica Neue"/>
              </a:rPr>
              <a:t>Thank You</a:t>
            </a:r>
            <a:endParaRPr b="1" i="0" sz="4100" u="none" cap="none" strike="noStrike">
              <a:solidFill>
                <a:schemeClr val="lt1"/>
              </a:solidFill>
              <a:latin typeface="Helvetica Neue"/>
              <a:ea typeface="Helvetica Neue"/>
              <a:cs typeface="Helvetica Neue"/>
              <a:sym typeface="Helvetica Neue"/>
            </a:endParaRPr>
          </a:p>
        </p:txBody>
      </p:sp>
      <p:sp>
        <p:nvSpPr>
          <p:cNvPr id="443" name="Google Shape;443;g3ecd9bc579e_0_4060"/>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Helvetica Neue"/>
                <a:ea typeface="Helvetica Neue"/>
                <a:cs typeface="Helvetica Neue"/>
                <a:sym typeface="Helvetica Neue"/>
              </a:rPr>
              <a:t>paloaltonetworks.com</a:t>
            </a:r>
            <a:endParaRPr b="1" i="0" sz="1300" u="none" cap="none" strike="noStrike">
              <a:solidFill>
                <a:schemeClr val="lt1"/>
              </a:solidFill>
              <a:latin typeface="Helvetica Neue"/>
              <a:ea typeface="Helvetica Neue"/>
              <a:cs typeface="Helvetica Neue"/>
              <a:sym typeface="Helvetica Neue"/>
            </a:endParaRPr>
          </a:p>
        </p:txBody>
      </p:sp>
      <p:sp>
        <p:nvSpPr>
          <p:cNvPr id="444" name="Google Shape;444;g3ecd9bc579e_0_4060"/>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hank You Slide - light">
  <p:cSld name="TITLE_1_1_2">
    <p:spTree>
      <p:nvGrpSpPr>
        <p:cNvPr id="445" name="Shape 445"/>
        <p:cNvGrpSpPr/>
        <p:nvPr/>
      </p:nvGrpSpPr>
      <p:grpSpPr>
        <a:xfrm>
          <a:off x="0" y="0"/>
          <a:ext cx="0" cy="0"/>
          <a:chOff x="0" y="0"/>
          <a:chExt cx="0" cy="0"/>
        </a:xfrm>
      </p:grpSpPr>
      <p:sp>
        <p:nvSpPr>
          <p:cNvPr id="446" name="Google Shape;446;g3ecd9bc579e_0_4070"/>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47" name="Google Shape;447;g3ecd9bc579e_0_4070"/>
          <p:cNvPicPr preferRelativeResize="0"/>
          <p:nvPr/>
        </p:nvPicPr>
        <p:blipFill rotWithShape="1">
          <a:blip r:embed="rId2">
            <a:alphaModFix/>
          </a:blip>
          <a:srcRect b="0" l="0" r="0" t="0"/>
          <a:stretch/>
        </p:blipFill>
        <p:spPr>
          <a:xfrm>
            <a:off x="536852" y="480067"/>
            <a:ext cx="2905789" cy="280409"/>
          </a:xfrm>
          <a:prstGeom prst="rect">
            <a:avLst/>
          </a:prstGeom>
          <a:noFill/>
          <a:ln>
            <a:noFill/>
          </a:ln>
        </p:spPr>
      </p:pic>
      <p:pic>
        <p:nvPicPr>
          <p:cNvPr id="448" name="Google Shape;448;g3ecd9bc579e_0_4070"/>
          <p:cNvPicPr preferRelativeResize="0"/>
          <p:nvPr/>
        </p:nvPicPr>
        <p:blipFill rotWithShape="1">
          <a:blip r:embed="rId3">
            <a:alphaModFix/>
          </a:blip>
          <a:srcRect b="27421" l="0" r="21948" t="0"/>
          <a:stretch/>
        </p:blipFill>
        <p:spPr>
          <a:xfrm>
            <a:off x="4817007" y="-2"/>
            <a:ext cx="7374669" cy="6857999"/>
          </a:xfrm>
          <a:prstGeom prst="rect">
            <a:avLst/>
          </a:prstGeom>
          <a:noFill/>
          <a:ln>
            <a:noFill/>
          </a:ln>
        </p:spPr>
      </p:pic>
      <p:sp>
        <p:nvSpPr>
          <p:cNvPr id="449" name="Google Shape;449;g3ecd9bc579e_0_4070"/>
          <p:cNvSpPr/>
          <p:nvPr/>
        </p:nvSpPr>
        <p:spPr>
          <a:xfrm>
            <a:off x="-52915" y="2951750"/>
            <a:ext cx="51936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50" name="Google Shape;450;g3ecd9bc579e_0_4070"/>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rgbClr val="000000"/>
                </a:solidFill>
                <a:latin typeface="Helvetica Neue"/>
                <a:ea typeface="Helvetica Neue"/>
                <a:cs typeface="Helvetica Neue"/>
                <a:sym typeface="Helvetica Neue"/>
              </a:rPr>
              <a:t>Thank You</a:t>
            </a:r>
            <a:endParaRPr b="1" i="0" sz="4100" u="none" cap="none" strike="noStrike">
              <a:solidFill>
                <a:schemeClr val="dk2"/>
              </a:solidFill>
              <a:latin typeface="Helvetica Neue"/>
              <a:ea typeface="Helvetica Neue"/>
              <a:cs typeface="Helvetica Neue"/>
              <a:sym typeface="Helvetica Neue"/>
            </a:endParaRPr>
          </a:p>
        </p:txBody>
      </p:sp>
      <p:sp>
        <p:nvSpPr>
          <p:cNvPr id="451" name="Google Shape;451;g3ecd9bc579e_0_4070"/>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Helvetica Neue"/>
                <a:ea typeface="Helvetica Neue"/>
                <a:cs typeface="Helvetica Neue"/>
                <a:sym typeface="Helvetica Neue"/>
              </a:rPr>
              <a:t>paloaltonetworks.com</a:t>
            </a:r>
            <a:endParaRPr b="1" i="0" sz="1300" u="none" cap="none" strike="noStrike">
              <a:solidFill>
                <a:schemeClr val="dk1"/>
              </a:solidFill>
              <a:latin typeface="Helvetica Neue"/>
              <a:ea typeface="Helvetica Neue"/>
              <a:cs typeface="Helvetica Neue"/>
              <a:sym typeface="Helvetica Neue"/>
            </a:endParaRPr>
          </a:p>
        </p:txBody>
      </p:sp>
      <p:sp>
        <p:nvSpPr>
          <p:cNvPr id="452" name="Google Shape;452;g3ecd9bc579e_0_4070"/>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hank You Slide - dark">
  <p:cSld name="TITLE_1_2_3_1_2">
    <p:spTree>
      <p:nvGrpSpPr>
        <p:cNvPr id="453" name="Shape 453"/>
        <p:cNvGrpSpPr/>
        <p:nvPr/>
      </p:nvGrpSpPr>
      <p:grpSpPr>
        <a:xfrm>
          <a:off x="0" y="0"/>
          <a:ext cx="0" cy="0"/>
          <a:chOff x="0" y="0"/>
          <a:chExt cx="0" cy="0"/>
        </a:xfrm>
      </p:grpSpPr>
      <p:sp>
        <p:nvSpPr>
          <p:cNvPr id="454" name="Google Shape;454;g3ecd9bc579e_0_4078"/>
          <p:cNvSpPr/>
          <p:nvPr/>
        </p:nvSpPr>
        <p:spPr>
          <a:xfrm>
            <a:off x="-52915" y="0"/>
            <a:ext cx="123084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55" name="Google Shape;455;g3ecd9bc579e_0_4078"/>
          <p:cNvSpPr/>
          <p:nvPr/>
        </p:nvSpPr>
        <p:spPr>
          <a:xfrm>
            <a:off x="-52915" y="0"/>
            <a:ext cx="12308400" cy="3028500"/>
          </a:xfrm>
          <a:prstGeom prst="rect">
            <a:avLst/>
          </a:prstGeom>
          <a:gradFill>
            <a:gsLst>
              <a:gs pos="0">
                <a:srgbClr val="00C0E8">
                  <a:alpha val="31765"/>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56" name="Google Shape;456;g3ecd9bc579e_0_4078"/>
          <p:cNvPicPr preferRelativeResize="0"/>
          <p:nvPr/>
        </p:nvPicPr>
        <p:blipFill rotWithShape="1">
          <a:blip r:embed="rId2">
            <a:alphaModFix amt="75000"/>
          </a:blip>
          <a:srcRect b="27421" l="0" r="21948" t="0"/>
          <a:stretch/>
        </p:blipFill>
        <p:spPr>
          <a:xfrm>
            <a:off x="4817007" y="-2"/>
            <a:ext cx="7374669" cy="6857999"/>
          </a:xfrm>
          <a:prstGeom prst="rect">
            <a:avLst/>
          </a:prstGeom>
          <a:noFill/>
          <a:ln>
            <a:noFill/>
          </a:ln>
        </p:spPr>
      </p:pic>
      <p:sp>
        <p:nvSpPr>
          <p:cNvPr id="457" name="Google Shape;457;g3ecd9bc579e_0_4078"/>
          <p:cNvSpPr/>
          <p:nvPr/>
        </p:nvSpPr>
        <p:spPr>
          <a:xfrm>
            <a:off x="-52915" y="2186601"/>
            <a:ext cx="123084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58" name="Google Shape;458;g3ecd9bc579e_0_4078"/>
          <p:cNvPicPr preferRelativeResize="0"/>
          <p:nvPr/>
        </p:nvPicPr>
        <p:blipFill rotWithShape="1">
          <a:blip r:embed="rId3">
            <a:alphaModFix/>
          </a:blip>
          <a:srcRect b="100" l="0" r="0" t="90"/>
          <a:stretch/>
        </p:blipFill>
        <p:spPr>
          <a:xfrm>
            <a:off x="536852" y="480067"/>
            <a:ext cx="2905789" cy="280409"/>
          </a:xfrm>
          <a:prstGeom prst="rect">
            <a:avLst/>
          </a:prstGeom>
          <a:noFill/>
          <a:ln>
            <a:noFill/>
          </a:ln>
        </p:spPr>
      </p:pic>
      <p:sp>
        <p:nvSpPr>
          <p:cNvPr id="459" name="Google Shape;459;g3ecd9bc579e_0_4078"/>
          <p:cNvSpPr/>
          <p:nvPr/>
        </p:nvSpPr>
        <p:spPr>
          <a:xfrm>
            <a:off x="-52915" y="2951750"/>
            <a:ext cx="51936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60" name="Google Shape;460;g3ecd9bc579e_0_4078"/>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chemeClr val="lt1"/>
                </a:solidFill>
                <a:latin typeface="Helvetica Neue"/>
                <a:ea typeface="Helvetica Neue"/>
                <a:cs typeface="Helvetica Neue"/>
                <a:sym typeface="Helvetica Neue"/>
              </a:rPr>
              <a:t>Thank You</a:t>
            </a:r>
            <a:endParaRPr b="1" i="0" sz="4100" u="none" cap="none" strike="noStrike">
              <a:solidFill>
                <a:schemeClr val="lt1"/>
              </a:solidFill>
              <a:latin typeface="Helvetica Neue"/>
              <a:ea typeface="Helvetica Neue"/>
              <a:cs typeface="Helvetica Neue"/>
              <a:sym typeface="Helvetica Neue"/>
            </a:endParaRPr>
          </a:p>
        </p:txBody>
      </p:sp>
      <p:sp>
        <p:nvSpPr>
          <p:cNvPr id="461" name="Google Shape;461;g3ecd9bc579e_0_4078"/>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Helvetica Neue"/>
                <a:ea typeface="Helvetica Neue"/>
                <a:cs typeface="Helvetica Neue"/>
                <a:sym typeface="Helvetica Neue"/>
              </a:rPr>
              <a:t>paloaltonetworks.com</a:t>
            </a:r>
            <a:endParaRPr b="1" i="0" sz="1300" u="none" cap="none" strike="noStrike">
              <a:solidFill>
                <a:schemeClr val="lt1"/>
              </a:solidFill>
              <a:latin typeface="Helvetica Neue"/>
              <a:ea typeface="Helvetica Neue"/>
              <a:cs typeface="Helvetica Neue"/>
              <a:sym typeface="Helvetica Neue"/>
            </a:endParaRPr>
          </a:p>
        </p:txBody>
      </p:sp>
      <p:sp>
        <p:nvSpPr>
          <p:cNvPr id="462" name="Google Shape;462;g3ecd9bc579e_0_4078"/>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hank You Slide - light">
  <p:cSld name="TITLE_1_1_1_4">
    <p:spTree>
      <p:nvGrpSpPr>
        <p:cNvPr id="463" name="Shape 463"/>
        <p:cNvGrpSpPr/>
        <p:nvPr/>
      </p:nvGrpSpPr>
      <p:grpSpPr>
        <a:xfrm>
          <a:off x="0" y="0"/>
          <a:ext cx="0" cy="0"/>
          <a:chOff x="0" y="0"/>
          <a:chExt cx="0" cy="0"/>
        </a:xfrm>
      </p:grpSpPr>
      <p:sp>
        <p:nvSpPr>
          <p:cNvPr id="464" name="Google Shape;464;g3ecd9bc579e_0_4088"/>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65" name="Google Shape;465;g3ecd9bc579e_0_4088"/>
          <p:cNvPicPr preferRelativeResize="0"/>
          <p:nvPr/>
        </p:nvPicPr>
        <p:blipFill rotWithShape="1">
          <a:blip r:embed="rId2">
            <a:alphaModFix/>
          </a:blip>
          <a:srcRect b="0" l="0" r="0" t="0"/>
          <a:stretch/>
        </p:blipFill>
        <p:spPr>
          <a:xfrm>
            <a:off x="536852" y="480067"/>
            <a:ext cx="2986353" cy="280409"/>
          </a:xfrm>
          <a:prstGeom prst="rect">
            <a:avLst/>
          </a:prstGeom>
          <a:noFill/>
          <a:ln>
            <a:noFill/>
          </a:ln>
        </p:spPr>
      </p:pic>
      <p:pic>
        <p:nvPicPr>
          <p:cNvPr id="466" name="Google Shape;466;g3ecd9bc579e_0_4088"/>
          <p:cNvPicPr preferRelativeResize="0"/>
          <p:nvPr/>
        </p:nvPicPr>
        <p:blipFill rotWithShape="1">
          <a:blip r:embed="rId3">
            <a:alphaModFix/>
          </a:blip>
          <a:srcRect b="27499" l="16143" r="19028" t="0"/>
          <a:stretch/>
        </p:blipFill>
        <p:spPr>
          <a:xfrm>
            <a:off x="6488710" y="480067"/>
            <a:ext cx="5703045" cy="6377933"/>
          </a:xfrm>
          <a:prstGeom prst="rect">
            <a:avLst/>
          </a:prstGeom>
          <a:noFill/>
          <a:ln>
            <a:noFill/>
          </a:ln>
        </p:spPr>
      </p:pic>
      <p:sp>
        <p:nvSpPr>
          <p:cNvPr id="467" name="Google Shape;467;g3ecd9bc579e_0_4088"/>
          <p:cNvSpPr/>
          <p:nvPr/>
        </p:nvSpPr>
        <p:spPr>
          <a:xfrm>
            <a:off x="-52915" y="29517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68" name="Google Shape;468;g3ecd9bc579e_0_4088"/>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rgbClr val="000000"/>
                </a:solidFill>
                <a:latin typeface="Helvetica Neue"/>
                <a:ea typeface="Helvetica Neue"/>
                <a:cs typeface="Helvetica Neue"/>
                <a:sym typeface="Helvetica Neue"/>
              </a:rPr>
              <a:t>Thank You</a:t>
            </a:r>
            <a:endParaRPr b="1" i="0" sz="4100" u="none" cap="none" strike="noStrike">
              <a:solidFill>
                <a:schemeClr val="dk2"/>
              </a:solidFill>
              <a:latin typeface="Helvetica Neue"/>
              <a:ea typeface="Helvetica Neue"/>
              <a:cs typeface="Helvetica Neue"/>
              <a:sym typeface="Helvetica Neue"/>
            </a:endParaRPr>
          </a:p>
        </p:txBody>
      </p:sp>
      <p:sp>
        <p:nvSpPr>
          <p:cNvPr id="469" name="Google Shape;469;g3ecd9bc579e_0_4088"/>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Helvetica Neue"/>
                <a:ea typeface="Helvetica Neue"/>
                <a:cs typeface="Helvetica Neue"/>
                <a:sym typeface="Helvetica Neue"/>
              </a:rPr>
              <a:t>paloaltonetworks.com</a:t>
            </a:r>
            <a:endParaRPr b="1" i="0" sz="1300" u="none" cap="none" strike="noStrike">
              <a:solidFill>
                <a:schemeClr val="dk1"/>
              </a:solidFill>
              <a:latin typeface="Helvetica Neue"/>
              <a:ea typeface="Helvetica Neue"/>
              <a:cs typeface="Helvetica Neue"/>
              <a:sym typeface="Helvetica Neue"/>
            </a:endParaRPr>
          </a:p>
        </p:txBody>
      </p:sp>
      <p:sp>
        <p:nvSpPr>
          <p:cNvPr id="470" name="Google Shape;470;g3ecd9bc579e_0_4088"/>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hank You Slide - light">
  <p:cSld name="TITLE_1_1_1_3_2">
    <p:spTree>
      <p:nvGrpSpPr>
        <p:cNvPr id="471" name="Shape 471"/>
        <p:cNvGrpSpPr/>
        <p:nvPr/>
      </p:nvGrpSpPr>
      <p:grpSpPr>
        <a:xfrm>
          <a:off x="0" y="0"/>
          <a:ext cx="0" cy="0"/>
          <a:chOff x="0" y="0"/>
          <a:chExt cx="0" cy="0"/>
        </a:xfrm>
      </p:grpSpPr>
      <p:sp>
        <p:nvSpPr>
          <p:cNvPr id="472" name="Google Shape;472;g3ecd9bc579e_0_4096"/>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73" name="Google Shape;473;g3ecd9bc579e_0_4096"/>
          <p:cNvPicPr preferRelativeResize="0"/>
          <p:nvPr/>
        </p:nvPicPr>
        <p:blipFill rotWithShape="1">
          <a:blip r:embed="rId2">
            <a:alphaModFix/>
          </a:blip>
          <a:srcRect b="0" l="0" r="0" t="0"/>
          <a:stretch/>
        </p:blipFill>
        <p:spPr>
          <a:xfrm>
            <a:off x="536852" y="480067"/>
            <a:ext cx="2890808" cy="280408"/>
          </a:xfrm>
          <a:prstGeom prst="rect">
            <a:avLst/>
          </a:prstGeom>
          <a:noFill/>
          <a:ln>
            <a:noFill/>
          </a:ln>
        </p:spPr>
      </p:pic>
      <p:pic>
        <p:nvPicPr>
          <p:cNvPr id="474" name="Google Shape;474;g3ecd9bc579e_0_4096"/>
          <p:cNvPicPr preferRelativeResize="0"/>
          <p:nvPr/>
        </p:nvPicPr>
        <p:blipFill rotWithShape="1">
          <a:blip r:embed="rId3">
            <a:alphaModFix/>
          </a:blip>
          <a:srcRect b="24841" l="0" r="20616" t="8077"/>
          <a:stretch/>
        </p:blipFill>
        <p:spPr>
          <a:xfrm>
            <a:off x="4797672" y="609600"/>
            <a:ext cx="7394089" cy="6248402"/>
          </a:xfrm>
          <a:prstGeom prst="rect">
            <a:avLst/>
          </a:prstGeom>
          <a:noFill/>
          <a:ln>
            <a:noFill/>
          </a:ln>
        </p:spPr>
      </p:pic>
      <p:sp>
        <p:nvSpPr>
          <p:cNvPr id="475" name="Google Shape;475;g3ecd9bc579e_0_4096"/>
          <p:cNvSpPr/>
          <p:nvPr/>
        </p:nvSpPr>
        <p:spPr>
          <a:xfrm>
            <a:off x="-52915" y="2951750"/>
            <a:ext cx="51936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76" name="Google Shape;476;g3ecd9bc579e_0_4096"/>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rgbClr val="000000"/>
                </a:solidFill>
                <a:latin typeface="Helvetica Neue"/>
                <a:ea typeface="Helvetica Neue"/>
                <a:cs typeface="Helvetica Neue"/>
                <a:sym typeface="Helvetica Neue"/>
              </a:rPr>
              <a:t>Thank You</a:t>
            </a:r>
            <a:endParaRPr b="1" i="0" sz="4100" u="none" cap="none" strike="noStrike">
              <a:solidFill>
                <a:schemeClr val="dk2"/>
              </a:solidFill>
              <a:latin typeface="Helvetica Neue"/>
              <a:ea typeface="Helvetica Neue"/>
              <a:cs typeface="Helvetica Neue"/>
              <a:sym typeface="Helvetica Neue"/>
            </a:endParaRPr>
          </a:p>
        </p:txBody>
      </p:sp>
      <p:sp>
        <p:nvSpPr>
          <p:cNvPr id="477" name="Google Shape;477;g3ecd9bc579e_0_4096"/>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Helvetica Neue"/>
                <a:ea typeface="Helvetica Neue"/>
                <a:cs typeface="Helvetica Neue"/>
                <a:sym typeface="Helvetica Neue"/>
              </a:rPr>
              <a:t>paloaltonetworks.com</a:t>
            </a:r>
            <a:endParaRPr b="1" i="0" sz="1300" u="none" cap="none" strike="noStrike">
              <a:solidFill>
                <a:schemeClr val="dk1"/>
              </a:solidFill>
              <a:latin typeface="Helvetica Neue"/>
              <a:ea typeface="Helvetica Neue"/>
              <a:cs typeface="Helvetica Neue"/>
              <a:sym typeface="Helvetica Neue"/>
            </a:endParaRPr>
          </a:p>
        </p:txBody>
      </p:sp>
      <p:sp>
        <p:nvSpPr>
          <p:cNvPr id="478" name="Google Shape;478;g3ecd9bc579e_0_409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hank You Slide - dark">
  <p:cSld name="TITLE_1_1_1_3_1_1">
    <p:spTree>
      <p:nvGrpSpPr>
        <p:cNvPr id="479" name="Shape 479"/>
        <p:cNvGrpSpPr/>
        <p:nvPr/>
      </p:nvGrpSpPr>
      <p:grpSpPr>
        <a:xfrm>
          <a:off x="0" y="0"/>
          <a:ext cx="0" cy="0"/>
          <a:chOff x="0" y="0"/>
          <a:chExt cx="0" cy="0"/>
        </a:xfrm>
      </p:grpSpPr>
      <p:sp>
        <p:nvSpPr>
          <p:cNvPr id="480" name="Google Shape;480;g3ecd9bc579e_0_4104"/>
          <p:cNvSpPr/>
          <p:nvPr/>
        </p:nvSpPr>
        <p:spPr>
          <a:xfrm>
            <a:off x="-52915" y="0"/>
            <a:ext cx="123081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81" name="Google Shape;481;g3ecd9bc579e_0_4104"/>
          <p:cNvPicPr preferRelativeResize="0"/>
          <p:nvPr/>
        </p:nvPicPr>
        <p:blipFill rotWithShape="1">
          <a:blip r:embed="rId2">
            <a:alphaModFix/>
          </a:blip>
          <a:srcRect b="24841" l="0" r="20616" t="8077"/>
          <a:stretch/>
        </p:blipFill>
        <p:spPr>
          <a:xfrm>
            <a:off x="4822826" y="609600"/>
            <a:ext cx="7432433" cy="6248402"/>
          </a:xfrm>
          <a:prstGeom prst="rect">
            <a:avLst/>
          </a:prstGeom>
          <a:noFill/>
          <a:ln>
            <a:noFill/>
          </a:ln>
        </p:spPr>
      </p:pic>
      <p:sp>
        <p:nvSpPr>
          <p:cNvPr id="482" name="Google Shape;482;g3ecd9bc579e_0_4104"/>
          <p:cNvSpPr/>
          <p:nvPr/>
        </p:nvSpPr>
        <p:spPr>
          <a:xfrm>
            <a:off x="-52915" y="0"/>
            <a:ext cx="123081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83" name="Google Shape;483;g3ecd9bc579e_0_4104"/>
          <p:cNvSpPr/>
          <p:nvPr/>
        </p:nvSpPr>
        <p:spPr>
          <a:xfrm>
            <a:off x="-52915" y="0"/>
            <a:ext cx="12308100" cy="3028500"/>
          </a:xfrm>
          <a:prstGeom prst="rect">
            <a:avLst/>
          </a:prstGeom>
          <a:gradFill>
            <a:gsLst>
              <a:gs pos="0">
                <a:srgbClr val="FA582D">
                  <a:alpha val="25490"/>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84" name="Google Shape;484;g3ecd9bc579e_0_4104"/>
          <p:cNvPicPr preferRelativeResize="0"/>
          <p:nvPr/>
        </p:nvPicPr>
        <p:blipFill rotWithShape="1">
          <a:blip r:embed="rId2">
            <a:alphaModFix amt="75000"/>
          </a:blip>
          <a:srcRect b="24841" l="0" r="20616" t="8077"/>
          <a:stretch/>
        </p:blipFill>
        <p:spPr>
          <a:xfrm>
            <a:off x="4797672" y="609600"/>
            <a:ext cx="7394089" cy="6248402"/>
          </a:xfrm>
          <a:prstGeom prst="rect">
            <a:avLst/>
          </a:prstGeom>
          <a:noFill/>
          <a:ln>
            <a:noFill/>
          </a:ln>
        </p:spPr>
      </p:pic>
      <p:sp>
        <p:nvSpPr>
          <p:cNvPr id="485" name="Google Shape;485;g3ecd9bc579e_0_4104"/>
          <p:cNvSpPr/>
          <p:nvPr/>
        </p:nvSpPr>
        <p:spPr>
          <a:xfrm>
            <a:off x="-52915" y="2186601"/>
            <a:ext cx="123081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86" name="Google Shape;486;g3ecd9bc579e_0_4104"/>
          <p:cNvPicPr preferRelativeResize="0"/>
          <p:nvPr/>
        </p:nvPicPr>
        <p:blipFill rotWithShape="1">
          <a:blip r:embed="rId3">
            <a:alphaModFix/>
          </a:blip>
          <a:srcRect b="80" l="0" r="0" t="90"/>
          <a:stretch/>
        </p:blipFill>
        <p:spPr>
          <a:xfrm>
            <a:off x="536852" y="480067"/>
            <a:ext cx="2890808" cy="280408"/>
          </a:xfrm>
          <a:prstGeom prst="rect">
            <a:avLst/>
          </a:prstGeom>
          <a:noFill/>
          <a:ln>
            <a:noFill/>
          </a:ln>
        </p:spPr>
      </p:pic>
      <p:sp>
        <p:nvSpPr>
          <p:cNvPr id="487" name="Google Shape;487;g3ecd9bc579e_0_4104"/>
          <p:cNvSpPr/>
          <p:nvPr/>
        </p:nvSpPr>
        <p:spPr>
          <a:xfrm>
            <a:off x="-52915" y="2951750"/>
            <a:ext cx="51936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88" name="Google Shape;488;g3ecd9bc579e_0_4104"/>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chemeClr val="lt1"/>
                </a:solidFill>
                <a:latin typeface="Helvetica Neue"/>
                <a:ea typeface="Helvetica Neue"/>
                <a:cs typeface="Helvetica Neue"/>
                <a:sym typeface="Helvetica Neue"/>
              </a:rPr>
              <a:t>Thank You</a:t>
            </a:r>
            <a:endParaRPr b="1" i="0" sz="4100" u="none" cap="none" strike="noStrike">
              <a:solidFill>
                <a:schemeClr val="lt1"/>
              </a:solidFill>
              <a:latin typeface="Helvetica Neue"/>
              <a:ea typeface="Helvetica Neue"/>
              <a:cs typeface="Helvetica Neue"/>
              <a:sym typeface="Helvetica Neue"/>
            </a:endParaRPr>
          </a:p>
        </p:txBody>
      </p:sp>
      <p:sp>
        <p:nvSpPr>
          <p:cNvPr id="489" name="Google Shape;489;g3ecd9bc579e_0_4104"/>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Helvetica Neue"/>
                <a:ea typeface="Helvetica Neue"/>
                <a:cs typeface="Helvetica Neue"/>
                <a:sym typeface="Helvetica Neue"/>
              </a:rPr>
              <a:t>paloaltonetworks.com</a:t>
            </a:r>
            <a:endParaRPr b="1" i="0" sz="1300" u="none" cap="none" strike="noStrike">
              <a:solidFill>
                <a:schemeClr val="lt1"/>
              </a:solidFill>
              <a:latin typeface="Helvetica Neue"/>
              <a:ea typeface="Helvetica Neue"/>
              <a:cs typeface="Helvetica Neue"/>
              <a:sym typeface="Helvetica Neue"/>
            </a:endParaRPr>
          </a:p>
        </p:txBody>
      </p:sp>
      <p:sp>
        <p:nvSpPr>
          <p:cNvPr id="490" name="Google Shape;490;g3ecd9bc579e_0_4104"/>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Slide - dark 1 1 1 1">
  <p:cSld name="TITLE_1_2_3_1_1_2_1_1_1">
    <p:bg>
      <p:bgPr>
        <a:solidFill>
          <a:schemeClr val="dk1"/>
        </a:solidFill>
      </p:bgPr>
    </p:bg>
    <p:spTree>
      <p:nvGrpSpPr>
        <p:cNvPr id="491" name="Shape 491"/>
        <p:cNvGrpSpPr/>
        <p:nvPr/>
      </p:nvGrpSpPr>
      <p:grpSpPr>
        <a:xfrm>
          <a:off x="0" y="0"/>
          <a:ext cx="0" cy="0"/>
          <a:chOff x="0" y="0"/>
          <a:chExt cx="0" cy="0"/>
        </a:xfrm>
      </p:grpSpPr>
      <p:sp>
        <p:nvSpPr>
          <p:cNvPr id="492" name="Google Shape;492;g3ecd9bc579e_0_4116"/>
          <p:cNvSpPr/>
          <p:nvPr/>
        </p:nvSpPr>
        <p:spPr>
          <a:xfrm rot="5400000">
            <a:off x="3318581" y="1999683"/>
            <a:ext cx="6892200" cy="28752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93" name="Google Shape;493;g3ecd9bc579e_0_4116"/>
          <p:cNvSpPr/>
          <p:nvPr/>
        </p:nvSpPr>
        <p:spPr>
          <a:xfrm rot="5400000">
            <a:off x="2640758" y="-2679100"/>
            <a:ext cx="6908700" cy="122415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94" name="Google Shape;494;g3ecd9bc579e_0_4116"/>
          <p:cNvSpPr txBox="1"/>
          <p:nvPr>
            <p:ph type="ctrTitle"/>
          </p:nvPr>
        </p:nvSpPr>
        <p:spPr>
          <a:xfrm>
            <a:off x="415589" y="2549700"/>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495" name="Google Shape;495;g3ecd9bc579e_0_4116"/>
          <p:cNvSpPr txBox="1"/>
          <p:nvPr>
            <p:ph idx="1"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4"/>
                </a:solidFill>
              </a:defRPr>
            </a:lvl1pPr>
            <a:lvl2pPr lvl="1" algn="l">
              <a:lnSpc>
                <a:spcPct val="100000"/>
              </a:lnSpc>
              <a:spcBef>
                <a:spcPts val="1900"/>
              </a:spcBef>
              <a:spcAft>
                <a:spcPts val="0"/>
              </a:spcAft>
              <a:buSzPts val="1600"/>
              <a:buNone/>
              <a:defRPr b="1" sz="1300">
                <a:solidFill>
                  <a:schemeClr val="accent4"/>
                </a:solidFill>
              </a:defRPr>
            </a:lvl2pPr>
            <a:lvl3pPr lvl="2" algn="l">
              <a:lnSpc>
                <a:spcPct val="100000"/>
              </a:lnSpc>
              <a:spcBef>
                <a:spcPts val="1900"/>
              </a:spcBef>
              <a:spcAft>
                <a:spcPts val="0"/>
              </a:spcAft>
              <a:buSzPts val="1300"/>
              <a:buNone/>
              <a:defRPr b="1" sz="1300">
                <a:solidFill>
                  <a:schemeClr val="accent4"/>
                </a:solidFill>
              </a:defRPr>
            </a:lvl3pPr>
            <a:lvl4pPr lvl="3" algn="l">
              <a:lnSpc>
                <a:spcPct val="100000"/>
              </a:lnSpc>
              <a:spcBef>
                <a:spcPts val="1900"/>
              </a:spcBef>
              <a:spcAft>
                <a:spcPts val="0"/>
              </a:spcAft>
              <a:buSzPts val="1300"/>
              <a:buNone/>
              <a:defRPr b="1" sz="1300">
                <a:solidFill>
                  <a:schemeClr val="accent4"/>
                </a:solidFill>
              </a:defRPr>
            </a:lvl4pPr>
            <a:lvl5pPr lvl="4" algn="l">
              <a:lnSpc>
                <a:spcPct val="100000"/>
              </a:lnSpc>
              <a:spcBef>
                <a:spcPts val="1900"/>
              </a:spcBef>
              <a:spcAft>
                <a:spcPts val="0"/>
              </a:spcAft>
              <a:buSzPts val="1300"/>
              <a:buNone/>
              <a:defRPr b="1" sz="1300">
                <a:solidFill>
                  <a:schemeClr val="accent4"/>
                </a:solidFill>
              </a:defRPr>
            </a:lvl5pPr>
            <a:lvl6pPr lvl="5" algn="l">
              <a:lnSpc>
                <a:spcPct val="100000"/>
              </a:lnSpc>
              <a:spcBef>
                <a:spcPts val="1900"/>
              </a:spcBef>
              <a:spcAft>
                <a:spcPts val="0"/>
              </a:spcAft>
              <a:buSzPts val="1300"/>
              <a:buNone/>
              <a:defRPr b="1" sz="1300">
                <a:solidFill>
                  <a:schemeClr val="accent4"/>
                </a:solidFill>
              </a:defRPr>
            </a:lvl6pPr>
            <a:lvl7pPr lvl="6" algn="l">
              <a:lnSpc>
                <a:spcPct val="100000"/>
              </a:lnSpc>
              <a:spcBef>
                <a:spcPts val="1900"/>
              </a:spcBef>
              <a:spcAft>
                <a:spcPts val="0"/>
              </a:spcAft>
              <a:buSzPts val="1300"/>
              <a:buNone/>
              <a:defRPr b="1" sz="1300">
                <a:solidFill>
                  <a:schemeClr val="accent4"/>
                </a:solidFill>
              </a:defRPr>
            </a:lvl7pPr>
            <a:lvl8pPr lvl="7" algn="l">
              <a:lnSpc>
                <a:spcPct val="100000"/>
              </a:lnSpc>
              <a:spcBef>
                <a:spcPts val="1900"/>
              </a:spcBef>
              <a:spcAft>
                <a:spcPts val="0"/>
              </a:spcAft>
              <a:buSzPts val="1300"/>
              <a:buNone/>
              <a:defRPr b="1" sz="1300">
                <a:solidFill>
                  <a:schemeClr val="accent4"/>
                </a:solidFill>
              </a:defRPr>
            </a:lvl8pPr>
            <a:lvl9pPr lvl="8" algn="l">
              <a:lnSpc>
                <a:spcPct val="100000"/>
              </a:lnSpc>
              <a:spcBef>
                <a:spcPts val="1900"/>
              </a:spcBef>
              <a:spcAft>
                <a:spcPts val="1900"/>
              </a:spcAft>
              <a:buSzPts val="1300"/>
              <a:buNone/>
              <a:defRPr b="1" sz="1300">
                <a:solidFill>
                  <a:schemeClr val="accent4"/>
                </a:solidFill>
              </a:defRPr>
            </a:lvl9pPr>
          </a:lstStyle>
          <a:p/>
        </p:txBody>
      </p:sp>
      <p:sp>
        <p:nvSpPr>
          <p:cNvPr id="496" name="Google Shape;496;g3ecd9bc579e_0_4116"/>
          <p:cNvSpPr/>
          <p:nvPr/>
        </p:nvSpPr>
        <p:spPr>
          <a:xfrm>
            <a:off x="-52915" y="52631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497" name="Google Shape;497;g3ecd9bc579e_0_4116"/>
          <p:cNvPicPr preferRelativeResize="0"/>
          <p:nvPr/>
        </p:nvPicPr>
        <p:blipFill rotWithShape="1">
          <a:blip r:embed="rId2">
            <a:alphaModFix/>
          </a:blip>
          <a:srcRect b="179" l="0" r="0" t="179"/>
          <a:stretch/>
        </p:blipFill>
        <p:spPr>
          <a:xfrm>
            <a:off x="536852" y="480067"/>
            <a:ext cx="2986353" cy="280409"/>
          </a:xfrm>
          <a:prstGeom prst="rect">
            <a:avLst/>
          </a:prstGeom>
          <a:noFill/>
          <a:ln>
            <a:noFill/>
          </a:ln>
        </p:spPr>
      </p:pic>
      <p:sp>
        <p:nvSpPr>
          <p:cNvPr id="498" name="Google Shape;498;g3ecd9bc579e_0_4116"/>
          <p:cNvSpPr/>
          <p:nvPr/>
        </p:nvSpPr>
        <p:spPr>
          <a:xfrm>
            <a:off x="-52915" y="-12700"/>
            <a:ext cx="12244800" cy="3041400"/>
          </a:xfrm>
          <a:prstGeom prst="rect">
            <a:avLst/>
          </a:prstGeom>
          <a:gradFill>
            <a:gsLst>
              <a:gs pos="0">
                <a:srgbClr val="00CC66">
                  <a:alpha val="31373"/>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499" name="Google Shape;499;g3ecd9bc579e_0_4116"/>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4"/>
                </a:solidFill>
              </a:defRPr>
            </a:lvl1pPr>
            <a:lvl2pPr lvl="1" algn="l">
              <a:lnSpc>
                <a:spcPct val="100000"/>
              </a:lnSpc>
              <a:spcBef>
                <a:spcPts val="1900"/>
              </a:spcBef>
              <a:spcAft>
                <a:spcPts val="0"/>
              </a:spcAft>
              <a:buSzPts val="1600"/>
              <a:buNone/>
              <a:defRPr b="1" sz="1300">
                <a:solidFill>
                  <a:schemeClr val="accent4"/>
                </a:solidFill>
              </a:defRPr>
            </a:lvl2pPr>
            <a:lvl3pPr lvl="2" algn="l">
              <a:lnSpc>
                <a:spcPct val="100000"/>
              </a:lnSpc>
              <a:spcBef>
                <a:spcPts val="1900"/>
              </a:spcBef>
              <a:spcAft>
                <a:spcPts val="0"/>
              </a:spcAft>
              <a:buSzPts val="1300"/>
              <a:buNone/>
              <a:defRPr b="1" sz="1300">
                <a:solidFill>
                  <a:schemeClr val="accent4"/>
                </a:solidFill>
              </a:defRPr>
            </a:lvl3pPr>
            <a:lvl4pPr lvl="3" algn="l">
              <a:lnSpc>
                <a:spcPct val="100000"/>
              </a:lnSpc>
              <a:spcBef>
                <a:spcPts val="1900"/>
              </a:spcBef>
              <a:spcAft>
                <a:spcPts val="0"/>
              </a:spcAft>
              <a:buSzPts val="1300"/>
              <a:buNone/>
              <a:defRPr b="1" sz="1300">
                <a:solidFill>
                  <a:schemeClr val="accent4"/>
                </a:solidFill>
              </a:defRPr>
            </a:lvl4pPr>
            <a:lvl5pPr lvl="4" algn="l">
              <a:lnSpc>
                <a:spcPct val="100000"/>
              </a:lnSpc>
              <a:spcBef>
                <a:spcPts val="1900"/>
              </a:spcBef>
              <a:spcAft>
                <a:spcPts val="0"/>
              </a:spcAft>
              <a:buSzPts val="1300"/>
              <a:buNone/>
              <a:defRPr b="1" sz="1300">
                <a:solidFill>
                  <a:schemeClr val="accent4"/>
                </a:solidFill>
              </a:defRPr>
            </a:lvl5pPr>
            <a:lvl6pPr lvl="5" algn="l">
              <a:lnSpc>
                <a:spcPct val="100000"/>
              </a:lnSpc>
              <a:spcBef>
                <a:spcPts val="1900"/>
              </a:spcBef>
              <a:spcAft>
                <a:spcPts val="0"/>
              </a:spcAft>
              <a:buSzPts val="1300"/>
              <a:buNone/>
              <a:defRPr b="1" sz="1300">
                <a:solidFill>
                  <a:schemeClr val="accent4"/>
                </a:solidFill>
              </a:defRPr>
            </a:lvl6pPr>
            <a:lvl7pPr lvl="6" algn="l">
              <a:lnSpc>
                <a:spcPct val="100000"/>
              </a:lnSpc>
              <a:spcBef>
                <a:spcPts val="1900"/>
              </a:spcBef>
              <a:spcAft>
                <a:spcPts val="0"/>
              </a:spcAft>
              <a:buSzPts val="1300"/>
              <a:buNone/>
              <a:defRPr b="1" sz="1300">
                <a:solidFill>
                  <a:schemeClr val="accent4"/>
                </a:solidFill>
              </a:defRPr>
            </a:lvl7pPr>
            <a:lvl8pPr lvl="7" algn="l">
              <a:lnSpc>
                <a:spcPct val="100000"/>
              </a:lnSpc>
              <a:spcBef>
                <a:spcPts val="1900"/>
              </a:spcBef>
              <a:spcAft>
                <a:spcPts val="0"/>
              </a:spcAft>
              <a:buSzPts val="1300"/>
              <a:buNone/>
              <a:defRPr b="1" sz="1300">
                <a:solidFill>
                  <a:schemeClr val="accent4"/>
                </a:solidFill>
              </a:defRPr>
            </a:lvl8pPr>
            <a:lvl9pPr lvl="8" algn="l">
              <a:lnSpc>
                <a:spcPct val="100000"/>
              </a:lnSpc>
              <a:spcBef>
                <a:spcPts val="1900"/>
              </a:spcBef>
              <a:spcAft>
                <a:spcPts val="1900"/>
              </a:spcAft>
              <a:buSzPts val="1300"/>
              <a:buNone/>
              <a:defRPr b="1" sz="1300">
                <a:solidFill>
                  <a:schemeClr val="accent4"/>
                </a:solidFill>
              </a:defRPr>
            </a:lvl9pPr>
          </a:lstStyle>
          <a:p/>
        </p:txBody>
      </p:sp>
      <p:sp>
        <p:nvSpPr>
          <p:cNvPr id="500" name="Google Shape;500;g3ecd9bc579e_0_4116"/>
          <p:cNvSpPr/>
          <p:nvPr/>
        </p:nvSpPr>
        <p:spPr>
          <a:xfrm>
            <a:off x="-52915" y="52631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501" name="Google Shape;501;g3ecd9bc579e_0_4116"/>
          <p:cNvPicPr preferRelativeResize="0"/>
          <p:nvPr/>
        </p:nvPicPr>
        <p:blipFill rotWithShape="1">
          <a:blip r:embed="rId2">
            <a:alphaModFix/>
          </a:blip>
          <a:srcRect b="179" l="0" r="0" t="179"/>
          <a:stretch/>
        </p:blipFill>
        <p:spPr>
          <a:xfrm>
            <a:off x="536852" y="480067"/>
            <a:ext cx="2986353" cy="280409"/>
          </a:xfrm>
          <a:prstGeom prst="rect">
            <a:avLst/>
          </a:prstGeom>
          <a:noFill/>
          <a:ln>
            <a:noFill/>
          </a:ln>
        </p:spPr>
      </p:pic>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option 1">
  <p:cSld name="TITLE_AND_BODY_1">
    <p:spTree>
      <p:nvGrpSpPr>
        <p:cNvPr id="502" name="Shape 502"/>
        <p:cNvGrpSpPr/>
        <p:nvPr/>
      </p:nvGrpSpPr>
      <p:grpSpPr>
        <a:xfrm>
          <a:off x="0" y="0"/>
          <a:ext cx="0" cy="0"/>
          <a:chOff x="0" y="0"/>
          <a:chExt cx="0" cy="0"/>
        </a:xfrm>
      </p:grpSpPr>
      <p:sp>
        <p:nvSpPr>
          <p:cNvPr id="503" name="Google Shape;503;g3ecd9bc579e_0_4127"/>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900"/>
              <a:buNone/>
              <a:defRPr sz="2900"/>
            </a:lvl1pPr>
            <a:lvl2pPr lvl="1" algn="l">
              <a:lnSpc>
                <a:spcPct val="100000"/>
              </a:lnSpc>
              <a:spcBef>
                <a:spcPts val="0"/>
              </a:spcBef>
              <a:spcAft>
                <a:spcPts val="0"/>
              </a:spcAft>
              <a:buSzPts val="2900"/>
              <a:buNone/>
              <a:defRPr sz="2900"/>
            </a:lvl2pPr>
            <a:lvl3pPr lvl="2" algn="l">
              <a:lnSpc>
                <a:spcPct val="100000"/>
              </a:lnSpc>
              <a:spcBef>
                <a:spcPts val="0"/>
              </a:spcBef>
              <a:spcAft>
                <a:spcPts val="0"/>
              </a:spcAft>
              <a:buSzPts val="2900"/>
              <a:buNone/>
              <a:defRPr sz="2900"/>
            </a:lvl3pPr>
            <a:lvl4pPr lvl="3" algn="l">
              <a:lnSpc>
                <a:spcPct val="100000"/>
              </a:lnSpc>
              <a:spcBef>
                <a:spcPts val="0"/>
              </a:spcBef>
              <a:spcAft>
                <a:spcPts val="0"/>
              </a:spcAft>
              <a:buSzPts val="2900"/>
              <a:buNone/>
              <a:defRPr sz="2900"/>
            </a:lvl4pPr>
            <a:lvl5pPr lvl="4" algn="l">
              <a:lnSpc>
                <a:spcPct val="100000"/>
              </a:lnSpc>
              <a:spcBef>
                <a:spcPts val="0"/>
              </a:spcBef>
              <a:spcAft>
                <a:spcPts val="0"/>
              </a:spcAft>
              <a:buSzPts val="2900"/>
              <a:buNone/>
              <a:defRPr sz="2900"/>
            </a:lvl5pPr>
            <a:lvl6pPr lvl="5" algn="l">
              <a:lnSpc>
                <a:spcPct val="100000"/>
              </a:lnSpc>
              <a:spcBef>
                <a:spcPts val="0"/>
              </a:spcBef>
              <a:spcAft>
                <a:spcPts val="0"/>
              </a:spcAft>
              <a:buSzPts val="2900"/>
              <a:buNone/>
              <a:defRPr sz="2900"/>
            </a:lvl6pPr>
            <a:lvl7pPr lvl="6" algn="l">
              <a:lnSpc>
                <a:spcPct val="100000"/>
              </a:lnSpc>
              <a:spcBef>
                <a:spcPts val="0"/>
              </a:spcBef>
              <a:spcAft>
                <a:spcPts val="0"/>
              </a:spcAft>
              <a:buSzPts val="2900"/>
              <a:buNone/>
              <a:defRPr sz="2900"/>
            </a:lvl7pPr>
            <a:lvl8pPr lvl="7" algn="l">
              <a:lnSpc>
                <a:spcPct val="100000"/>
              </a:lnSpc>
              <a:spcBef>
                <a:spcPts val="0"/>
              </a:spcBef>
              <a:spcAft>
                <a:spcPts val="0"/>
              </a:spcAft>
              <a:buSzPts val="2900"/>
              <a:buNone/>
              <a:defRPr sz="2900"/>
            </a:lvl8pPr>
            <a:lvl9pPr lvl="8" algn="l">
              <a:lnSpc>
                <a:spcPct val="100000"/>
              </a:lnSpc>
              <a:spcBef>
                <a:spcPts val="0"/>
              </a:spcBef>
              <a:spcAft>
                <a:spcPts val="0"/>
              </a:spcAft>
              <a:buSzPts val="2900"/>
              <a:buNone/>
              <a:defRPr sz="2900"/>
            </a:lvl9pPr>
          </a:lstStyle>
          <a:p/>
        </p:txBody>
      </p:sp>
      <p:sp>
        <p:nvSpPr>
          <p:cNvPr id="504" name="Google Shape;504;g3ecd9bc579e_0_4127"/>
          <p:cNvSpPr txBox="1"/>
          <p:nvPr>
            <p:ph idx="12" type="sldNum"/>
          </p:nvPr>
        </p:nvSpPr>
        <p:spPr>
          <a:xfrm>
            <a:off x="415589" y="6496033"/>
            <a:ext cx="5745300" cy="362100"/>
          </a:xfrm>
          <a:prstGeom prst="rect">
            <a:avLst/>
          </a:prstGeom>
          <a:noFill/>
          <a:ln>
            <a:noFill/>
          </a:ln>
        </p:spPr>
        <p:txBody>
          <a:bodyPr anchorCtr="0" anchor="ctr" bIns="121900" lIns="121900" spcFirstLastPara="1" rIns="121900" wrap="square" tIns="121900">
            <a:noAutofit/>
          </a:bodyPr>
          <a:lstStyle>
            <a:lvl1pPr indent="0" lvl="0"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1pPr>
            <a:lvl2pPr indent="0" lvl="1"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2pPr>
            <a:lvl3pPr indent="0" lvl="2"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3pPr>
            <a:lvl4pPr indent="0" lvl="3"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4pPr>
            <a:lvl5pPr indent="0" lvl="4"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5pPr>
            <a:lvl6pPr indent="0" lvl="5"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6pPr>
            <a:lvl7pPr indent="0" lvl="6"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7pPr>
            <a:lvl8pPr indent="0" lvl="7"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8pPr>
            <a:lvl9pPr indent="0" lvl="8"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9pPr>
          </a:lstStyle>
          <a:p>
            <a:pPr indent="0" lvl="0" marL="0" rtl="0" algn="l">
              <a:spcBef>
                <a:spcPts val="0"/>
              </a:spcBef>
              <a:spcAft>
                <a:spcPts val="0"/>
              </a:spcAft>
              <a:buNone/>
            </a:pPr>
            <a:r>
              <a:rPr lang="en-US"/>
              <a:t>© 2023 Palo Alto Networks, Inc. .</a:t>
            </a:r>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5" name="Shape 505"/>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7" name="Shape 507"/>
        <p:cNvGrpSpPr/>
        <p:nvPr/>
      </p:nvGrpSpPr>
      <p:grpSpPr>
        <a:xfrm>
          <a:off x="0" y="0"/>
          <a:ext cx="0" cy="0"/>
          <a:chOff x="0" y="0"/>
          <a:chExt cx="0" cy="0"/>
        </a:xfrm>
      </p:grpSpPr>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Blank - dark">
  <p:cSld name="BLANK_3_1_2">
    <p:bg>
      <p:bgPr>
        <a:solidFill>
          <a:schemeClr val="dk1"/>
        </a:solidFill>
      </p:bgPr>
    </p:bg>
    <p:spTree>
      <p:nvGrpSpPr>
        <p:cNvPr id="514" name="Shape 514"/>
        <p:cNvGrpSpPr/>
        <p:nvPr/>
      </p:nvGrpSpPr>
      <p:grpSpPr>
        <a:xfrm>
          <a:off x="0" y="0"/>
          <a:ext cx="0" cy="0"/>
          <a:chOff x="0" y="0"/>
          <a:chExt cx="0" cy="0"/>
        </a:xfrm>
      </p:grpSpPr>
      <p:sp>
        <p:nvSpPr>
          <p:cNvPr id="515" name="Google Shape;515;h44ba9557397ad1d7_0_1631"/>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16" name="Google Shape;516;h44ba9557397ad1d7_0_163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517" name="Google Shape;517;h44ba9557397ad1d7_0_1631"/>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Slide - dark">
  <p:cSld name="TITLE_1_2_3_1_1">
    <p:spTree>
      <p:nvGrpSpPr>
        <p:cNvPr id="518" name="Shape 518"/>
        <p:cNvGrpSpPr/>
        <p:nvPr/>
      </p:nvGrpSpPr>
      <p:grpSpPr>
        <a:xfrm>
          <a:off x="0" y="0"/>
          <a:ext cx="0" cy="0"/>
          <a:chOff x="0" y="0"/>
          <a:chExt cx="0" cy="0"/>
        </a:xfrm>
      </p:grpSpPr>
      <p:sp>
        <p:nvSpPr>
          <p:cNvPr id="519" name="Google Shape;519;h44ba9557397ad1d7_0_1635"/>
          <p:cNvSpPr/>
          <p:nvPr/>
        </p:nvSpPr>
        <p:spPr>
          <a:xfrm>
            <a:off x="-52915" y="0"/>
            <a:ext cx="123081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20" name="Google Shape;520;h44ba9557397ad1d7_0_1635"/>
          <p:cNvSpPr/>
          <p:nvPr/>
        </p:nvSpPr>
        <p:spPr>
          <a:xfrm>
            <a:off x="-52915" y="0"/>
            <a:ext cx="12308100" cy="3028500"/>
          </a:xfrm>
          <a:prstGeom prst="rect">
            <a:avLst/>
          </a:prstGeom>
          <a:gradFill>
            <a:gsLst>
              <a:gs pos="0">
                <a:srgbClr val="00CC66">
                  <a:alpha val="31373"/>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521" name="Google Shape;521;h44ba9557397ad1d7_0_1635"/>
          <p:cNvPicPr preferRelativeResize="0"/>
          <p:nvPr/>
        </p:nvPicPr>
        <p:blipFill rotWithShape="1">
          <a:blip r:embed="rId2">
            <a:alphaModFix/>
          </a:blip>
          <a:srcRect b="24679" l="16143" r="19028" t="2820"/>
          <a:stretch/>
        </p:blipFill>
        <p:spPr>
          <a:xfrm>
            <a:off x="6488710" y="480067"/>
            <a:ext cx="5703045" cy="6377933"/>
          </a:xfrm>
          <a:prstGeom prst="rect">
            <a:avLst/>
          </a:prstGeom>
          <a:noFill/>
          <a:ln>
            <a:noFill/>
          </a:ln>
        </p:spPr>
      </p:pic>
      <p:sp>
        <p:nvSpPr>
          <p:cNvPr id="522" name="Google Shape;522;h44ba9557397ad1d7_0_1635"/>
          <p:cNvSpPr/>
          <p:nvPr/>
        </p:nvSpPr>
        <p:spPr>
          <a:xfrm>
            <a:off x="-52915" y="2186601"/>
            <a:ext cx="123081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23" name="Google Shape;523;h44ba9557397ad1d7_0_1635"/>
          <p:cNvSpPr txBox="1"/>
          <p:nvPr>
            <p:ph type="ctrTitle"/>
          </p:nvPr>
        </p:nvSpPr>
        <p:spPr>
          <a:xfrm>
            <a:off x="415589" y="1003267"/>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524" name="Google Shape;524;h44ba9557397ad1d7_0_1635"/>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525" name="Google Shape;525;h44ba9557397ad1d7_0_1635"/>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4"/>
                </a:solidFill>
              </a:defRPr>
            </a:lvl1pPr>
            <a:lvl2pPr lvl="1" algn="l">
              <a:lnSpc>
                <a:spcPct val="100000"/>
              </a:lnSpc>
              <a:spcBef>
                <a:spcPts val="1900"/>
              </a:spcBef>
              <a:spcAft>
                <a:spcPts val="0"/>
              </a:spcAft>
              <a:buSzPts val="1600"/>
              <a:buNone/>
              <a:defRPr b="1" sz="1300">
                <a:solidFill>
                  <a:schemeClr val="accent4"/>
                </a:solidFill>
              </a:defRPr>
            </a:lvl2pPr>
            <a:lvl3pPr lvl="2" algn="l">
              <a:lnSpc>
                <a:spcPct val="100000"/>
              </a:lnSpc>
              <a:spcBef>
                <a:spcPts val="1900"/>
              </a:spcBef>
              <a:spcAft>
                <a:spcPts val="0"/>
              </a:spcAft>
              <a:buSzPts val="1300"/>
              <a:buNone/>
              <a:defRPr b="1" sz="1300">
                <a:solidFill>
                  <a:schemeClr val="accent4"/>
                </a:solidFill>
              </a:defRPr>
            </a:lvl3pPr>
            <a:lvl4pPr lvl="3" algn="l">
              <a:lnSpc>
                <a:spcPct val="100000"/>
              </a:lnSpc>
              <a:spcBef>
                <a:spcPts val="1900"/>
              </a:spcBef>
              <a:spcAft>
                <a:spcPts val="0"/>
              </a:spcAft>
              <a:buSzPts val="1300"/>
              <a:buNone/>
              <a:defRPr b="1" sz="1300">
                <a:solidFill>
                  <a:schemeClr val="accent4"/>
                </a:solidFill>
              </a:defRPr>
            </a:lvl4pPr>
            <a:lvl5pPr lvl="4" algn="l">
              <a:lnSpc>
                <a:spcPct val="100000"/>
              </a:lnSpc>
              <a:spcBef>
                <a:spcPts val="1900"/>
              </a:spcBef>
              <a:spcAft>
                <a:spcPts val="0"/>
              </a:spcAft>
              <a:buSzPts val="1300"/>
              <a:buNone/>
              <a:defRPr b="1" sz="1300">
                <a:solidFill>
                  <a:schemeClr val="accent4"/>
                </a:solidFill>
              </a:defRPr>
            </a:lvl5pPr>
            <a:lvl6pPr lvl="5" algn="l">
              <a:lnSpc>
                <a:spcPct val="100000"/>
              </a:lnSpc>
              <a:spcBef>
                <a:spcPts val="1900"/>
              </a:spcBef>
              <a:spcAft>
                <a:spcPts val="0"/>
              </a:spcAft>
              <a:buSzPts val="1300"/>
              <a:buNone/>
              <a:defRPr b="1" sz="1300">
                <a:solidFill>
                  <a:schemeClr val="accent4"/>
                </a:solidFill>
              </a:defRPr>
            </a:lvl6pPr>
            <a:lvl7pPr lvl="6" algn="l">
              <a:lnSpc>
                <a:spcPct val="100000"/>
              </a:lnSpc>
              <a:spcBef>
                <a:spcPts val="1900"/>
              </a:spcBef>
              <a:spcAft>
                <a:spcPts val="0"/>
              </a:spcAft>
              <a:buSzPts val="1300"/>
              <a:buNone/>
              <a:defRPr b="1" sz="1300">
                <a:solidFill>
                  <a:schemeClr val="accent4"/>
                </a:solidFill>
              </a:defRPr>
            </a:lvl7pPr>
            <a:lvl8pPr lvl="7" algn="l">
              <a:lnSpc>
                <a:spcPct val="100000"/>
              </a:lnSpc>
              <a:spcBef>
                <a:spcPts val="1900"/>
              </a:spcBef>
              <a:spcAft>
                <a:spcPts val="0"/>
              </a:spcAft>
              <a:buSzPts val="1300"/>
              <a:buNone/>
              <a:defRPr b="1" sz="1300">
                <a:solidFill>
                  <a:schemeClr val="accent4"/>
                </a:solidFill>
              </a:defRPr>
            </a:lvl8pPr>
            <a:lvl9pPr lvl="8" algn="l">
              <a:lnSpc>
                <a:spcPct val="100000"/>
              </a:lnSpc>
              <a:spcBef>
                <a:spcPts val="1900"/>
              </a:spcBef>
              <a:spcAft>
                <a:spcPts val="1900"/>
              </a:spcAft>
              <a:buSzPts val="1300"/>
              <a:buNone/>
              <a:defRPr b="1" sz="1300">
                <a:solidFill>
                  <a:schemeClr val="accent4"/>
                </a:solidFill>
              </a:defRPr>
            </a:lvl9pPr>
          </a:lstStyle>
          <a:p/>
        </p:txBody>
      </p:sp>
      <p:sp>
        <p:nvSpPr>
          <p:cNvPr id="526" name="Google Shape;526;h44ba9557397ad1d7_0_1635"/>
          <p:cNvSpPr/>
          <p:nvPr/>
        </p:nvSpPr>
        <p:spPr>
          <a:xfrm>
            <a:off x="-52915" y="52631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527" name="Google Shape;527;h44ba9557397ad1d7_0_1635"/>
          <p:cNvPicPr preferRelativeResize="0"/>
          <p:nvPr/>
        </p:nvPicPr>
        <p:blipFill rotWithShape="1">
          <a:blip r:embed="rId3">
            <a:alphaModFix/>
          </a:blip>
          <a:srcRect b="179" l="0" r="0" t="179"/>
          <a:stretch/>
        </p:blipFill>
        <p:spPr>
          <a:xfrm>
            <a:off x="536852" y="480067"/>
            <a:ext cx="2986353" cy="280409"/>
          </a:xfrm>
          <a:prstGeom prst="rect">
            <a:avLst/>
          </a:prstGeom>
          <a:noFill/>
          <a:ln>
            <a:noFill/>
          </a:ln>
        </p:spPr>
      </p:pic>
      <p:sp>
        <p:nvSpPr>
          <p:cNvPr id="528" name="Google Shape;528;h44ba9557397ad1d7_0_163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Only - dark">
  <p:cSld name="TITLE_ONLY_2_1_2">
    <p:bg>
      <p:bgPr>
        <a:solidFill>
          <a:schemeClr val="dk1"/>
        </a:solidFill>
      </p:bgPr>
    </p:bg>
    <p:spTree>
      <p:nvGrpSpPr>
        <p:cNvPr id="529" name="Shape 529"/>
        <p:cNvGrpSpPr/>
        <p:nvPr/>
      </p:nvGrpSpPr>
      <p:grpSpPr>
        <a:xfrm>
          <a:off x="0" y="0"/>
          <a:ext cx="0" cy="0"/>
          <a:chOff x="0" y="0"/>
          <a:chExt cx="0" cy="0"/>
        </a:xfrm>
      </p:grpSpPr>
      <p:sp>
        <p:nvSpPr>
          <p:cNvPr id="530" name="Google Shape;530;h44ba9557397ad1d7_0_1646"/>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531" name="Google Shape;531;h44ba9557397ad1d7_0_1646"/>
          <p:cNvSpPr/>
          <p:nvPr/>
        </p:nvSpPr>
        <p:spPr>
          <a:xfrm>
            <a:off x="0" y="308100"/>
            <a:ext cx="12489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2" name="Google Shape;532;h44ba9557397ad1d7_0_1646"/>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3" name="Google Shape;533;h44ba9557397ad1d7_0_164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p:txBody>
      </p:sp>
      <p:pic>
        <p:nvPicPr>
          <p:cNvPr id="534" name="Google Shape;534;h44ba9557397ad1d7_0_1646"/>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Section Divider">
  <p:cSld name="SECTION_HEADER_2_1_1">
    <p:spTree>
      <p:nvGrpSpPr>
        <p:cNvPr id="535" name="Shape 535"/>
        <p:cNvGrpSpPr/>
        <p:nvPr/>
      </p:nvGrpSpPr>
      <p:grpSpPr>
        <a:xfrm>
          <a:off x="0" y="0"/>
          <a:ext cx="0" cy="0"/>
          <a:chOff x="0" y="0"/>
          <a:chExt cx="0" cy="0"/>
        </a:xfrm>
      </p:grpSpPr>
      <p:sp>
        <p:nvSpPr>
          <p:cNvPr id="536" name="Google Shape;536;h44ba9557397ad1d7_0_1652"/>
          <p:cNvSpPr/>
          <p:nvPr/>
        </p:nvSpPr>
        <p:spPr>
          <a:xfrm>
            <a:off x="-52915" y="0"/>
            <a:ext cx="12244800" cy="6858000"/>
          </a:xfrm>
          <a:prstGeom prst="rect">
            <a:avLst/>
          </a:prstGeom>
          <a:gradFill>
            <a:gsLst>
              <a:gs pos="0">
                <a:srgbClr val="0F9347"/>
              </a:gs>
              <a:gs pos="100000">
                <a:schemeClr val="accent4"/>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537" name="Google Shape;537;h44ba9557397ad1d7_0_1652"/>
          <p:cNvPicPr preferRelativeResize="0"/>
          <p:nvPr/>
        </p:nvPicPr>
        <p:blipFill rotWithShape="1">
          <a:blip r:embed="rId2">
            <a:alphaModFix/>
          </a:blip>
          <a:srcRect b="40538" l="5995" r="6363" t="10373"/>
          <a:stretch/>
        </p:blipFill>
        <p:spPr>
          <a:xfrm>
            <a:off x="-52915" y="0"/>
            <a:ext cx="12244675" cy="6857999"/>
          </a:xfrm>
          <a:prstGeom prst="rect">
            <a:avLst/>
          </a:prstGeom>
          <a:noFill/>
          <a:ln>
            <a:noFill/>
          </a:ln>
        </p:spPr>
      </p:pic>
      <p:sp>
        <p:nvSpPr>
          <p:cNvPr id="538" name="Google Shape;538;h44ba9557397ad1d7_0_1652"/>
          <p:cNvSpPr/>
          <p:nvPr/>
        </p:nvSpPr>
        <p:spPr>
          <a:xfrm>
            <a:off x="-52915" y="1651000"/>
            <a:ext cx="12244800" cy="5207100"/>
          </a:xfrm>
          <a:prstGeom prst="rect">
            <a:avLst/>
          </a:prstGeom>
          <a:gradFill>
            <a:gsLst>
              <a:gs pos="0">
                <a:srgbClr val="0F9347"/>
              </a:gs>
              <a:gs pos="100000">
                <a:srgbClr val="FFFFFF">
                  <a:alpha val="0"/>
                </a:srgbClr>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9" name="Google Shape;539;h44ba9557397ad1d7_0_1652"/>
          <p:cNvSpPr txBox="1"/>
          <p:nvPr>
            <p:ph type="title"/>
          </p:nvPr>
        </p:nvSpPr>
        <p:spPr>
          <a:xfrm>
            <a:off x="415589" y="2867800"/>
            <a:ext cx="11360400" cy="1122300"/>
          </a:xfrm>
          <a:prstGeom prst="rect">
            <a:avLst/>
          </a:prstGeom>
          <a:noFill/>
          <a:ln>
            <a:noFill/>
          </a:ln>
          <a:effectLst>
            <a:outerShdw blurRad="285745" rotWithShape="0" algn="bl" dir="5400000" dist="12700">
              <a:schemeClr val="accent4">
                <a:alpha val="74902"/>
              </a:schemeClr>
            </a:outerShdw>
          </a:effectLst>
        </p:spPr>
        <p:txBody>
          <a:bodyPr anchorCtr="0" anchor="ctr" bIns="121900" lIns="121900" spcFirstLastPara="1" rIns="121900" wrap="square" tIns="121900">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540" name="Google Shape;540;h44ba9557397ad1d7_0_1652"/>
          <p:cNvPicPr preferRelativeResize="0"/>
          <p:nvPr/>
        </p:nvPicPr>
        <p:blipFill rotWithShape="1">
          <a:blip r:embed="rId3">
            <a:alphaModFix/>
          </a:blip>
          <a:srcRect b="0" l="0" r="0" t="0"/>
          <a:stretch/>
        </p:blipFill>
        <p:spPr>
          <a:xfrm>
            <a:off x="9822585" y="6575383"/>
            <a:ext cx="2139028" cy="201163"/>
          </a:xfrm>
          <a:prstGeom prst="rect">
            <a:avLst/>
          </a:prstGeom>
          <a:noFill/>
          <a:ln>
            <a:noFill/>
          </a:ln>
        </p:spPr>
      </p:pic>
      <p:sp>
        <p:nvSpPr>
          <p:cNvPr id="541" name="Google Shape;541;h44ba9557397ad1d7_0_165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wo-Column Content - dark">
  <p:cSld name="TITLE_AND_TWO_COLUMNS_2_1_2">
    <p:bg>
      <p:bgPr>
        <a:solidFill>
          <a:schemeClr val="dk1"/>
        </a:solidFill>
      </p:bgPr>
    </p:bg>
    <p:spTree>
      <p:nvGrpSpPr>
        <p:cNvPr id="542" name="Shape 542"/>
        <p:cNvGrpSpPr/>
        <p:nvPr/>
      </p:nvGrpSpPr>
      <p:grpSpPr>
        <a:xfrm>
          <a:off x="0" y="0"/>
          <a:ext cx="0" cy="0"/>
          <a:chOff x="0" y="0"/>
          <a:chExt cx="0" cy="0"/>
        </a:xfrm>
      </p:grpSpPr>
      <p:sp>
        <p:nvSpPr>
          <p:cNvPr id="543" name="Google Shape;543;h44ba9557397ad1d7_0_1659"/>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solidFill>
                  <a:schemeClr val="lt1"/>
                </a:solidFill>
              </a:defRPr>
            </a:lvl1pPr>
            <a:lvl2pPr indent="-330200" lvl="1" marL="914400" algn="l">
              <a:lnSpc>
                <a:spcPct val="100000"/>
              </a:lnSpc>
              <a:spcBef>
                <a:spcPts val="1900"/>
              </a:spcBef>
              <a:spcAft>
                <a:spcPts val="0"/>
              </a:spcAft>
              <a:buClr>
                <a:schemeClr val="accent4"/>
              </a:buClr>
              <a:buSzPts val="1600"/>
              <a:buChar char="○"/>
              <a:defRPr sz="1600">
                <a:solidFill>
                  <a:schemeClr val="lt1"/>
                </a:solidFill>
              </a:defRPr>
            </a:lvl2pPr>
            <a:lvl3pPr indent="-311150" lvl="2" marL="1371600" algn="l">
              <a:lnSpc>
                <a:spcPct val="100000"/>
              </a:lnSpc>
              <a:spcBef>
                <a:spcPts val="1600"/>
              </a:spcBef>
              <a:spcAft>
                <a:spcPts val="0"/>
              </a:spcAft>
              <a:buClr>
                <a:schemeClr val="accent4"/>
              </a:buClr>
              <a:buSzPts val="1300"/>
              <a:buChar char="■"/>
              <a:defRPr>
                <a:solidFill>
                  <a:schemeClr val="lt1"/>
                </a:solidFill>
              </a:defRPr>
            </a:lvl3pPr>
            <a:lvl4pPr indent="-311150" lvl="3" marL="1828800" algn="l">
              <a:lnSpc>
                <a:spcPct val="100000"/>
              </a:lnSpc>
              <a:spcBef>
                <a:spcPts val="1300"/>
              </a:spcBef>
              <a:spcAft>
                <a:spcPts val="0"/>
              </a:spcAft>
              <a:buClr>
                <a:schemeClr val="accent4"/>
              </a:buClr>
              <a:buSzPts val="1300"/>
              <a:buChar char="●"/>
              <a:defRPr>
                <a:solidFill>
                  <a:schemeClr val="lt1"/>
                </a:solidFill>
              </a:defRPr>
            </a:lvl4pPr>
            <a:lvl5pPr indent="-311150" lvl="4" marL="2286000" algn="l">
              <a:lnSpc>
                <a:spcPct val="100000"/>
              </a:lnSpc>
              <a:spcBef>
                <a:spcPts val="1100"/>
              </a:spcBef>
              <a:spcAft>
                <a:spcPts val="0"/>
              </a:spcAft>
              <a:buClr>
                <a:schemeClr val="accent4"/>
              </a:buClr>
              <a:buSzPts val="1300"/>
              <a:buChar char="○"/>
              <a:defRPr>
                <a:solidFill>
                  <a:schemeClr val="lt1"/>
                </a:solidFill>
              </a:defRPr>
            </a:lvl5pPr>
            <a:lvl6pPr indent="-311150" lvl="5" marL="2743200" algn="l">
              <a:lnSpc>
                <a:spcPct val="100000"/>
              </a:lnSpc>
              <a:spcBef>
                <a:spcPts val="800"/>
              </a:spcBef>
              <a:spcAft>
                <a:spcPts val="0"/>
              </a:spcAft>
              <a:buClr>
                <a:schemeClr val="accent4"/>
              </a:buClr>
              <a:buSzPts val="1300"/>
              <a:buChar char="■"/>
              <a:defRPr>
                <a:solidFill>
                  <a:schemeClr val="lt1"/>
                </a:solidFill>
              </a:defRPr>
            </a:lvl6pPr>
            <a:lvl7pPr indent="-311150" lvl="6" marL="3200400" algn="l">
              <a:lnSpc>
                <a:spcPct val="100000"/>
              </a:lnSpc>
              <a:spcBef>
                <a:spcPts val="500"/>
              </a:spcBef>
              <a:spcAft>
                <a:spcPts val="0"/>
              </a:spcAft>
              <a:buClr>
                <a:schemeClr val="accent4"/>
              </a:buClr>
              <a:buSzPts val="1300"/>
              <a:buChar char="●"/>
              <a:defRPr>
                <a:solidFill>
                  <a:schemeClr val="lt1"/>
                </a:solidFill>
              </a:defRPr>
            </a:lvl7pPr>
            <a:lvl8pPr indent="-311150" lvl="7" marL="3657600" algn="l">
              <a:lnSpc>
                <a:spcPct val="100000"/>
              </a:lnSpc>
              <a:spcBef>
                <a:spcPts val="500"/>
              </a:spcBef>
              <a:spcAft>
                <a:spcPts val="0"/>
              </a:spcAft>
              <a:buClr>
                <a:schemeClr val="accent4"/>
              </a:buClr>
              <a:buSzPts val="1300"/>
              <a:buChar char="○"/>
              <a:defRPr>
                <a:solidFill>
                  <a:schemeClr val="lt1"/>
                </a:solidFill>
              </a:defRPr>
            </a:lvl8pPr>
            <a:lvl9pPr indent="-311150" lvl="8" marL="4114800" algn="l">
              <a:lnSpc>
                <a:spcPct val="100000"/>
              </a:lnSpc>
              <a:spcBef>
                <a:spcPts val="500"/>
              </a:spcBef>
              <a:spcAft>
                <a:spcPts val="500"/>
              </a:spcAft>
              <a:buClr>
                <a:schemeClr val="accent4"/>
              </a:buClr>
              <a:buSzPts val="1300"/>
              <a:buChar char="■"/>
              <a:defRPr>
                <a:solidFill>
                  <a:schemeClr val="lt1"/>
                </a:solidFill>
              </a:defRPr>
            </a:lvl9pPr>
          </a:lstStyle>
          <a:p/>
        </p:txBody>
      </p:sp>
      <p:sp>
        <p:nvSpPr>
          <p:cNvPr id="544" name="Google Shape;544;h44ba9557397ad1d7_0_1659"/>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545" name="Google Shape;545;h44ba9557397ad1d7_0_1659"/>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solidFill>
                  <a:schemeClr val="lt1"/>
                </a:solidFill>
              </a:defRPr>
            </a:lvl1pPr>
            <a:lvl2pPr indent="-330200" lvl="1" marL="914400" algn="l">
              <a:lnSpc>
                <a:spcPct val="100000"/>
              </a:lnSpc>
              <a:spcBef>
                <a:spcPts val="1900"/>
              </a:spcBef>
              <a:spcAft>
                <a:spcPts val="0"/>
              </a:spcAft>
              <a:buClr>
                <a:schemeClr val="accent4"/>
              </a:buClr>
              <a:buSzPts val="1600"/>
              <a:buChar char="○"/>
              <a:defRPr sz="1600">
                <a:solidFill>
                  <a:schemeClr val="lt1"/>
                </a:solidFill>
              </a:defRPr>
            </a:lvl2pPr>
            <a:lvl3pPr indent="-311150" lvl="2" marL="1371600" algn="l">
              <a:lnSpc>
                <a:spcPct val="100000"/>
              </a:lnSpc>
              <a:spcBef>
                <a:spcPts val="1600"/>
              </a:spcBef>
              <a:spcAft>
                <a:spcPts val="0"/>
              </a:spcAft>
              <a:buClr>
                <a:schemeClr val="accent4"/>
              </a:buClr>
              <a:buSzPts val="1300"/>
              <a:buChar char="■"/>
              <a:defRPr>
                <a:solidFill>
                  <a:schemeClr val="lt1"/>
                </a:solidFill>
              </a:defRPr>
            </a:lvl3pPr>
            <a:lvl4pPr indent="-311150" lvl="3" marL="1828800" algn="l">
              <a:lnSpc>
                <a:spcPct val="100000"/>
              </a:lnSpc>
              <a:spcBef>
                <a:spcPts val="1300"/>
              </a:spcBef>
              <a:spcAft>
                <a:spcPts val="0"/>
              </a:spcAft>
              <a:buClr>
                <a:schemeClr val="accent4"/>
              </a:buClr>
              <a:buSzPts val="1300"/>
              <a:buChar char="●"/>
              <a:defRPr>
                <a:solidFill>
                  <a:schemeClr val="lt1"/>
                </a:solidFill>
              </a:defRPr>
            </a:lvl4pPr>
            <a:lvl5pPr indent="-311150" lvl="4" marL="2286000" algn="l">
              <a:lnSpc>
                <a:spcPct val="100000"/>
              </a:lnSpc>
              <a:spcBef>
                <a:spcPts val="1100"/>
              </a:spcBef>
              <a:spcAft>
                <a:spcPts val="0"/>
              </a:spcAft>
              <a:buClr>
                <a:schemeClr val="accent4"/>
              </a:buClr>
              <a:buSzPts val="1300"/>
              <a:buChar char="○"/>
              <a:defRPr>
                <a:solidFill>
                  <a:schemeClr val="lt1"/>
                </a:solidFill>
              </a:defRPr>
            </a:lvl5pPr>
            <a:lvl6pPr indent="-311150" lvl="5" marL="2743200" algn="l">
              <a:lnSpc>
                <a:spcPct val="100000"/>
              </a:lnSpc>
              <a:spcBef>
                <a:spcPts val="800"/>
              </a:spcBef>
              <a:spcAft>
                <a:spcPts val="0"/>
              </a:spcAft>
              <a:buClr>
                <a:schemeClr val="accent4"/>
              </a:buClr>
              <a:buSzPts val="1300"/>
              <a:buChar char="■"/>
              <a:defRPr>
                <a:solidFill>
                  <a:schemeClr val="lt1"/>
                </a:solidFill>
              </a:defRPr>
            </a:lvl6pPr>
            <a:lvl7pPr indent="-311150" lvl="6" marL="3200400" algn="l">
              <a:lnSpc>
                <a:spcPct val="100000"/>
              </a:lnSpc>
              <a:spcBef>
                <a:spcPts val="500"/>
              </a:spcBef>
              <a:spcAft>
                <a:spcPts val="0"/>
              </a:spcAft>
              <a:buClr>
                <a:schemeClr val="accent4"/>
              </a:buClr>
              <a:buSzPts val="1300"/>
              <a:buChar char="●"/>
              <a:defRPr>
                <a:solidFill>
                  <a:schemeClr val="lt1"/>
                </a:solidFill>
              </a:defRPr>
            </a:lvl7pPr>
            <a:lvl8pPr indent="-311150" lvl="7" marL="3657600" algn="l">
              <a:lnSpc>
                <a:spcPct val="100000"/>
              </a:lnSpc>
              <a:spcBef>
                <a:spcPts val="500"/>
              </a:spcBef>
              <a:spcAft>
                <a:spcPts val="0"/>
              </a:spcAft>
              <a:buClr>
                <a:schemeClr val="accent4"/>
              </a:buClr>
              <a:buSzPts val="1300"/>
              <a:buChar char="○"/>
              <a:defRPr>
                <a:solidFill>
                  <a:schemeClr val="lt1"/>
                </a:solidFill>
              </a:defRPr>
            </a:lvl8pPr>
            <a:lvl9pPr indent="-311150" lvl="8" marL="4114800" algn="l">
              <a:lnSpc>
                <a:spcPct val="100000"/>
              </a:lnSpc>
              <a:spcBef>
                <a:spcPts val="500"/>
              </a:spcBef>
              <a:spcAft>
                <a:spcPts val="500"/>
              </a:spcAft>
              <a:buClr>
                <a:schemeClr val="accent4"/>
              </a:buClr>
              <a:buSzPts val="1300"/>
              <a:buChar char="■"/>
              <a:defRPr>
                <a:solidFill>
                  <a:schemeClr val="lt1"/>
                </a:solidFill>
              </a:defRPr>
            </a:lvl9pPr>
          </a:lstStyle>
          <a:p/>
        </p:txBody>
      </p:sp>
      <p:sp>
        <p:nvSpPr>
          <p:cNvPr id="546" name="Google Shape;546;h44ba9557397ad1d7_0_1659"/>
          <p:cNvSpPr/>
          <p:nvPr/>
        </p:nvSpPr>
        <p:spPr>
          <a:xfrm>
            <a:off x="0" y="308100"/>
            <a:ext cx="12489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47" name="Google Shape;547;h44ba9557397ad1d7_0_1659"/>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48" name="Google Shape;548;h44ba9557397ad1d7_0_1659"/>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549" name="Google Shape;549;h44ba9557397ad1d7_0_1659"/>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Only - dark 1">
  <p:cSld name="TITLE_ONLY_2_1_2_2">
    <p:bg>
      <p:bgPr>
        <a:solidFill>
          <a:schemeClr val="dk1"/>
        </a:solidFill>
      </p:bgPr>
    </p:bg>
    <p:spTree>
      <p:nvGrpSpPr>
        <p:cNvPr id="550" name="Shape 550"/>
        <p:cNvGrpSpPr/>
        <p:nvPr/>
      </p:nvGrpSpPr>
      <p:grpSpPr>
        <a:xfrm>
          <a:off x="0" y="0"/>
          <a:ext cx="0" cy="0"/>
          <a:chOff x="0" y="0"/>
          <a:chExt cx="0" cy="0"/>
        </a:xfrm>
      </p:grpSpPr>
      <p:sp>
        <p:nvSpPr>
          <p:cNvPr id="551" name="Google Shape;551;h44ba9557397ad1d7_0_1667"/>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552" name="Google Shape;552;h44ba9557397ad1d7_0_1667"/>
          <p:cNvSpPr/>
          <p:nvPr/>
        </p:nvSpPr>
        <p:spPr>
          <a:xfrm>
            <a:off x="0" y="308100"/>
            <a:ext cx="1248900" cy="552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3" name="Google Shape;553;h44ba9557397ad1d7_0_1667"/>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4" name="Google Shape;554;h44ba9557397ad1d7_0_1667"/>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555" name="Google Shape;555;h44ba9557397ad1d7_0_1667"/>
          <p:cNvPicPr preferRelativeResize="0"/>
          <p:nvPr/>
        </p:nvPicPr>
        <p:blipFill rotWithShape="1">
          <a:blip r:embed="rId2">
            <a:alphaModFix/>
          </a:blip>
          <a:srcRect b="0" l="0" r="0" t="0"/>
          <a:stretch/>
        </p:blipFill>
        <p:spPr>
          <a:xfrm>
            <a:off x="9822586" y="6575383"/>
            <a:ext cx="2139034" cy="201163"/>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wo-Column Content - dark 1">
  <p:cSld name="TITLE_AND_TWO_COLUMNS_2_1_2_1">
    <p:bg>
      <p:bgPr>
        <a:solidFill>
          <a:schemeClr val="dk1"/>
        </a:solidFill>
      </p:bgPr>
    </p:bg>
    <p:spTree>
      <p:nvGrpSpPr>
        <p:cNvPr id="556" name="Shape 556"/>
        <p:cNvGrpSpPr/>
        <p:nvPr/>
      </p:nvGrpSpPr>
      <p:grpSpPr>
        <a:xfrm>
          <a:off x="0" y="0"/>
          <a:ext cx="0" cy="0"/>
          <a:chOff x="0" y="0"/>
          <a:chExt cx="0" cy="0"/>
        </a:xfrm>
      </p:grpSpPr>
      <p:sp>
        <p:nvSpPr>
          <p:cNvPr id="557" name="Google Shape;557;h44ba9557397ad1d7_0_1673"/>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solidFill>
                  <a:schemeClr val="lt1"/>
                </a:solidFill>
              </a:defRPr>
            </a:lvl1pPr>
            <a:lvl2pPr indent="-330200" lvl="1" marL="914400" algn="l">
              <a:lnSpc>
                <a:spcPct val="100000"/>
              </a:lnSpc>
              <a:spcBef>
                <a:spcPts val="1900"/>
              </a:spcBef>
              <a:spcAft>
                <a:spcPts val="0"/>
              </a:spcAft>
              <a:buClr>
                <a:schemeClr val="accent4"/>
              </a:buClr>
              <a:buSzPts val="1600"/>
              <a:buChar char="○"/>
              <a:defRPr sz="1600">
                <a:solidFill>
                  <a:schemeClr val="lt1"/>
                </a:solidFill>
              </a:defRPr>
            </a:lvl2pPr>
            <a:lvl3pPr indent="-311150" lvl="2" marL="1371600" algn="l">
              <a:lnSpc>
                <a:spcPct val="100000"/>
              </a:lnSpc>
              <a:spcBef>
                <a:spcPts val="1600"/>
              </a:spcBef>
              <a:spcAft>
                <a:spcPts val="0"/>
              </a:spcAft>
              <a:buClr>
                <a:schemeClr val="accent4"/>
              </a:buClr>
              <a:buSzPts val="1300"/>
              <a:buChar char="■"/>
              <a:defRPr>
                <a:solidFill>
                  <a:schemeClr val="lt1"/>
                </a:solidFill>
              </a:defRPr>
            </a:lvl3pPr>
            <a:lvl4pPr indent="-311150" lvl="3" marL="1828800" algn="l">
              <a:lnSpc>
                <a:spcPct val="100000"/>
              </a:lnSpc>
              <a:spcBef>
                <a:spcPts val="1300"/>
              </a:spcBef>
              <a:spcAft>
                <a:spcPts val="0"/>
              </a:spcAft>
              <a:buClr>
                <a:schemeClr val="accent4"/>
              </a:buClr>
              <a:buSzPts val="1300"/>
              <a:buChar char="●"/>
              <a:defRPr>
                <a:solidFill>
                  <a:schemeClr val="lt1"/>
                </a:solidFill>
              </a:defRPr>
            </a:lvl4pPr>
            <a:lvl5pPr indent="-311150" lvl="4" marL="2286000" algn="l">
              <a:lnSpc>
                <a:spcPct val="100000"/>
              </a:lnSpc>
              <a:spcBef>
                <a:spcPts val="1100"/>
              </a:spcBef>
              <a:spcAft>
                <a:spcPts val="0"/>
              </a:spcAft>
              <a:buClr>
                <a:schemeClr val="accent4"/>
              </a:buClr>
              <a:buSzPts val="1300"/>
              <a:buChar char="○"/>
              <a:defRPr>
                <a:solidFill>
                  <a:schemeClr val="lt1"/>
                </a:solidFill>
              </a:defRPr>
            </a:lvl5pPr>
            <a:lvl6pPr indent="-311150" lvl="5" marL="2743200" algn="l">
              <a:lnSpc>
                <a:spcPct val="100000"/>
              </a:lnSpc>
              <a:spcBef>
                <a:spcPts val="800"/>
              </a:spcBef>
              <a:spcAft>
                <a:spcPts val="0"/>
              </a:spcAft>
              <a:buClr>
                <a:schemeClr val="accent4"/>
              </a:buClr>
              <a:buSzPts val="1300"/>
              <a:buChar char="■"/>
              <a:defRPr>
                <a:solidFill>
                  <a:schemeClr val="lt1"/>
                </a:solidFill>
              </a:defRPr>
            </a:lvl6pPr>
            <a:lvl7pPr indent="-311150" lvl="6" marL="3200400" algn="l">
              <a:lnSpc>
                <a:spcPct val="100000"/>
              </a:lnSpc>
              <a:spcBef>
                <a:spcPts val="500"/>
              </a:spcBef>
              <a:spcAft>
                <a:spcPts val="0"/>
              </a:spcAft>
              <a:buClr>
                <a:schemeClr val="accent4"/>
              </a:buClr>
              <a:buSzPts val="1300"/>
              <a:buChar char="●"/>
              <a:defRPr>
                <a:solidFill>
                  <a:schemeClr val="lt1"/>
                </a:solidFill>
              </a:defRPr>
            </a:lvl7pPr>
            <a:lvl8pPr indent="-311150" lvl="7" marL="3657600" algn="l">
              <a:lnSpc>
                <a:spcPct val="100000"/>
              </a:lnSpc>
              <a:spcBef>
                <a:spcPts val="500"/>
              </a:spcBef>
              <a:spcAft>
                <a:spcPts val="0"/>
              </a:spcAft>
              <a:buClr>
                <a:schemeClr val="accent4"/>
              </a:buClr>
              <a:buSzPts val="1300"/>
              <a:buChar char="○"/>
              <a:defRPr>
                <a:solidFill>
                  <a:schemeClr val="lt1"/>
                </a:solidFill>
              </a:defRPr>
            </a:lvl8pPr>
            <a:lvl9pPr indent="-311150" lvl="8" marL="4114800" algn="l">
              <a:lnSpc>
                <a:spcPct val="100000"/>
              </a:lnSpc>
              <a:spcBef>
                <a:spcPts val="500"/>
              </a:spcBef>
              <a:spcAft>
                <a:spcPts val="500"/>
              </a:spcAft>
              <a:buClr>
                <a:schemeClr val="accent4"/>
              </a:buClr>
              <a:buSzPts val="1300"/>
              <a:buChar char="■"/>
              <a:defRPr>
                <a:solidFill>
                  <a:schemeClr val="lt1"/>
                </a:solidFill>
              </a:defRPr>
            </a:lvl9pPr>
          </a:lstStyle>
          <a:p/>
        </p:txBody>
      </p:sp>
      <p:sp>
        <p:nvSpPr>
          <p:cNvPr id="558" name="Google Shape;558;h44ba9557397ad1d7_0_1673"/>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559" name="Google Shape;559;h44ba9557397ad1d7_0_1673"/>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solidFill>
                  <a:schemeClr val="lt1"/>
                </a:solidFill>
              </a:defRPr>
            </a:lvl1pPr>
            <a:lvl2pPr indent="-330200" lvl="1" marL="914400" algn="l">
              <a:lnSpc>
                <a:spcPct val="100000"/>
              </a:lnSpc>
              <a:spcBef>
                <a:spcPts val="1900"/>
              </a:spcBef>
              <a:spcAft>
                <a:spcPts val="0"/>
              </a:spcAft>
              <a:buClr>
                <a:schemeClr val="accent4"/>
              </a:buClr>
              <a:buSzPts val="1600"/>
              <a:buChar char="○"/>
              <a:defRPr sz="1600">
                <a:solidFill>
                  <a:schemeClr val="lt1"/>
                </a:solidFill>
              </a:defRPr>
            </a:lvl2pPr>
            <a:lvl3pPr indent="-311150" lvl="2" marL="1371600" algn="l">
              <a:lnSpc>
                <a:spcPct val="100000"/>
              </a:lnSpc>
              <a:spcBef>
                <a:spcPts val="1600"/>
              </a:spcBef>
              <a:spcAft>
                <a:spcPts val="0"/>
              </a:spcAft>
              <a:buClr>
                <a:schemeClr val="accent4"/>
              </a:buClr>
              <a:buSzPts val="1300"/>
              <a:buChar char="■"/>
              <a:defRPr>
                <a:solidFill>
                  <a:schemeClr val="lt1"/>
                </a:solidFill>
              </a:defRPr>
            </a:lvl3pPr>
            <a:lvl4pPr indent="-311150" lvl="3" marL="1828800" algn="l">
              <a:lnSpc>
                <a:spcPct val="100000"/>
              </a:lnSpc>
              <a:spcBef>
                <a:spcPts val="1300"/>
              </a:spcBef>
              <a:spcAft>
                <a:spcPts val="0"/>
              </a:spcAft>
              <a:buClr>
                <a:schemeClr val="accent4"/>
              </a:buClr>
              <a:buSzPts val="1300"/>
              <a:buChar char="●"/>
              <a:defRPr>
                <a:solidFill>
                  <a:schemeClr val="lt1"/>
                </a:solidFill>
              </a:defRPr>
            </a:lvl4pPr>
            <a:lvl5pPr indent="-311150" lvl="4" marL="2286000" algn="l">
              <a:lnSpc>
                <a:spcPct val="100000"/>
              </a:lnSpc>
              <a:spcBef>
                <a:spcPts val="1100"/>
              </a:spcBef>
              <a:spcAft>
                <a:spcPts val="0"/>
              </a:spcAft>
              <a:buClr>
                <a:schemeClr val="accent4"/>
              </a:buClr>
              <a:buSzPts val="1300"/>
              <a:buChar char="○"/>
              <a:defRPr>
                <a:solidFill>
                  <a:schemeClr val="lt1"/>
                </a:solidFill>
              </a:defRPr>
            </a:lvl5pPr>
            <a:lvl6pPr indent="-311150" lvl="5" marL="2743200" algn="l">
              <a:lnSpc>
                <a:spcPct val="100000"/>
              </a:lnSpc>
              <a:spcBef>
                <a:spcPts val="800"/>
              </a:spcBef>
              <a:spcAft>
                <a:spcPts val="0"/>
              </a:spcAft>
              <a:buClr>
                <a:schemeClr val="accent4"/>
              </a:buClr>
              <a:buSzPts val="1300"/>
              <a:buChar char="■"/>
              <a:defRPr>
                <a:solidFill>
                  <a:schemeClr val="lt1"/>
                </a:solidFill>
              </a:defRPr>
            </a:lvl6pPr>
            <a:lvl7pPr indent="-311150" lvl="6" marL="3200400" algn="l">
              <a:lnSpc>
                <a:spcPct val="100000"/>
              </a:lnSpc>
              <a:spcBef>
                <a:spcPts val="500"/>
              </a:spcBef>
              <a:spcAft>
                <a:spcPts val="0"/>
              </a:spcAft>
              <a:buClr>
                <a:schemeClr val="accent4"/>
              </a:buClr>
              <a:buSzPts val="1300"/>
              <a:buChar char="●"/>
              <a:defRPr>
                <a:solidFill>
                  <a:schemeClr val="lt1"/>
                </a:solidFill>
              </a:defRPr>
            </a:lvl7pPr>
            <a:lvl8pPr indent="-311150" lvl="7" marL="3657600" algn="l">
              <a:lnSpc>
                <a:spcPct val="100000"/>
              </a:lnSpc>
              <a:spcBef>
                <a:spcPts val="500"/>
              </a:spcBef>
              <a:spcAft>
                <a:spcPts val="0"/>
              </a:spcAft>
              <a:buClr>
                <a:schemeClr val="accent4"/>
              </a:buClr>
              <a:buSzPts val="1300"/>
              <a:buChar char="○"/>
              <a:defRPr>
                <a:solidFill>
                  <a:schemeClr val="lt1"/>
                </a:solidFill>
              </a:defRPr>
            </a:lvl8pPr>
            <a:lvl9pPr indent="-311150" lvl="8" marL="4114800" algn="l">
              <a:lnSpc>
                <a:spcPct val="100000"/>
              </a:lnSpc>
              <a:spcBef>
                <a:spcPts val="500"/>
              </a:spcBef>
              <a:spcAft>
                <a:spcPts val="500"/>
              </a:spcAft>
              <a:buClr>
                <a:schemeClr val="accent4"/>
              </a:buClr>
              <a:buSzPts val="1300"/>
              <a:buChar char="■"/>
              <a:defRPr>
                <a:solidFill>
                  <a:schemeClr val="lt1"/>
                </a:solidFill>
              </a:defRPr>
            </a:lvl9pPr>
          </a:lstStyle>
          <a:p/>
        </p:txBody>
      </p:sp>
      <p:sp>
        <p:nvSpPr>
          <p:cNvPr id="560" name="Google Shape;560;h44ba9557397ad1d7_0_1673"/>
          <p:cNvSpPr/>
          <p:nvPr/>
        </p:nvSpPr>
        <p:spPr>
          <a:xfrm>
            <a:off x="0" y="308100"/>
            <a:ext cx="1248900" cy="552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61" name="Google Shape;561;h44ba9557397ad1d7_0_1673"/>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62" name="Google Shape;562;h44ba9557397ad1d7_0_1673"/>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563" name="Google Shape;563;h44ba9557397ad1d7_0_1673"/>
          <p:cNvPicPr preferRelativeResize="0"/>
          <p:nvPr/>
        </p:nvPicPr>
        <p:blipFill rotWithShape="1">
          <a:blip r:embed="rId2">
            <a:alphaModFix/>
          </a:blip>
          <a:srcRect b="0" l="0" r="0" t="0"/>
          <a:stretch/>
        </p:blipFill>
        <p:spPr>
          <a:xfrm>
            <a:off x="9822585" y="6575383"/>
            <a:ext cx="2139034" cy="201163"/>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hank You Slide - dark">
  <p:cSld name="TITLE_1_2_3_1_1_1">
    <p:spTree>
      <p:nvGrpSpPr>
        <p:cNvPr id="564" name="Shape 564"/>
        <p:cNvGrpSpPr/>
        <p:nvPr/>
      </p:nvGrpSpPr>
      <p:grpSpPr>
        <a:xfrm>
          <a:off x="0" y="0"/>
          <a:ext cx="0" cy="0"/>
          <a:chOff x="0" y="0"/>
          <a:chExt cx="0" cy="0"/>
        </a:xfrm>
      </p:grpSpPr>
      <p:sp>
        <p:nvSpPr>
          <p:cNvPr id="565" name="Google Shape;565;h44ba9557397ad1d7_0_1681"/>
          <p:cNvSpPr/>
          <p:nvPr/>
        </p:nvSpPr>
        <p:spPr>
          <a:xfrm>
            <a:off x="-52915" y="0"/>
            <a:ext cx="123081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66" name="Google Shape;566;h44ba9557397ad1d7_0_1681"/>
          <p:cNvSpPr/>
          <p:nvPr/>
        </p:nvSpPr>
        <p:spPr>
          <a:xfrm>
            <a:off x="-52915" y="0"/>
            <a:ext cx="12308100" cy="3028500"/>
          </a:xfrm>
          <a:prstGeom prst="rect">
            <a:avLst/>
          </a:prstGeom>
          <a:gradFill>
            <a:gsLst>
              <a:gs pos="0">
                <a:srgbClr val="00CC66">
                  <a:alpha val="31373"/>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567" name="Google Shape;567;h44ba9557397ad1d7_0_1681"/>
          <p:cNvPicPr preferRelativeResize="0"/>
          <p:nvPr/>
        </p:nvPicPr>
        <p:blipFill rotWithShape="1">
          <a:blip r:embed="rId2">
            <a:alphaModFix amt="75000"/>
          </a:blip>
          <a:srcRect b="27499" l="16143" r="19028" t="0"/>
          <a:stretch/>
        </p:blipFill>
        <p:spPr>
          <a:xfrm>
            <a:off x="6488710" y="480067"/>
            <a:ext cx="5703045" cy="6377933"/>
          </a:xfrm>
          <a:prstGeom prst="rect">
            <a:avLst/>
          </a:prstGeom>
          <a:noFill/>
          <a:ln>
            <a:noFill/>
          </a:ln>
        </p:spPr>
      </p:pic>
      <p:sp>
        <p:nvSpPr>
          <p:cNvPr id="568" name="Google Shape;568;h44ba9557397ad1d7_0_1681"/>
          <p:cNvSpPr/>
          <p:nvPr/>
        </p:nvSpPr>
        <p:spPr>
          <a:xfrm>
            <a:off x="-52915" y="2186601"/>
            <a:ext cx="123081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569" name="Google Shape;569;h44ba9557397ad1d7_0_1681"/>
          <p:cNvPicPr preferRelativeResize="0"/>
          <p:nvPr/>
        </p:nvPicPr>
        <p:blipFill rotWithShape="1">
          <a:blip r:embed="rId3">
            <a:alphaModFix/>
          </a:blip>
          <a:srcRect b="179" l="0" r="0" t="179"/>
          <a:stretch/>
        </p:blipFill>
        <p:spPr>
          <a:xfrm>
            <a:off x="536852" y="480067"/>
            <a:ext cx="2986353" cy="280409"/>
          </a:xfrm>
          <a:prstGeom prst="rect">
            <a:avLst/>
          </a:prstGeom>
          <a:noFill/>
          <a:ln>
            <a:noFill/>
          </a:ln>
        </p:spPr>
      </p:pic>
      <p:sp>
        <p:nvSpPr>
          <p:cNvPr id="570" name="Google Shape;570;h44ba9557397ad1d7_0_1681"/>
          <p:cNvSpPr/>
          <p:nvPr/>
        </p:nvSpPr>
        <p:spPr>
          <a:xfrm>
            <a:off x="-52915" y="29517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71" name="Google Shape;571;h44ba9557397ad1d7_0_1681"/>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chemeClr val="lt1"/>
                </a:solidFill>
                <a:latin typeface="Helvetica Neue"/>
                <a:ea typeface="Helvetica Neue"/>
                <a:cs typeface="Helvetica Neue"/>
                <a:sym typeface="Helvetica Neue"/>
              </a:rPr>
              <a:t>Thank You</a:t>
            </a:r>
            <a:endParaRPr b="1" i="0" sz="4100" u="none" cap="none" strike="noStrike">
              <a:solidFill>
                <a:schemeClr val="lt1"/>
              </a:solidFill>
              <a:latin typeface="Helvetica Neue"/>
              <a:ea typeface="Helvetica Neue"/>
              <a:cs typeface="Helvetica Neue"/>
              <a:sym typeface="Helvetica Neue"/>
            </a:endParaRPr>
          </a:p>
        </p:txBody>
      </p:sp>
      <p:sp>
        <p:nvSpPr>
          <p:cNvPr id="572" name="Google Shape;572;h44ba9557397ad1d7_0_1681"/>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Helvetica Neue"/>
                <a:ea typeface="Helvetica Neue"/>
                <a:cs typeface="Helvetica Neue"/>
                <a:sym typeface="Helvetica Neue"/>
              </a:rPr>
              <a:t>paloaltonetworks.com</a:t>
            </a:r>
            <a:endParaRPr b="1" i="0" sz="1300" u="none" cap="none" strike="noStrike">
              <a:solidFill>
                <a:schemeClr val="lt1"/>
              </a:solidFill>
              <a:latin typeface="Helvetica Neue"/>
              <a:ea typeface="Helvetica Neue"/>
              <a:cs typeface="Helvetica Neue"/>
              <a:sym typeface="Helvetica Neue"/>
            </a:endParaRPr>
          </a:p>
        </p:txBody>
      </p:sp>
      <p:sp>
        <p:nvSpPr>
          <p:cNvPr id="573" name="Google Shape;573;h44ba9557397ad1d7_0_168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itle Slide - light" type="title">
  <p:cSld name="TITLE">
    <p:spTree>
      <p:nvGrpSpPr>
        <p:cNvPr id="574" name="Shape 574"/>
        <p:cNvGrpSpPr/>
        <p:nvPr/>
      </p:nvGrpSpPr>
      <p:grpSpPr>
        <a:xfrm>
          <a:off x="0" y="0"/>
          <a:ext cx="0" cy="0"/>
          <a:chOff x="0" y="0"/>
          <a:chExt cx="0" cy="0"/>
        </a:xfrm>
      </p:grpSpPr>
      <p:sp>
        <p:nvSpPr>
          <p:cNvPr id="575" name="Google Shape;575;h44ba9557397ad1d7_0_1691"/>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76" name="Google Shape;576;h44ba9557397ad1d7_0_1691"/>
          <p:cNvSpPr txBox="1"/>
          <p:nvPr>
            <p:ph type="ctrTitle"/>
          </p:nvPr>
        </p:nvSpPr>
        <p:spPr>
          <a:xfrm>
            <a:off x="415589" y="1003267"/>
            <a:ext cx="51936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577" name="Google Shape;577;h44ba9557397ad1d7_0_1691"/>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None/>
              <a:defRPr sz="2000"/>
            </a:lvl3pPr>
            <a:lvl4pPr lvl="3" algn="ctr">
              <a:lnSpc>
                <a:spcPct val="100000"/>
              </a:lnSpc>
              <a:spcBef>
                <a:spcPts val="0"/>
              </a:spcBef>
              <a:spcAft>
                <a:spcPts val="0"/>
              </a:spcAft>
              <a:buSzPts val="2000"/>
              <a:buNone/>
              <a:defRPr sz="2000"/>
            </a:lvl4pPr>
            <a:lvl5pPr lvl="4" algn="ctr">
              <a:lnSpc>
                <a:spcPct val="100000"/>
              </a:lnSpc>
              <a:spcBef>
                <a:spcPts val="0"/>
              </a:spcBef>
              <a:spcAft>
                <a:spcPts val="0"/>
              </a:spcAft>
              <a:buSzPts val="2000"/>
              <a:buNone/>
              <a:defRPr sz="2000"/>
            </a:lvl5pPr>
            <a:lvl6pPr lvl="5" algn="ctr">
              <a:lnSpc>
                <a:spcPct val="100000"/>
              </a:lnSpc>
              <a:spcBef>
                <a:spcPts val="0"/>
              </a:spcBef>
              <a:spcAft>
                <a:spcPts val="0"/>
              </a:spcAft>
              <a:buSzPts val="2000"/>
              <a:buNone/>
              <a:defRPr sz="2000"/>
            </a:lvl6pPr>
            <a:lvl7pPr lvl="6" algn="ctr">
              <a:lnSpc>
                <a:spcPct val="100000"/>
              </a:lnSpc>
              <a:spcBef>
                <a:spcPts val="0"/>
              </a:spcBef>
              <a:spcAft>
                <a:spcPts val="0"/>
              </a:spcAft>
              <a:buSzPts val="2000"/>
              <a:buNone/>
              <a:defRPr sz="2000"/>
            </a:lvl7pPr>
            <a:lvl8pPr lvl="7" algn="ctr">
              <a:lnSpc>
                <a:spcPct val="100000"/>
              </a:lnSpc>
              <a:spcBef>
                <a:spcPts val="0"/>
              </a:spcBef>
              <a:spcAft>
                <a:spcPts val="0"/>
              </a:spcAft>
              <a:buSzPts val="2000"/>
              <a:buNone/>
              <a:defRPr sz="2000"/>
            </a:lvl8pPr>
            <a:lvl9pPr lvl="8" algn="ctr">
              <a:lnSpc>
                <a:spcPct val="100000"/>
              </a:lnSpc>
              <a:spcBef>
                <a:spcPts val="0"/>
              </a:spcBef>
              <a:spcAft>
                <a:spcPts val="0"/>
              </a:spcAft>
              <a:buSzPts val="2000"/>
              <a:buNone/>
              <a:defRPr sz="2000"/>
            </a:lvl9pPr>
          </a:lstStyle>
          <a:p/>
        </p:txBody>
      </p:sp>
      <p:pic>
        <p:nvPicPr>
          <p:cNvPr id="578" name="Google Shape;578;h44ba9557397ad1d7_0_1691"/>
          <p:cNvPicPr preferRelativeResize="0"/>
          <p:nvPr/>
        </p:nvPicPr>
        <p:blipFill rotWithShape="1">
          <a:blip r:embed="rId2">
            <a:alphaModFix/>
          </a:blip>
          <a:srcRect b="0" l="0" r="0" t="0"/>
          <a:stretch/>
        </p:blipFill>
        <p:spPr>
          <a:xfrm>
            <a:off x="550485" y="480067"/>
            <a:ext cx="1541409" cy="281926"/>
          </a:xfrm>
          <a:prstGeom prst="rect">
            <a:avLst/>
          </a:prstGeom>
          <a:noFill/>
          <a:ln>
            <a:noFill/>
          </a:ln>
        </p:spPr>
      </p:pic>
      <p:sp>
        <p:nvSpPr>
          <p:cNvPr id="579" name="Google Shape;579;h44ba9557397ad1d7_0_1691"/>
          <p:cNvSpPr txBox="1"/>
          <p:nvPr>
            <p:ph idx="2" type="subTitle"/>
          </p:nvPr>
        </p:nvSpPr>
        <p:spPr>
          <a:xfrm>
            <a:off x="415589"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1"/>
                </a:solidFill>
              </a:defRPr>
            </a:lvl1pPr>
            <a:lvl2pPr lvl="1" algn="l">
              <a:lnSpc>
                <a:spcPct val="100000"/>
              </a:lnSpc>
              <a:spcBef>
                <a:spcPts val="1900"/>
              </a:spcBef>
              <a:spcAft>
                <a:spcPts val="0"/>
              </a:spcAft>
              <a:buSzPts val="1600"/>
              <a:buNone/>
              <a:defRPr b="1" sz="1300">
                <a:solidFill>
                  <a:schemeClr val="accent1"/>
                </a:solidFill>
              </a:defRPr>
            </a:lvl2pPr>
            <a:lvl3pPr lvl="2" algn="l">
              <a:lnSpc>
                <a:spcPct val="100000"/>
              </a:lnSpc>
              <a:spcBef>
                <a:spcPts val="1900"/>
              </a:spcBef>
              <a:spcAft>
                <a:spcPts val="0"/>
              </a:spcAft>
              <a:buSzPts val="1300"/>
              <a:buNone/>
              <a:defRPr b="1" sz="1300">
                <a:solidFill>
                  <a:schemeClr val="accent1"/>
                </a:solidFill>
              </a:defRPr>
            </a:lvl3pPr>
            <a:lvl4pPr lvl="3" algn="l">
              <a:lnSpc>
                <a:spcPct val="100000"/>
              </a:lnSpc>
              <a:spcBef>
                <a:spcPts val="1900"/>
              </a:spcBef>
              <a:spcAft>
                <a:spcPts val="0"/>
              </a:spcAft>
              <a:buSzPts val="1300"/>
              <a:buNone/>
              <a:defRPr b="1" sz="1300">
                <a:solidFill>
                  <a:schemeClr val="accent1"/>
                </a:solidFill>
              </a:defRPr>
            </a:lvl4pPr>
            <a:lvl5pPr lvl="4" algn="l">
              <a:lnSpc>
                <a:spcPct val="100000"/>
              </a:lnSpc>
              <a:spcBef>
                <a:spcPts val="1900"/>
              </a:spcBef>
              <a:spcAft>
                <a:spcPts val="0"/>
              </a:spcAft>
              <a:buSzPts val="1300"/>
              <a:buNone/>
              <a:defRPr b="1" sz="1300">
                <a:solidFill>
                  <a:schemeClr val="accent1"/>
                </a:solidFill>
              </a:defRPr>
            </a:lvl5pPr>
            <a:lvl6pPr lvl="5" algn="l">
              <a:lnSpc>
                <a:spcPct val="100000"/>
              </a:lnSpc>
              <a:spcBef>
                <a:spcPts val="1900"/>
              </a:spcBef>
              <a:spcAft>
                <a:spcPts val="0"/>
              </a:spcAft>
              <a:buSzPts val="1300"/>
              <a:buNone/>
              <a:defRPr b="1" sz="1300">
                <a:solidFill>
                  <a:schemeClr val="accent1"/>
                </a:solidFill>
              </a:defRPr>
            </a:lvl6pPr>
            <a:lvl7pPr lvl="6" algn="l">
              <a:lnSpc>
                <a:spcPct val="100000"/>
              </a:lnSpc>
              <a:spcBef>
                <a:spcPts val="1900"/>
              </a:spcBef>
              <a:spcAft>
                <a:spcPts val="0"/>
              </a:spcAft>
              <a:buSzPts val="1300"/>
              <a:buNone/>
              <a:defRPr b="1" sz="1300">
                <a:solidFill>
                  <a:schemeClr val="accent1"/>
                </a:solidFill>
              </a:defRPr>
            </a:lvl7pPr>
            <a:lvl8pPr lvl="7" algn="l">
              <a:lnSpc>
                <a:spcPct val="100000"/>
              </a:lnSpc>
              <a:spcBef>
                <a:spcPts val="1900"/>
              </a:spcBef>
              <a:spcAft>
                <a:spcPts val="0"/>
              </a:spcAft>
              <a:buSzPts val="1300"/>
              <a:buNone/>
              <a:defRPr b="1" sz="1300">
                <a:solidFill>
                  <a:schemeClr val="accent1"/>
                </a:solidFill>
              </a:defRPr>
            </a:lvl8pPr>
            <a:lvl9pPr lvl="8" algn="l">
              <a:lnSpc>
                <a:spcPct val="100000"/>
              </a:lnSpc>
              <a:spcBef>
                <a:spcPts val="1900"/>
              </a:spcBef>
              <a:spcAft>
                <a:spcPts val="1900"/>
              </a:spcAft>
              <a:buSzPts val="1300"/>
              <a:buNone/>
              <a:defRPr b="1" sz="1300">
                <a:solidFill>
                  <a:schemeClr val="accent1"/>
                </a:solidFill>
              </a:defRPr>
            </a:lvl9pPr>
          </a:lstStyle>
          <a:p/>
        </p:txBody>
      </p:sp>
      <p:sp>
        <p:nvSpPr>
          <p:cNvPr id="580" name="Google Shape;580;h44ba9557397ad1d7_0_169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pic>
        <p:nvPicPr>
          <p:cNvPr id="581" name="Google Shape;581;h44ba9557397ad1d7_0_1691"/>
          <p:cNvPicPr preferRelativeResize="0"/>
          <p:nvPr/>
        </p:nvPicPr>
        <p:blipFill rotWithShape="1">
          <a:blip r:embed="rId3">
            <a:alphaModFix/>
          </a:blip>
          <a:srcRect b="29839" l="0" r="42772" t="0"/>
          <a:stretch/>
        </p:blipFill>
        <p:spPr>
          <a:xfrm>
            <a:off x="5925559" y="1227283"/>
            <a:ext cx="6266199" cy="5630716"/>
          </a:xfrm>
          <a:prstGeom prst="rect">
            <a:avLst/>
          </a:prstGeom>
          <a:noFill/>
          <a:ln>
            <a:noFill/>
          </a:ln>
        </p:spPr>
      </p:pic>
      <p:sp>
        <p:nvSpPr>
          <p:cNvPr id="582" name="Google Shape;582;h44ba9557397ad1d7_0_1691"/>
          <p:cNvSpPr/>
          <p:nvPr/>
        </p:nvSpPr>
        <p:spPr>
          <a:xfrm>
            <a:off x="-52915" y="5263150"/>
            <a:ext cx="51936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itle Slide - dark">
  <p:cSld name="TITLE_3">
    <p:spTree>
      <p:nvGrpSpPr>
        <p:cNvPr id="583" name="Shape 583"/>
        <p:cNvGrpSpPr/>
        <p:nvPr/>
      </p:nvGrpSpPr>
      <p:grpSpPr>
        <a:xfrm>
          <a:off x="0" y="0"/>
          <a:ext cx="0" cy="0"/>
          <a:chOff x="0" y="0"/>
          <a:chExt cx="0" cy="0"/>
        </a:xfrm>
      </p:grpSpPr>
      <p:sp>
        <p:nvSpPr>
          <p:cNvPr id="584" name="Google Shape;584;h44ba9557397ad1d7_0_1700"/>
          <p:cNvSpPr/>
          <p:nvPr/>
        </p:nvSpPr>
        <p:spPr>
          <a:xfrm>
            <a:off x="-52915" y="0"/>
            <a:ext cx="122448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85" name="Google Shape;585;h44ba9557397ad1d7_0_1700"/>
          <p:cNvSpPr/>
          <p:nvPr/>
        </p:nvSpPr>
        <p:spPr>
          <a:xfrm>
            <a:off x="-52915" y="0"/>
            <a:ext cx="12244800" cy="3028500"/>
          </a:xfrm>
          <a:prstGeom prst="rect">
            <a:avLst/>
          </a:prstGeom>
          <a:gradFill>
            <a:gsLst>
              <a:gs pos="0">
                <a:srgbClr val="FA582D">
                  <a:alpha val="25490"/>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586" name="Google Shape;586;h44ba9557397ad1d7_0_1700"/>
          <p:cNvPicPr preferRelativeResize="0"/>
          <p:nvPr/>
        </p:nvPicPr>
        <p:blipFill rotWithShape="1">
          <a:blip r:embed="rId2">
            <a:alphaModFix/>
          </a:blip>
          <a:srcRect b="29997" l="0" r="42903" t="0"/>
          <a:stretch/>
        </p:blipFill>
        <p:spPr>
          <a:xfrm>
            <a:off x="5925559" y="1227283"/>
            <a:ext cx="6266199" cy="5630716"/>
          </a:xfrm>
          <a:prstGeom prst="rect">
            <a:avLst/>
          </a:prstGeom>
          <a:noFill/>
          <a:ln>
            <a:noFill/>
          </a:ln>
        </p:spPr>
      </p:pic>
      <p:sp>
        <p:nvSpPr>
          <p:cNvPr id="587" name="Google Shape;587;h44ba9557397ad1d7_0_1700"/>
          <p:cNvSpPr/>
          <p:nvPr/>
        </p:nvSpPr>
        <p:spPr>
          <a:xfrm>
            <a:off x="-52915" y="2133600"/>
            <a:ext cx="122448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88" name="Google Shape;588;h44ba9557397ad1d7_0_1700"/>
          <p:cNvSpPr txBox="1"/>
          <p:nvPr>
            <p:ph type="ctrTitle"/>
          </p:nvPr>
        </p:nvSpPr>
        <p:spPr>
          <a:xfrm>
            <a:off x="415589" y="1003267"/>
            <a:ext cx="51936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589" name="Google Shape;589;h44ba9557397ad1d7_0_1700"/>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pic>
        <p:nvPicPr>
          <p:cNvPr id="590" name="Google Shape;590;h44ba9557397ad1d7_0_1700"/>
          <p:cNvPicPr preferRelativeResize="0"/>
          <p:nvPr/>
        </p:nvPicPr>
        <p:blipFill rotWithShape="1">
          <a:blip r:embed="rId3">
            <a:alphaModFix/>
          </a:blip>
          <a:srcRect b="50" l="0" r="0" t="60"/>
          <a:stretch/>
        </p:blipFill>
        <p:spPr>
          <a:xfrm>
            <a:off x="550485" y="480067"/>
            <a:ext cx="1541412" cy="281926"/>
          </a:xfrm>
          <a:prstGeom prst="rect">
            <a:avLst/>
          </a:prstGeom>
          <a:noFill/>
          <a:ln>
            <a:noFill/>
          </a:ln>
        </p:spPr>
      </p:pic>
      <p:sp>
        <p:nvSpPr>
          <p:cNvPr id="591" name="Google Shape;591;h44ba9557397ad1d7_0_1700"/>
          <p:cNvSpPr txBox="1"/>
          <p:nvPr>
            <p:ph idx="2" type="subTitle"/>
          </p:nvPr>
        </p:nvSpPr>
        <p:spPr>
          <a:xfrm>
            <a:off x="415589"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1"/>
                </a:solidFill>
              </a:defRPr>
            </a:lvl1pPr>
            <a:lvl2pPr lvl="1" algn="l">
              <a:lnSpc>
                <a:spcPct val="100000"/>
              </a:lnSpc>
              <a:spcBef>
                <a:spcPts val="1900"/>
              </a:spcBef>
              <a:spcAft>
                <a:spcPts val="0"/>
              </a:spcAft>
              <a:buSzPts val="1600"/>
              <a:buNone/>
              <a:defRPr b="1" sz="1300">
                <a:solidFill>
                  <a:schemeClr val="accent1"/>
                </a:solidFill>
              </a:defRPr>
            </a:lvl2pPr>
            <a:lvl3pPr lvl="2" algn="l">
              <a:lnSpc>
                <a:spcPct val="100000"/>
              </a:lnSpc>
              <a:spcBef>
                <a:spcPts val="1900"/>
              </a:spcBef>
              <a:spcAft>
                <a:spcPts val="0"/>
              </a:spcAft>
              <a:buSzPts val="1300"/>
              <a:buNone/>
              <a:defRPr b="1" sz="1300">
                <a:solidFill>
                  <a:schemeClr val="accent1"/>
                </a:solidFill>
              </a:defRPr>
            </a:lvl3pPr>
            <a:lvl4pPr lvl="3" algn="l">
              <a:lnSpc>
                <a:spcPct val="100000"/>
              </a:lnSpc>
              <a:spcBef>
                <a:spcPts val="1900"/>
              </a:spcBef>
              <a:spcAft>
                <a:spcPts val="0"/>
              </a:spcAft>
              <a:buSzPts val="1300"/>
              <a:buNone/>
              <a:defRPr b="1" sz="1300">
                <a:solidFill>
                  <a:schemeClr val="accent1"/>
                </a:solidFill>
              </a:defRPr>
            </a:lvl4pPr>
            <a:lvl5pPr lvl="4" algn="l">
              <a:lnSpc>
                <a:spcPct val="100000"/>
              </a:lnSpc>
              <a:spcBef>
                <a:spcPts val="1900"/>
              </a:spcBef>
              <a:spcAft>
                <a:spcPts val="0"/>
              </a:spcAft>
              <a:buSzPts val="1300"/>
              <a:buNone/>
              <a:defRPr b="1" sz="1300">
                <a:solidFill>
                  <a:schemeClr val="accent1"/>
                </a:solidFill>
              </a:defRPr>
            </a:lvl5pPr>
            <a:lvl6pPr lvl="5" algn="l">
              <a:lnSpc>
                <a:spcPct val="100000"/>
              </a:lnSpc>
              <a:spcBef>
                <a:spcPts val="1900"/>
              </a:spcBef>
              <a:spcAft>
                <a:spcPts val="0"/>
              </a:spcAft>
              <a:buSzPts val="1300"/>
              <a:buNone/>
              <a:defRPr b="1" sz="1300">
                <a:solidFill>
                  <a:schemeClr val="accent1"/>
                </a:solidFill>
              </a:defRPr>
            </a:lvl6pPr>
            <a:lvl7pPr lvl="6" algn="l">
              <a:lnSpc>
                <a:spcPct val="100000"/>
              </a:lnSpc>
              <a:spcBef>
                <a:spcPts val="1900"/>
              </a:spcBef>
              <a:spcAft>
                <a:spcPts val="0"/>
              </a:spcAft>
              <a:buSzPts val="1300"/>
              <a:buNone/>
              <a:defRPr b="1" sz="1300">
                <a:solidFill>
                  <a:schemeClr val="accent1"/>
                </a:solidFill>
              </a:defRPr>
            </a:lvl7pPr>
            <a:lvl8pPr lvl="7" algn="l">
              <a:lnSpc>
                <a:spcPct val="100000"/>
              </a:lnSpc>
              <a:spcBef>
                <a:spcPts val="1900"/>
              </a:spcBef>
              <a:spcAft>
                <a:spcPts val="0"/>
              </a:spcAft>
              <a:buSzPts val="1300"/>
              <a:buNone/>
              <a:defRPr b="1" sz="1300">
                <a:solidFill>
                  <a:schemeClr val="accent1"/>
                </a:solidFill>
              </a:defRPr>
            </a:lvl8pPr>
            <a:lvl9pPr lvl="8" algn="l">
              <a:lnSpc>
                <a:spcPct val="100000"/>
              </a:lnSpc>
              <a:spcBef>
                <a:spcPts val="1900"/>
              </a:spcBef>
              <a:spcAft>
                <a:spcPts val="1900"/>
              </a:spcAft>
              <a:buSzPts val="1300"/>
              <a:buNone/>
              <a:defRPr b="1" sz="1300">
                <a:solidFill>
                  <a:schemeClr val="accent1"/>
                </a:solidFill>
              </a:defRPr>
            </a:lvl9pPr>
          </a:lstStyle>
          <a:p/>
        </p:txBody>
      </p:sp>
      <p:sp>
        <p:nvSpPr>
          <p:cNvPr id="592" name="Google Shape;592;h44ba9557397ad1d7_0_1700"/>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
        <p:nvSpPr>
          <p:cNvPr id="593" name="Google Shape;593;h44ba9557397ad1d7_0_1700"/>
          <p:cNvSpPr/>
          <p:nvPr/>
        </p:nvSpPr>
        <p:spPr>
          <a:xfrm>
            <a:off x="-52915" y="5263150"/>
            <a:ext cx="51936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itle Slide - light">
  <p:cSld name="TITLE_1_2">
    <p:spTree>
      <p:nvGrpSpPr>
        <p:cNvPr id="594" name="Shape 594"/>
        <p:cNvGrpSpPr/>
        <p:nvPr/>
      </p:nvGrpSpPr>
      <p:grpSpPr>
        <a:xfrm>
          <a:off x="0" y="0"/>
          <a:ext cx="0" cy="0"/>
          <a:chOff x="0" y="0"/>
          <a:chExt cx="0" cy="0"/>
        </a:xfrm>
      </p:grpSpPr>
      <p:sp>
        <p:nvSpPr>
          <p:cNvPr id="595" name="Google Shape;595;h44ba9557397ad1d7_0_1711"/>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96" name="Google Shape;596;h44ba9557397ad1d7_0_1711"/>
          <p:cNvSpPr txBox="1"/>
          <p:nvPr>
            <p:ph type="ctrTitle"/>
          </p:nvPr>
        </p:nvSpPr>
        <p:spPr>
          <a:xfrm>
            <a:off x="415589" y="1003267"/>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597" name="Google Shape;597;h44ba9557397ad1d7_0_1711"/>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None/>
              <a:defRPr sz="2000"/>
            </a:lvl3pPr>
            <a:lvl4pPr lvl="3" algn="ctr">
              <a:lnSpc>
                <a:spcPct val="100000"/>
              </a:lnSpc>
              <a:spcBef>
                <a:spcPts val="0"/>
              </a:spcBef>
              <a:spcAft>
                <a:spcPts val="0"/>
              </a:spcAft>
              <a:buSzPts val="2000"/>
              <a:buNone/>
              <a:defRPr sz="2000"/>
            </a:lvl4pPr>
            <a:lvl5pPr lvl="4" algn="ctr">
              <a:lnSpc>
                <a:spcPct val="100000"/>
              </a:lnSpc>
              <a:spcBef>
                <a:spcPts val="0"/>
              </a:spcBef>
              <a:spcAft>
                <a:spcPts val="0"/>
              </a:spcAft>
              <a:buSzPts val="2000"/>
              <a:buNone/>
              <a:defRPr sz="2000"/>
            </a:lvl5pPr>
            <a:lvl6pPr lvl="5" algn="ctr">
              <a:lnSpc>
                <a:spcPct val="100000"/>
              </a:lnSpc>
              <a:spcBef>
                <a:spcPts val="0"/>
              </a:spcBef>
              <a:spcAft>
                <a:spcPts val="0"/>
              </a:spcAft>
              <a:buSzPts val="2000"/>
              <a:buNone/>
              <a:defRPr sz="2000"/>
            </a:lvl6pPr>
            <a:lvl7pPr lvl="6" algn="ctr">
              <a:lnSpc>
                <a:spcPct val="100000"/>
              </a:lnSpc>
              <a:spcBef>
                <a:spcPts val="0"/>
              </a:spcBef>
              <a:spcAft>
                <a:spcPts val="0"/>
              </a:spcAft>
              <a:buSzPts val="2000"/>
              <a:buNone/>
              <a:defRPr sz="2000"/>
            </a:lvl7pPr>
            <a:lvl8pPr lvl="7" algn="ctr">
              <a:lnSpc>
                <a:spcPct val="100000"/>
              </a:lnSpc>
              <a:spcBef>
                <a:spcPts val="0"/>
              </a:spcBef>
              <a:spcAft>
                <a:spcPts val="0"/>
              </a:spcAft>
              <a:buSzPts val="2000"/>
              <a:buNone/>
              <a:defRPr sz="2000"/>
            </a:lvl8pPr>
            <a:lvl9pPr lvl="8" algn="ctr">
              <a:lnSpc>
                <a:spcPct val="100000"/>
              </a:lnSpc>
              <a:spcBef>
                <a:spcPts val="0"/>
              </a:spcBef>
              <a:spcAft>
                <a:spcPts val="0"/>
              </a:spcAft>
              <a:buSzPts val="2000"/>
              <a:buNone/>
              <a:defRPr sz="2000"/>
            </a:lvl9pPr>
          </a:lstStyle>
          <a:p/>
        </p:txBody>
      </p:sp>
      <p:sp>
        <p:nvSpPr>
          <p:cNvPr id="598" name="Google Shape;598;h44ba9557397ad1d7_0_1711"/>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2"/>
                </a:solidFill>
              </a:defRPr>
            </a:lvl1pPr>
            <a:lvl2pPr lvl="1" algn="l">
              <a:lnSpc>
                <a:spcPct val="100000"/>
              </a:lnSpc>
              <a:spcBef>
                <a:spcPts val="1900"/>
              </a:spcBef>
              <a:spcAft>
                <a:spcPts val="0"/>
              </a:spcAft>
              <a:buSzPts val="1600"/>
              <a:buNone/>
              <a:defRPr b="1" sz="1300">
                <a:solidFill>
                  <a:schemeClr val="accent2"/>
                </a:solidFill>
              </a:defRPr>
            </a:lvl2pPr>
            <a:lvl3pPr lvl="2" algn="l">
              <a:lnSpc>
                <a:spcPct val="100000"/>
              </a:lnSpc>
              <a:spcBef>
                <a:spcPts val="1900"/>
              </a:spcBef>
              <a:spcAft>
                <a:spcPts val="0"/>
              </a:spcAft>
              <a:buSzPts val="1300"/>
              <a:buNone/>
              <a:defRPr b="1" sz="1300">
                <a:solidFill>
                  <a:schemeClr val="accent2"/>
                </a:solidFill>
              </a:defRPr>
            </a:lvl3pPr>
            <a:lvl4pPr lvl="3" algn="l">
              <a:lnSpc>
                <a:spcPct val="100000"/>
              </a:lnSpc>
              <a:spcBef>
                <a:spcPts val="1900"/>
              </a:spcBef>
              <a:spcAft>
                <a:spcPts val="0"/>
              </a:spcAft>
              <a:buSzPts val="1300"/>
              <a:buNone/>
              <a:defRPr b="1" sz="1300">
                <a:solidFill>
                  <a:schemeClr val="accent2"/>
                </a:solidFill>
              </a:defRPr>
            </a:lvl4pPr>
            <a:lvl5pPr lvl="4" algn="l">
              <a:lnSpc>
                <a:spcPct val="100000"/>
              </a:lnSpc>
              <a:spcBef>
                <a:spcPts val="1900"/>
              </a:spcBef>
              <a:spcAft>
                <a:spcPts val="0"/>
              </a:spcAft>
              <a:buSzPts val="1300"/>
              <a:buNone/>
              <a:defRPr b="1" sz="1300">
                <a:solidFill>
                  <a:schemeClr val="accent2"/>
                </a:solidFill>
              </a:defRPr>
            </a:lvl5pPr>
            <a:lvl6pPr lvl="5" algn="l">
              <a:lnSpc>
                <a:spcPct val="100000"/>
              </a:lnSpc>
              <a:spcBef>
                <a:spcPts val="1900"/>
              </a:spcBef>
              <a:spcAft>
                <a:spcPts val="0"/>
              </a:spcAft>
              <a:buSzPts val="1300"/>
              <a:buNone/>
              <a:defRPr b="1" sz="1300">
                <a:solidFill>
                  <a:schemeClr val="accent2"/>
                </a:solidFill>
              </a:defRPr>
            </a:lvl6pPr>
            <a:lvl7pPr lvl="6" algn="l">
              <a:lnSpc>
                <a:spcPct val="100000"/>
              </a:lnSpc>
              <a:spcBef>
                <a:spcPts val="1900"/>
              </a:spcBef>
              <a:spcAft>
                <a:spcPts val="0"/>
              </a:spcAft>
              <a:buSzPts val="1300"/>
              <a:buNone/>
              <a:defRPr b="1" sz="1300">
                <a:solidFill>
                  <a:schemeClr val="accent2"/>
                </a:solidFill>
              </a:defRPr>
            </a:lvl7pPr>
            <a:lvl8pPr lvl="7" algn="l">
              <a:lnSpc>
                <a:spcPct val="100000"/>
              </a:lnSpc>
              <a:spcBef>
                <a:spcPts val="1900"/>
              </a:spcBef>
              <a:spcAft>
                <a:spcPts val="0"/>
              </a:spcAft>
              <a:buSzPts val="1300"/>
              <a:buNone/>
              <a:defRPr b="1" sz="1300">
                <a:solidFill>
                  <a:schemeClr val="accent2"/>
                </a:solidFill>
              </a:defRPr>
            </a:lvl8pPr>
            <a:lvl9pPr lvl="8" algn="l">
              <a:lnSpc>
                <a:spcPct val="100000"/>
              </a:lnSpc>
              <a:spcBef>
                <a:spcPts val="1900"/>
              </a:spcBef>
              <a:spcAft>
                <a:spcPts val="1900"/>
              </a:spcAft>
              <a:buSzPts val="1300"/>
              <a:buNone/>
              <a:defRPr b="1" sz="1300">
                <a:solidFill>
                  <a:schemeClr val="accent2"/>
                </a:solidFill>
              </a:defRPr>
            </a:lvl9pPr>
          </a:lstStyle>
          <a:p/>
        </p:txBody>
      </p:sp>
      <p:sp>
        <p:nvSpPr>
          <p:cNvPr id="599" name="Google Shape;599;h44ba9557397ad1d7_0_1711"/>
          <p:cNvSpPr/>
          <p:nvPr/>
        </p:nvSpPr>
        <p:spPr>
          <a:xfrm>
            <a:off x="-52915" y="5263150"/>
            <a:ext cx="51936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00" name="Google Shape;600;h44ba9557397ad1d7_0_1711"/>
          <p:cNvPicPr preferRelativeResize="0"/>
          <p:nvPr/>
        </p:nvPicPr>
        <p:blipFill rotWithShape="1">
          <a:blip r:embed="rId2">
            <a:alphaModFix/>
          </a:blip>
          <a:srcRect b="0" l="0" r="0" t="0"/>
          <a:stretch/>
        </p:blipFill>
        <p:spPr>
          <a:xfrm>
            <a:off x="536852" y="480067"/>
            <a:ext cx="2886979" cy="281926"/>
          </a:xfrm>
          <a:prstGeom prst="rect">
            <a:avLst/>
          </a:prstGeom>
          <a:noFill/>
          <a:ln>
            <a:noFill/>
          </a:ln>
        </p:spPr>
      </p:pic>
      <p:pic>
        <p:nvPicPr>
          <p:cNvPr id="601" name="Google Shape;601;h44ba9557397ad1d7_0_1711"/>
          <p:cNvPicPr preferRelativeResize="0"/>
          <p:nvPr/>
        </p:nvPicPr>
        <p:blipFill rotWithShape="1">
          <a:blip r:embed="rId3">
            <a:alphaModFix/>
          </a:blip>
          <a:srcRect b="17410" l="0" r="15662" t="0"/>
          <a:stretch/>
        </p:blipFill>
        <p:spPr>
          <a:xfrm>
            <a:off x="6059422" y="790001"/>
            <a:ext cx="6195835" cy="6067999"/>
          </a:xfrm>
          <a:prstGeom prst="rect">
            <a:avLst/>
          </a:prstGeom>
          <a:noFill/>
          <a:ln>
            <a:noFill/>
          </a:ln>
        </p:spPr>
      </p:pic>
      <p:sp>
        <p:nvSpPr>
          <p:cNvPr id="602" name="Google Shape;602;h44ba9557397ad1d7_0_171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itle Slide - dark">
  <p:cSld name="TITLE_1_2_3">
    <p:spTree>
      <p:nvGrpSpPr>
        <p:cNvPr id="603" name="Shape 603"/>
        <p:cNvGrpSpPr/>
        <p:nvPr/>
      </p:nvGrpSpPr>
      <p:grpSpPr>
        <a:xfrm>
          <a:off x="0" y="0"/>
          <a:ext cx="0" cy="0"/>
          <a:chOff x="0" y="0"/>
          <a:chExt cx="0" cy="0"/>
        </a:xfrm>
      </p:grpSpPr>
      <p:sp>
        <p:nvSpPr>
          <p:cNvPr id="604" name="Google Shape;604;h44ba9557397ad1d7_0_1720"/>
          <p:cNvSpPr/>
          <p:nvPr/>
        </p:nvSpPr>
        <p:spPr>
          <a:xfrm>
            <a:off x="-52915" y="0"/>
            <a:ext cx="123084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05" name="Google Shape;605;h44ba9557397ad1d7_0_1720"/>
          <p:cNvSpPr/>
          <p:nvPr/>
        </p:nvSpPr>
        <p:spPr>
          <a:xfrm>
            <a:off x="-52915" y="0"/>
            <a:ext cx="12308400" cy="3028500"/>
          </a:xfrm>
          <a:prstGeom prst="rect">
            <a:avLst/>
          </a:prstGeom>
          <a:gradFill>
            <a:gsLst>
              <a:gs pos="0">
                <a:srgbClr val="FFCB06">
                  <a:alpha val="31765"/>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06" name="Google Shape;606;h44ba9557397ad1d7_0_1720"/>
          <p:cNvPicPr preferRelativeResize="0"/>
          <p:nvPr/>
        </p:nvPicPr>
        <p:blipFill rotWithShape="1">
          <a:blip r:embed="rId2">
            <a:alphaModFix amt="75000"/>
          </a:blip>
          <a:srcRect b="17410" l="0" r="15662" t="0"/>
          <a:stretch/>
        </p:blipFill>
        <p:spPr>
          <a:xfrm>
            <a:off x="6059422" y="790001"/>
            <a:ext cx="6195835" cy="6067999"/>
          </a:xfrm>
          <a:prstGeom prst="rect">
            <a:avLst/>
          </a:prstGeom>
          <a:noFill/>
          <a:ln>
            <a:noFill/>
          </a:ln>
        </p:spPr>
      </p:pic>
      <p:sp>
        <p:nvSpPr>
          <p:cNvPr id="607" name="Google Shape;607;h44ba9557397ad1d7_0_1720"/>
          <p:cNvSpPr/>
          <p:nvPr/>
        </p:nvSpPr>
        <p:spPr>
          <a:xfrm>
            <a:off x="-52915" y="2186601"/>
            <a:ext cx="123084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08" name="Google Shape;608;h44ba9557397ad1d7_0_1720"/>
          <p:cNvSpPr txBox="1"/>
          <p:nvPr>
            <p:ph type="ctrTitle"/>
          </p:nvPr>
        </p:nvSpPr>
        <p:spPr>
          <a:xfrm>
            <a:off x="415589" y="1003267"/>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609" name="Google Shape;609;h44ba9557397ad1d7_0_1720"/>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610" name="Google Shape;610;h44ba9557397ad1d7_0_1720"/>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2"/>
                </a:solidFill>
              </a:defRPr>
            </a:lvl1pPr>
            <a:lvl2pPr lvl="1" algn="l">
              <a:lnSpc>
                <a:spcPct val="100000"/>
              </a:lnSpc>
              <a:spcBef>
                <a:spcPts val="1900"/>
              </a:spcBef>
              <a:spcAft>
                <a:spcPts val="0"/>
              </a:spcAft>
              <a:buSzPts val="1600"/>
              <a:buNone/>
              <a:defRPr b="1" sz="1300">
                <a:solidFill>
                  <a:schemeClr val="accent2"/>
                </a:solidFill>
              </a:defRPr>
            </a:lvl2pPr>
            <a:lvl3pPr lvl="2" algn="l">
              <a:lnSpc>
                <a:spcPct val="100000"/>
              </a:lnSpc>
              <a:spcBef>
                <a:spcPts val="1900"/>
              </a:spcBef>
              <a:spcAft>
                <a:spcPts val="0"/>
              </a:spcAft>
              <a:buSzPts val="1300"/>
              <a:buNone/>
              <a:defRPr b="1" sz="1300">
                <a:solidFill>
                  <a:schemeClr val="accent2"/>
                </a:solidFill>
              </a:defRPr>
            </a:lvl3pPr>
            <a:lvl4pPr lvl="3" algn="l">
              <a:lnSpc>
                <a:spcPct val="100000"/>
              </a:lnSpc>
              <a:spcBef>
                <a:spcPts val="1900"/>
              </a:spcBef>
              <a:spcAft>
                <a:spcPts val="0"/>
              </a:spcAft>
              <a:buSzPts val="1300"/>
              <a:buNone/>
              <a:defRPr b="1" sz="1300">
                <a:solidFill>
                  <a:schemeClr val="accent2"/>
                </a:solidFill>
              </a:defRPr>
            </a:lvl4pPr>
            <a:lvl5pPr lvl="4" algn="l">
              <a:lnSpc>
                <a:spcPct val="100000"/>
              </a:lnSpc>
              <a:spcBef>
                <a:spcPts val="1900"/>
              </a:spcBef>
              <a:spcAft>
                <a:spcPts val="0"/>
              </a:spcAft>
              <a:buSzPts val="1300"/>
              <a:buNone/>
              <a:defRPr b="1" sz="1300">
                <a:solidFill>
                  <a:schemeClr val="accent2"/>
                </a:solidFill>
              </a:defRPr>
            </a:lvl5pPr>
            <a:lvl6pPr lvl="5" algn="l">
              <a:lnSpc>
                <a:spcPct val="100000"/>
              </a:lnSpc>
              <a:spcBef>
                <a:spcPts val="1900"/>
              </a:spcBef>
              <a:spcAft>
                <a:spcPts val="0"/>
              </a:spcAft>
              <a:buSzPts val="1300"/>
              <a:buNone/>
              <a:defRPr b="1" sz="1300">
                <a:solidFill>
                  <a:schemeClr val="accent2"/>
                </a:solidFill>
              </a:defRPr>
            </a:lvl6pPr>
            <a:lvl7pPr lvl="6" algn="l">
              <a:lnSpc>
                <a:spcPct val="100000"/>
              </a:lnSpc>
              <a:spcBef>
                <a:spcPts val="1900"/>
              </a:spcBef>
              <a:spcAft>
                <a:spcPts val="0"/>
              </a:spcAft>
              <a:buSzPts val="1300"/>
              <a:buNone/>
              <a:defRPr b="1" sz="1300">
                <a:solidFill>
                  <a:schemeClr val="accent2"/>
                </a:solidFill>
              </a:defRPr>
            </a:lvl7pPr>
            <a:lvl8pPr lvl="7" algn="l">
              <a:lnSpc>
                <a:spcPct val="100000"/>
              </a:lnSpc>
              <a:spcBef>
                <a:spcPts val="1900"/>
              </a:spcBef>
              <a:spcAft>
                <a:spcPts val="0"/>
              </a:spcAft>
              <a:buSzPts val="1300"/>
              <a:buNone/>
              <a:defRPr b="1" sz="1300">
                <a:solidFill>
                  <a:schemeClr val="accent2"/>
                </a:solidFill>
              </a:defRPr>
            </a:lvl8pPr>
            <a:lvl9pPr lvl="8" algn="l">
              <a:lnSpc>
                <a:spcPct val="100000"/>
              </a:lnSpc>
              <a:spcBef>
                <a:spcPts val="1900"/>
              </a:spcBef>
              <a:spcAft>
                <a:spcPts val="1900"/>
              </a:spcAft>
              <a:buSzPts val="1300"/>
              <a:buNone/>
              <a:defRPr b="1" sz="1300">
                <a:solidFill>
                  <a:schemeClr val="accent2"/>
                </a:solidFill>
              </a:defRPr>
            </a:lvl9pPr>
          </a:lstStyle>
          <a:p/>
        </p:txBody>
      </p:sp>
      <p:sp>
        <p:nvSpPr>
          <p:cNvPr id="611" name="Google Shape;611;h44ba9557397ad1d7_0_1720"/>
          <p:cNvSpPr/>
          <p:nvPr/>
        </p:nvSpPr>
        <p:spPr>
          <a:xfrm>
            <a:off x="-52915" y="5263150"/>
            <a:ext cx="51936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12" name="Google Shape;612;h44ba9557397ad1d7_0_1720"/>
          <p:cNvPicPr preferRelativeResize="0"/>
          <p:nvPr/>
        </p:nvPicPr>
        <p:blipFill rotWithShape="1">
          <a:blip r:embed="rId3">
            <a:alphaModFix/>
          </a:blip>
          <a:srcRect b="0" l="0" r="0" t="0"/>
          <a:stretch/>
        </p:blipFill>
        <p:spPr>
          <a:xfrm>
            <a:off x="536852" y="480067"/>
            <a:ext cx="2886979" cy="281926"/>
          </a:xfrm>
          <a:prstGeom prst="rect">
            <a:avLst/>
          </a:prstGeom>
          <a:noFill/>
          <a:ln>
            <a:noFill/>
          </a:ln>
        </p:spPr>
      </p:pic>
      <p:sp>
        <p:nvSpPr>
          <p:cNvPr id="613" name="Google Shape;613;h44ba9557397ad1d7_0_1720"/>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itle Slide - light">
  <p:cSld name="TITLE_1_1">
    <p:spTree>
      <p:nvGrpSpPr>
        <p:cNvPr id="614" name="Shape 614"/>
        <p:cNvGrpSpPr/>
        <p:nvPr/>
      </p:nvGrpSpPr>
      <p:grpSpPr>
        <a:xfrm>
          <a:off x="0" y="0"/>
          <a:ext cx="0" cy="0"/>
          <a:chOff x="0" y="0"/>
          <a:chExt cx="0" cy="0"/>
        </a:xfrm>
      </p:grpSpPr>
      <p:sp>
        <p:nvSpPr>
          <p:cNvPr id="615" name="Google Shape;615;h44ba9557397ad1d7_0_1731"/>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16" name="Google Shape;616;h44ba9557397ad1d7_0_1731"/>
          <p:cNvSpPr txBox="1"/>
          <p:nvPr>
            <p:ph type="ctrTitle"/>
          </p:nvPr>
        </p:nvSpPr>
        <p:spPr>
          <a:xfrm>
            <a:off x="415589" y="1003267"/>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617" name="Google Shape;617;h44ba9557397ad1d7_0_1731"/>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618" name="Google Shape;618;h44ba9557397ad1d7_0_1731"/>
          <p:cNvSpPr/>
          <p:nvPr/>
        </p:nvSpPr>
        <p:spPr>
          <a:xfrm>
            <a:off x="-52915" y="5263150"/>
            <a:ext cx="51936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19" name="Google Shape;619;h44ba9557397ad1d7_0_1731"/>
          <p:cNvSpPr txBox="1"/>
          <p:nvPr>
            <p:ph idx="2" type="subTitle"/>
          </p:nvPr>
        </p:nvSpPr>
        <p:spPr>
          <a:xfrm>
            <a:off x="550485" y="5318150"/>
            <a:ext cx="4739400" cy="3807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3"/>
                </a:solidFill>
              </a:defRPr>
            </a:lvl1pPr>
            <a:lvl2pPr lvl="1" algn="l">
              <a:lnSpc>
                <a:spcPct val="100000"/>
              </a:lnSpc>
              <a:spcBef>
                <a:spcPts val="1900"/>
              </a:spcBef>
              <a:spcAft>
                <a:spcPts val="0"/>
              </a:spcAft>
              <a:buSzPts val="1600"/>
              <a:buNone/>
              <a:defRPr b="1" sz="1300">
                <a:solidFill>
                  <a:schemeClr val="accent3"/>
                </a:solidFill>
              </a:defRPr>
            </a:lvl2pPr>
            <a:lvl3pPr lvl="2" algn="l">
              <a:lnSpc>
                <a:spcPct val="100000"/>
              </a:lnSpc>
              <a:spcBef>
                <a:spcPts val="1900"/>
              </a:spcBef>
              <a:spcAft>
                <a:spcPts val="0"/>
              </a:spcAft>
              <a:buSzPts val="1300"/>
              <a:buNone/>
              <a:defRPr b="1" sz="1300">
                <a:solidFill>
                  <a:schemeClr val="accent3"/>
                </a:solidFill>
              </a:defRPr>
            </a:lvl3pPr>
            <a:lvl4pPr lvl="3" algn="l">
              <a:lnSpc>
                <a:spcPct val="100000"/>
              </a:lnSpc>
              <a:spcBef>
                <a:spcPts val="1900"/>
              </a:spcBef>
              <a:spcAft>
                <a:spcPts val="0"/>
              </a:spcAft>
              <a:buSzPts val="1300"/>
              <a:buNone/>
              <a:defRPr b="1" sz="1300">
                <a:solidFill>
                  <a:schemeClr val="accent3"/>
                </a:solidFill>
              </a:defRPr>
            </a:lvl4pPr>
            <a:lvl5pPr lvl="4" algn="l">
              <a:lnSpc>
                <a:spcPct val="100000"/>
              </a:lnSpc>
              <a:spcBef>
                <a:spcPts val="1900"/>
              </a:spcBef>
              <a:spcAft>
                <a:spcPts val="0"/>
              </a:spcAft>
              <a:buSzPts val="1300"/>
              <a:buNone/>
              <a:defRPr b="1" sz="1300">
                <a:solidFill>
                  <a:schemeClr val="accent3"/>
                </a:solidFill>
              </a:defRPr>
            </a:lvl5pPr>
            <a:lvl6pPr lvl="5" algn="l">
              <a:lnSpc>
                <a:spcPct val="100000"/>
              </a:lnSpc>
              <a:spcBef>
                <a:spcPts val="1900"/>
              </a:spcBef>
              <a:spcAft>
                <a:spcPts val="0"/>
              </a:spcAft>
              <a:buSzPts val="1300"/>
              <a:buNone/>
              <a:defRPr b="1" sz="1300">
                <a:solidFill>
                  <a:schemeClr val="accent3"/>
                </a:solidFill>
              </a:defRPr>
            </a:lvl6pPr>
            <a:lvl7pPr lvl="6" algn="l">
              <a:lnSpc>
                <a:spcPct val="100000"/>
              </a:lnSpc>
              <a:spcBef>
                <a:spcPts val="1900"/>
              </a:spcBef>
              <a:spcAft>
                <a:spcPts val="0"/>
              </a:spcAft>
              <a:buSzPts val="1300"/>
              <a:buNone/>
              <a:defRPr b="1" sz="1300">
                <a:solidFill>
                  <a:schemeClr val="accent3"/>
                </a:solidFill>
              </a:defRPr>
            </a:lvl7pPr>
            <a:lvl8pPr lvl="7" algn="l">
              <a:lnSpc>
                <a:spcPct val="100000"/>
              </a:lnSpc>
              <a:spcBef>
                <a:spcPts val="1900"/>
              </a:spcBef>
              <a:spcAft>
                <a:spcPts val="0"/>
              </a:spcAft>
              <a:buSzPts val="1300"/>
              <a:buNone/>
              <a:defRPr b="1" sz="1300">
                <a:solidFill>
                  <a:schemeClr val="accent3"/>
                </a:solidFill>
              </a:defRPr>
            </a:lvl8pPr>
            <a:lvl9pPr lvl="8" algn="l">
              <a:lnSpc>
                <a:spcPct val="100000"/>
              </a:lnSpc>
              <a:spcBef>
                <a:spcPts val="1900"/>
              </a:spcBef>
              <a:spcAft>
                <a:spcPts val="1900"/>
              </a:spcAft>
              <a:buSzPts val="1300"/>
              <a:buNone/>
              <a:defRPr b="1" sz="1300">
                <a:solidFill>
                  <a:schemeClr val="accent3"/>
                </a:solidFill>
              </a:defRPr>
            </a:lvl9pPr>
          </a:lstStyle>
          <a:p/>
        </p:txBody>
      </p:sp>
      <p:pic>
        <p:nvPicPr>
          <p:cNvPr id="620" name="Google Shape;620;h44ba9557397ad1d7_0_1731"/>
          <p:cNvPicPr preferRelativeResize="0"/>
          <p:nvPr/>
        </p:nvPicPr>
        <p:blipFill rotWithShape="1">
          <a:blip r:embed="rId2">
            <a:alphaModFix/>
          </a:blip>
          <a:srcRect b="0" l="0" r="0" t="0"/>
          <a:stretch/>
        </p:blipFill>
        <p:spPr>
          <a:xfrm>
            <a:off x="536852" y="480067"/>
            <a:ext cx="2905789" cy="280409"/>
          </a:xfrm>
          <a:prstGeom prst="rect">
            <a:avLst/>
          </a:prstGeom>
          <a:noFill/>
          <a:ln>
            <a:noFill/>
          </a:ln>
        </p:spPr>
      </p:pic>
      <p:pic>
        <p:nvPicPr>
          <p:cNvPr id="621" name="Google Shape;621;h44ba9557397ad1d7_0_1731"/>
          <p:cNvPicPr preferRelativeResize="0"/>
          <p:nvPr/>
        </p:nvPicPr>
        <p:blipFill rotWithShape="1">
          <a:blip r:embed="rId3">
            <a:alphaModFix/>
          </a:blip>
          <a:srcRect b="27421" l="0" r="21948" t="0"/>
          <a:stretch/>
        </p:blipFill>
        <p:spPr>
          <a:xfrm>
            <a:off x="4817007" y="-2"/>
            <a:ext cx="7374669" cy="6857999"/>
          </a:xfrm>
          <a:prstGeom prst="rect">
            <a:avLst/>
          </a:prstGeom>
          <a:noFill/>
          <a:ln>
            <a:noFill/>
          </a:ln>
        </p:spPr>
      </p:pic>
      <p:sp>
        <p:nvSpPr>
          <p:cNvPr id="622" name="Google Shape;622;h44ba9557397ad1d7_0_173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itle Slide 1 - dark">
  <p:cSld name="TITLE_1_2_3_1">
    <p:spTree>
      <p:nvGrpSpPr>
        <p:cNvPr id="623" name="Shape 623"/>
        <p:cNvGrpSpPr/>
        <p:nvPr/>
      </p:nvGrpSpPr>
      <p:grpSpPr>
        <a:xfrm>
          <a:off x="0" y="0"/>
          <a:ext cx="0" cy="0"/>
          <a:chOff x="0" y="0"/>
          <a:chExt cx="0" cy="0"/>
        </a:xfrm>
      </p:grpSpPr>
      <p:sp>
        <p:nvSpPr>
          <p:cNvPr id="624" name="Google Shape;624;h44ba9557397ad1d7_0_1740"/>
          <p:cNvSpPr/>
          <p:nvPr/>
        </p:nvSpPr>
        <p:spPr>
          <a:xfrm>
            <a:off x="-52915" y="0"/>
            <a:ext cx="123084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25" name="Google Shape;625;h44ba9557397ad1d7_0_1740"/>
          <p:cNvSpPr/>
          <p:nvPr/>
        </p:nvSpPr>
        <p:spPr>
          <a:xfrm>
            <a:off x="-52915" y="0"/>
            <a:ext cx="12308400" cy="3028500"/>
          </a:xfrm>
          <a:prstGeom prst="rect">
            <a:avLst/>
          </a:prstGeom>
          <a:gradFill>
            <a:gsLst>
              <a:gs pos="0">
                <a:srgbClr val="00C0E8">
                  <a:alpha val="31765"/>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26" name="Google Shape;626;h44ba9557397ad1d7_0_1740"/>
          <p:cNvPicPr preferRelativeResize="0"/>
          <p:nvPr/>
        </p:nvPicPr>
        <p:blipFill rotWithShape="1">
          <a:blip r:embed="rId2">
            <a:alphaModFix amt="75000"/>
          </a:blip>
          <a:srcRect b="27421" l="0" r="21948" t="0"/>
          <a:stretch/>
        </p:blipFill>
        <p:spPr>
          <a:xfrm>
            <a:off x="4817007" y="-2"/>
            <a:ext cx="7374669" cy="6857999"/>
          </a:xfrm>
          <a:prstGeom prst="rect">
            <a:avLst/>
          </a:prstGeom>
          <a:noFill/>
          <a:ln>
            <a:noFill/>
          </a:ln>
        </p:spPr>
      </p:pic>
      <p:sp>
        <p:nvSpPr>
          <p:cNvPr id="627" name="Google Shape;627;h44ba9557397ad1d7_0_1740"/>
          <p:cNvSpPr/>
          <p:nvPr/>
        </p:nvSpPr>
        <p:spPr>
          <a:xfrm>
            <a:off x="-52915" y="2186601"/>
            <a:ext cx="123084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28" name="Google Shape;628;h44ba9557397ad1d7_0_1740"/>
          <p:cNvSpPr txBox="1"/>
          <p:nvPr>
            <p:ph type="ctrTitle"/>
          </p:nvPr>
        </p:nvSpPr>
        <p:spPr>
          <a:xfrm>
            <a:off x="415589" y="1003267"/>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629" name="Google Shape;629;h44ba9557397ad1d7_0_1740"/>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630" name="Google Shape;630;h44ba9557397ad1d7_0_1740"/>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3"/>
                </a:solidFill>
              </a:defRPr>
            </a:lvl1pPr>
            <a:lvl2pPr lvl="1" algn="l">
              <a:lnSpc>
                <a:spcPct val="100000"/>
              </a:lnSpc>
              <a:spcBef>
                <a:spcPts val="1900"/>
              </a:spcBef>
              <a:spcAft>
                <a:spcPts val="0"/>
              </a:spcAft>
              <a:buSzPts val="1600"/>
              <a:buNone/>
              <a:defRPr b="1" sz="1300">
                <a:solidFill>
                  <a:schemeClr val="accent3"/>
                </a:solidFill>
              </a:defRPr>
            </a:lvl2pPr>
            <a:lvl3pPr lvl="2" algn="l">
              <a:lnSpc>
                <a:spcPct val="100000"/>
              </a:lnSpc>
              <a:spcBef>
                <a:spcPts val="1900"/>
              </a:spcBef>
              <a:spcAft>
                <a:spcPts val="0"/>
              </a:spcAft>
              <a:buSzPts val="1300"/>
              <a:buNone/>
              <a:defRPr b="1" sz="1300">
                <a:solidFill>
                  <a:schemeClr val="accent3"/>
                </a:solidFill>
              </a:defRPr>
            </a:lvl3pPr>
            <a:lvl4pPr lvl="3" algn="l">
              <a:lnSpc>
                <a:spcPct val="100000"/>
              </a:lnSpc>
              <a:spcBef>
                <a:spcPts val="1900"/>
              </a:spcBef>
              <a:spcAft>
                <a:spcPts val="0"/>
              </a:spcAft>
              <a:buSzPts val="1300"/>
              <a:buNone/>
              <a:defRPr b="1" sz="1300">
                <a:solidFill>
                  <a:schemeClr val="accent3"/>
                </a:solidFill>
              </a:defRPr>
            </a:lvl4pPr>
            <a:lvl5pPr lvl="4" algn="l">
              <a:lnSpc>
                <a:spcPct val="100000"/>
              </a:lnSpc>
              <a:spcBef>
                <a:spcPts val="1900"/>
              </a:spcBef>
              <a:spcAft>
                <a:spcPts val="0"/>
              </a:spcAft>
              <a:buSzPts val="1300"/>
              <a:buNone/>
              <a:defRPr b="1" sz="1300">
                <a:solidFill>
                  <a:schemeClr val="accent3"/>
                </a:solidFill>
              </a:defRPr>
            </a:lvl5pPr>
            <a:lvl6pPr lvl="5" algn="l">
              <a:lnSpc>
                <a:spcPct val="100000"/>
              </a:lnSpc>
              <a:spcBef>
                <a:spcPts val="1900"/>
              </a:spcBef>
              <a:spcAft>
                <a:spcPts val="0"/>
              </a:spcAft>
              <a:buSzPts val="1300"/>
              <a:buNone/>
              <a:defRPr b="1" sz="1300">
                <a:solidFill>
                  <a:schemeClr val="accent3"/>
                </a:solidFill>
              </a:defRPr>
            </a:lvl6pPr>
            <a:lvl7pPr lvl="6" algn="l">
              <a:lnSpc>
                <a:spcPct val="100000"/>
              </a:lnSpc>
              <a:spcBef>
                <a:spcPts val="1900"/>
              </a:spcBef>
              <a:spcAft>
                <a:spcPts val="0"/>
              </a:spcAft>
              <a:buSzPts val="1300"/>
              <a:buNone/>
              <a:defRPr b="1" sz="1300">
                <a:solidFill>
                  <a:schemeClr val="accent3"/>
                </a:solidFill>
              </a:defRPr>
            </a:lvl7pPr>
            <a:lvl8pPr lvl="7" algn="l">
              <a:lnSpc>
                <a:spcPct val="100000"/>
              </a:lnSpc>
              <a:spcBef>
                <a:spcPts val="1900"/>
              </a:spcBef>
              <a:spcAft>
                <a:spcPts val="0"/>
              </a:spcAft>
              <a:buSzPts val="1300"/>
              <a:buNone/>
              <a:defRPr b="1" sz="1300">
                <a:solidFill>
                  <a:schemeClr val="accent3"/>
                </a:solidFill>
              </a:defRPr>
            </a:lvl8pPr>
            <a:lvl9pPr lvl="8" algn="l">
              <a:lnSpc>
                <a:spcPct val="100000"/>
              </a:lnSpc>
              <a:spcBef>
                <a:spcPts val="1900"/>
              </a:spcBef>
              <a:spcAft>
                <a:spcPts val="1900"/>
              </a:spcAft>
              <a:buSzPts val="1300"/>
              <a:buNone/>
              <a:defRPr b="1" sz="1300">
                <a:solidFill>
                  <a:schemeClr val="accent3"/>
                </a:solidFill>
              </a:defRPr>
            </a:lvl9pPr>
          </a:lstStyle>
          <a:p/>
        </p:txBody>
      </p:sp>
      <p:sp>
        <p:nvSpPr>
          <p:cNvPr id="631" name="Google Shape;631;h44ba9557397ad1d7_0_1740"/>
          <p:cNvSpPr/>
          <p:nvPr/>
        </p:nvSpPr>
        <p:spPr>
          <a:xfrm>
            <a:off x="-52915" y="5263150"/>
            <a:ext cx="51936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32" name="Google Shape;632;h44ba9557397ad1d7_0_1740"/>
          <p:cNvPicPr preferRelativeResize="0"/>
          <p:nvPr/>
        </p:nvPicPr>
        <p:blipFill rotWithShape="1">
          <a:blip r:embed="rId3">
            <a:alphaModFix/>
          </a:blip>
          <a:srcRect b="100" l="0" r="0" t="90"/>
          <a:stretch/>
        </p:blipFill>
        <p:spPr>
          <a:xfrm>
            <a:off x="536852" y="480067"/>
            <a:ext cx="2905789" cy="280409"/>
          </a:xfrm>
          <a:prstGeom prst="rect">
            <a:avLst/>
          </a:prstGeom>
          <a:noFill/>
          <a:ln>
            <a:noFill/>
          </a:ln>
        </p:spPr>
      </p:pic>
      <p:sp>
        <p:nvSpPr>
          <p:cNvPr id="633" name="Google Shape;633;h44ba9557397ad1d7_0_1740"/>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Slide - light">
  <p:cSld name="TITLE_1_1_1">
    <p:spTree>
      <p:nvGrpSpPr>
        <p:cNvPr id="634" name="Shape 634"/>
        <p:cNvGrpSpPr/>
        <p:nvPr/>
      </p:nvGrpSpPr>
      <p:grpSpPr>
        <a:xfrm>
          <a:off x="0" y="0"/>
          <a:ext cx="0" cy="0"/>
          <a:chOff x="0" y="0"/>
          <a:chExt cx="0" cy="0"/>
        </a:xfrm>
      </p:grpSpPr>
      <p:sp>
        <p:nvSpPr>
          <p:cNvPr id="635" name="Google Shape;635;h44ba9557397ad1d7_0_1751"/>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36" name="Google Shape;636;h44ba9557397ad1d7_0_1751"/>
          <p:cNvSpPr txBox="1"/>
          <p:nvPr>
            <p:ph type="ctrTitle"/>
          </p:nvPr>
        </p:nvSpPr>
        <p:spPr>
          <a:xfrm>
            <a:off x="415589" y="1003267"/>
            <a:ext cx="53754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637" name="Google Shape;637;h44ba9557397ad1d7_0_1751"/>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None/>
              <a:defRPr sz="2000"/>
            </a:lvl3pPr>
            <a:lvl4pPr lvl="3" algn="ctr">
              <a:lnSpc>
                <a:spcPct val="100000"/>
              </a:lnSpc>
              <a:spcBef>
                <a:spcPts val="0"/>
              </a:spcBef>
              <a:spcAft>
                <a:spcPts val="0"/>
              </a:spcAft>
              <a:buSzPts val="2000"/>
              <a:buNone/>
              <a:defRPr sz="2000"/>
            </a:lvl4pPr>
            <a:lvl5pPr lvl="4" algn="ctr">
              <a:lnSpc>
                <a:spcPct val="100000"/>
              </a:lnSpc>
              <a:spcBef>
                <a:spcPts val="0"/>
              </a:spcBef>
              <a:spcAft>
                <a:spcPts val="0"/>
              </a:spcAft>
              <a:buSzPts val="2000"/>
              <a:buNone/>
              <a:defRPr sz="2000"/>
            </a:lvl5pPr>
            <a:lvl6pPr lvl="5" algn="ctr">
              <a:lnSpc>
                <a:spcPct val="100000"/>
              </a:lnSpc>
              <a:spcBef>
                <a:spcPts val="0"/>
              </a:spcBef>
              <a:spcAft>
                <a:spcPts val="0"/>
              </a:spcAft>
              <a:buSzPts val="2000"/>
              <a:buNone/>
              <a:defRPr sz="2000"/>
            </a:lvl6pPr>
            <a:lvl7pPr lvl="6" algn="ctr">
              <a:lnSpc>
                <a:spcPct val="100000"/>
              </a:lnSpc>
              <a:spcBef>
                <a:spcPts val="0"/>
              </a:spcBef>
              <a:spcAft>
                <a:spcPts val="0"/>
              </a:spcAft>
              <a:buSzPts val="2000"/>
              <a:buNone/>
              <a:defRPr sz="2000"/>
            </a:lvl7pPr>
            <a:lvl8pPr lvl="7" algn="ctr">
              <a:lnSpc>
                <a:spcPct val="100000"/>
              </a:lnSpc>
              <a:spcBef>
                <a:spcPts val="0"/>
              </a:spcBef>
              <a:spcAft>
                <a:spcPts val="0"/>
              </a:spcAft>
              <a:buSzPts val="2000"/>
              <a:buNone/>
              <a:defRPr sz="2000"/>
            </a:lvl8pPr>
            <a:lvl9pPr lvl="8" algn="ctr">
              <a:lnSpc>
                <a:spcPct val="100000"/>
              </a:lnSpc>
              <a:spcBef>
                <a:spcPts val="0"/>
              </a:spcBef>
              <a:spcAft>
                <a:spcPts val="0"/>
              </a:spcAft>
              <a:buSzPts val="2000"/>
              <a:buNone/>
              <a:defRPr sz="2000"/>
            </a:lvl9pPr>
          </a:lstStyle>
          <a:p/>
        </p:txBody>
      </p:sp>
      <p:sp>
        <p:nvSpPr>
          <p:cNvPr id="638" name="Google Shape;638;h44ba9557397ad1d7_0_1751"/>
          <p:cNvSpPr/>
          <p:nvPr/>
        </p:nvSpPr>
        <p:spPr>
          <a:xfrm>
            <a:off x="-52915" y="52631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39" name="Google Shape;639;h44ba9557397ad1d7_0_1751"/>
          <p:cNvPicPr preferRelativeResize="0"/>
          <p:nvPr/>
        </p:nvPicPr>
        <p:blipFill rotWithShape="1">
          <a:blip r:embed="rId2">
            <a:alphaModFix/>
          </a:blip>
          <a:srcRect b="0" l="0" r="0" t="0"/>
          <a:stretch/>
        </p:blipFill>
        <p:spPr>
          <a:xfrm>
            <a:off x="536852" y="480067"/>
            <a:ext cx="2986353" cy="280409"/>
          </a:xfrm>
          <a:prstGeom prst="rect">
            <a:avLst/>
          </a:prstGeom>
          <a:noFill/>
          <a:ln>
            <a:noFill/>
          </a:ln>
        </p:spPr>
      </p:pic>
      <p:sp>
        <p:nvSpPr>
          <p:cNvPr id="640" name="Google Shape;640;h44ba9557397ad1d7_0_175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
        <p:nvSpPr>
          <p:cNvPr id="641" name="Google Shape;641;h44ba9557397ad1d7_0_1751"/>
          <p:cNvSpPr txBox="1"/>
          <p:nvPr>
            <p:ph idx="2" type="subTitle"/>
          </p:nvPr>
        </p:nvSpPr>
        <p:spPr>
          <a:xfrm>
            <a:off x="550485" y="5318150"/>
            <a:ext cx="4739400" cy="3807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4"/>
                </a:solidFill>
              </a:defRPr>
            </a:lvl1pPr>
            <a:lvl2pPr lvl="1" algn="l">
              <a:lnSpc>
                <a:spcPct val="100000"/>
              </a:lnSpc>
              <a:spcBef>
                <a:spcPts val="1900"/>
              </a:spcBef>
              <a:spcAft>
                <a:spcPts val="0"/>
              </a:spcAft>
              <a:buSzPts val="1600"/>
              <a:buNone/>
              <a:defRPr b="1" sz="1300">
                <a:solidFill>
                  <a:schemeClr val="accent4"/>
                </a:solidFill>
              </a:defRPr>
            </a:lvl2pPr>
            <a:lvl3pPr lvl="2" algn="l">
              <a:lnSpc>
                <a:spcPct val="100000"/>
              </a:lnSpc>
              <a:spcBef>
                <a:spcPts val="1900"/>
              </a:spcBef>
              <a:spcAft>
                <a:spcPts val="0"/>
              </a:spcAft>
              <a:buSzPts val="1300"/>
              <a:buNone/>
              <a:defRPr b="1" sz="1300">
                <a:solidFill>
                  <a:schemeClr val="accent4"/>
                </a:solidFill>
              </a:defRPr>
            </a:lvl3pPr>
            <a:lvl4pPr lvl="3" algn="l">
              <a:lnSpc>
                <a:spcPct val="100000"/>
              </a:lnSpc>
              <a:spcBef>
                <a:spcPts val="1900"/>
              </a:spcBef>
              <a:spcAft>
                <a:spcPts val="0"/>
              </a:spcAft>
              <a:buSzPts val="1300"/>
              <a:buNone/>
              <a:defRPr b="1" sz="1300">
                <a:solidFill>
                  <a:schemeClr val="accent4"/>
                </a:solidFill>
              </a:defRPr>
            </a:lvl4pPr>
            <a:lvl5pPr lvl="4" algn="l">
              <a:lnSpc>
                <a:spcPct val="100000"/>
              </a:lnSpc>
              <a:spcBef>
                <a:spcPts val="1900"/>
              </a:spcBef>
              <a:spcAft>
                <a:spcPts val="0"/>
              </a:spcAft>
              <a:buSzPts val="1300"/>
              <a:buNone/>
              <a:defRPr b="1" sz="1300">
                <a:solidFill>
                  <a:schemeClr val="accent4"/>
                </a:solidFill>
              </a:defRPr>
            </a:lvl5pPr>
            <a:lvl6pPr lvl="5" algn="l">
              <a:lnSpc>
                <a:spcPct val="100000"/>
              </a:lnSpc>
              <a:spcBef>
                <a:spcPts val="1900"/>
              </a:spcBef>
              <a:spcAft>
                <a:spcPts val="0"/>
              </a:spcAft>
              <a:buSzPts val="1300"/>
              <a:buNone/>
              <a:defRPr b="1" sz="1300">
                <a:solidFill>
                  <a:schemeClr val="accent4"/>
                </a:solidFill>
              </a:defRPr>
            </a:lvl6pPr>
            <a:lvl7pPr lvl="6" algn="l">
              <a:lnSpc>
                <a:spcPct val="100000"/>
              </a:lnSpc>
              <a:spcBef>
                <a:spcPts val="1900"/>
              </a:spcBef>
              <a:spcAft>
                <a:spcPts val="0"/>
              </a:spcAft>
              <a:buSzPts val="1300"/>
              <a:buNone/>
              <a:defRPr b="1" sz="1300">
                <a:solidFill>
                  <a:schemeClr val="accent4"/>
                </a:solidFill>
              </a:defRPr>
            </a:lvl7pPr>
            <a:lvl8pPr lvl="7" algn="l">
              <a:lnSpc>
                <a:spcPct val="100000"/>
              </a:lnSpc>
              <a:spcBef>
                <a:spcPts val="1900"/>
              </a:spcBef>
              <a:spcAft>
                <a:spcPts val="0"/>
              </a:spcAft>
              <a:buSzPts val="1300"/>
              <a:buNone/>
              <a:defRPr b="1" sz="1300">
                <a:solidFill>
                  <a:schemeClr val="accent4"/>
                </a:solidFill>
              </a:defRPr>
            </a:lvl8pPr>
            <a:lvl9pPr lvl="8" algn="l">
              <a:lnSpc>
                <a:spcPct val="100000"/>
              </a:lnSpc>
              <a:spcBef>
                <a:spcPts val="1900"/>
              </a:spcBef>
              <a:spcAft>
                <a:spcPts val="1900"/>
              </a:spcAft>
              <a:buSzPts val="1300"/>
              <a:buNone/>
              <a:defRPr b="1" sz="1300">
                <a:solidFill>
                  <a:schemeClr val="accent4"/>
                </a:solidFill>
              </a:defRPr>
            </a:lvl9pPr>
          </a:lstStyle>
          <a:p/>
        </p:txBody>
      </p:sp>
      <p:pic>
        <p:nvPicPr>
          <p:cNvPr id="642" name="Google Shape;642;h44ba9557397ad1d7_0_1751"/>
          <p:cNvPicPr preferRelativeResize="0"/>
          <p:nvPr/>
        </p:nvPicPr>
        <p:blipFill rotWithShape="1">
          <a:blip r:embed="rId3">
            <a:alphaModFix/>
          </a:blip>
          <a:srcRect b="24679" l="16143" r="19028" t="2820"/>
          <a:stretch/>
        </p:blipFill>
        <p:spPr>
          <a:xfrm>
            <a:off x="6488710" y="480067"/>
            <a:ext cx="5703045" cy="6377933"/>
          </a:xfrm>
          <a:prstGeom prst="rect">
            <a:avLst/>
          </a:prstGeom>
          <a:noFill/>
          <a:ln>
            <a:noFill/>
          </a:ln>
        </p:spPr>
      </p:pic>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itle Slide - light">
  <p:cSld name="TITLE_1_1_1_3">
    <p:spTree>
      <p:nvGrpSpPr>
        <p:cNvPr id="643" name="Shape 643"/>
        <p:cNvGrpSpPr/>
        <p:nvPr/>
      </p:nvGrpSpPr>
      <p:grpSpPr>
        <a:xfrm>
          <a:off x="0" y="0"/>
          <a:ext cx="0" cy="0"/>
          <a:chOff x="0" y="0"/>
          <a:chExt cx="0" cy="0"/>
        </a:xfrm>
      </p:grpSpPr>
      <p:sp>
        <p:nvSpPr>
          <p:cNvPr id="644" name="Google Shape;644;h44ba9557397ad1d7_0_1760"/>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45" name="Google Shape;645;h44ba9557397ad1d7_0_1760"/>
          <p:cNvSpPr txBox="1"/>
          <p:nvPr>
            <p:ph type="ctrTitle"/>
          </p:nvPr>
        </p:nvSpPr>
        <p:spPr>
          <a:xfrm>
            <a:off x="415589" y="1003267"/>
            <a:ext cx="55533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rgbClr val="000000"/>
              </a:buClr>
              <a:buSzPts val="4800"/>
              <a:buNone/>
              <a:defRPr sz="4800">
                <a:solidFill>
                  <a:srgbClr val="000000"/>
                </a:solidFill>
              </a:defRPr>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646" name="Google Shape;646;h44ba9557397ad1d7_0_1760"/>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000"/>
              <a:buNone/>
              <a:defRPr sz="20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647" name="Google Shape;647;h44ba9557397ad1d7_0_1760"/>
          <p:cNvSpPr txBox="1"/>
          <p:nvPr>
            <p:ph idx="2" type="subTitle"/>
          </p:nvPr>
        </p:nvSpPr>
        <p:spPr>
          <a:xfrm>
            <a:off x="550485" y="5462367"/>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6"/>
                </a:solidFill>
              </a:defRPr>
            </a:lvl1pPr>
            <a:lvl2pPr lvl="1" algn="l">
              <a:lnSpc>
                <a:spcPct val="100000"/>
              </a:lnSpc>
              <a:spcBef>
                <a:spcPts val="1900"/>
              </a:spcBef>
              <a:spcAft>
                <a:spcPts val="0"/>
              </a:spcAft>
              <a:buSzPts val="1600"/>
              <a:buNone/>
              <a:defRPr b="1" sz="1300">
                <a:solidFill>
                  <a:schemeClr val="accent6"/>
                </a:solidFill>
              </a:defRPr>
            </a:lvl2pPr>
            <a:lvl3pPr lvl="2" algn="l">
              <a:lnSpc>
                <a:spcPct val="100000"/>
              </a:lnSpc>
              <a:spcBef>
                <a:spcPts val="1900"/>
              </a:spcBef>
              <a:spcAft>
                <a:spcPts val="0"/>
              </a:spcAft>
              <a:buSzPts val="1300"/>
              <a:buNone/>
              <a:defRPr b="1" sz="1300">
                <a:solidFill>
                  <a:schemeClr val="accent6"/>
                </a:solidFill>
              </a:defRPr>
            </a:lvl3pPr>
            <a:lvl4pPr lvl="3" algn="l">
              <a:lnSpc>
                <a:spcPct val="100000"/>
              </a:lnSpc>
              <a:spcBef>
                <a:spcPts val="1900"/>
              </a:spcBef>
              <a:spcAft>
                <a:spcPts val="0"/>
              </a:spcAft>
              <a:buSzPts val="1300"/>
              <a:buNone/>
              <a:defRPr b="1" sz="1300">
                <a:solidFill>
                  <a:schemeClr val="accent6"/>
                </a:solidFill>
              </a:defRPr>
            </a:lvl4pPr>
            <a:lvl5pPr lvl="4" algn="l">
              <a:lnSpc>
                <a:spcPct val="100000"/>
              </a:lnSpc>
              <a:spcBef>
                <a:spcPts val="1900"/>
              </a:spcBef>
              <a:spcAft>
                <a:spcPts val="0"/>
              </a:spcAft>
              <a:buSzPts val="1300"/>
              <a:buNone/>
              <a:defRPr b="1" sz="1300">
                <a:solidFill>
                  <a:schemeClr val="accent6"/>
                </a:solidFill>
              </a:defRPr>
            </a:lvl5pPr>
            <a:lvl6pPr lvl="5" algn="l">
              <a:lnSpc>
                <a:spcPct val="100000"/>
              </a:lnSpc>
              <a:spcBef>
                <a:spcPts val="1900"/>
              </a:spcBef>
              <a:spcAft>
                <a:spcPts val="0"/>
              </a:spcAft>
              <a:buSzPts val="1300"/>
              <a:buNone/>
              <a:defRPr b="1" sz="1300">
                <a:solidFill>
                  <a:schemeClr val="accent6"/>
                </a:solidFill>
              </a:defRPr>
            </a:lvl6pPr>
            <a:lvl7pPr lvl="6" algn="l">
              <a:lnSpc>
                <a:spcPct val="100000"/>
              </a:lnSpc>
              <a:spcBef>
                <a:spcPts val="1900"/>
              </a:spcBef>
              <a:spcAft>
                <a:spcPts val="0"/>
              </a:spcAft>
              <a:buSzPts val="1300"/>
              <a:buNone/>
              <a:defRPr b="1" sz="1300">
                <a:solidFill>
                  <a:schemeClr val="accent6"/>
                </a:solidFill>
              </a:defRPr>
            </a:lvl7pPr>
            <a:lvl8pPr lvl="7" algn="l">
              <a:lnSpc>
                <a:spcPct val="100000"/>
              </a:lnSpc>
              <a:spcBef>
                <a:spcPts val="1900"/>
              </a:spcBef>
              <a:spcAft>
                <a:spcPts val="0"/>
              </a:spcAft>
              <a:buSzPts val="1300"/>
              <a:buNone/>
              <a:defRPr b="1" sz="1300">
                <a:solidFill>
                  <a:schemeClr val="accent6"/>
                </a:solidFill>
              </a:defRPr>
            </a:lvl8pPr>
            <a:lvl9pPr lvl="8" algn="l">
              <a:lnSpc>
                <a:spcPct val="100000"/>
              </a:lnSpc>
              <a:spcBef>
                <a:spcPts val="1900"/>
              </a:spcBef>
              <a:spcAft>
                <a:spcPts val="1900"/>
              </a:spcAft>
              <a:buSzPts val="1300"/>
              <a:buNone/>
              <a:defRPr b="1" sz="1300">
                <a:solidFill>
                  <a:schemeClr val="accent6"/>
                </a:solidFill>
              </a:defRPr>
            </a:lvl9pPr>
          </a:lstStyle>
          <a:p/>
        </p:txBody>
      </p:sp>
      <p:sp>
        <p:nvSpPr>
          <p:cNvPr id="648" name="Google Shape;648;h44ba9557397ad1d7_0_1760"/>
          <p:cNvSpPr/>
          <p:nvPr/>
        </p:nvSpPr>
        <p:spPr>
          <a:xfrm>
            <a:off x="-52915" y="5263150"/>
            <a:ext cx="51936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49" name="Google Shape;649;h44ba9557397ad1d7_0_1760"/>
          <p:cNvPicPr preferRelativeResize="0"/>
          <p:nvPr/>
        </p:nvPicPr>
        <p:blipFill rotWithShape="1">
          <a:blip r:embed="rId2">
            <a:alphaModFix/>
          </a:blip>
          <a:srcRect b="0" l="0" r="0" t="0"/>
          <a:stretch/>
        </p:blipFill>
        <p:spPr>
          <a:xfrm>
            <a:off x="536852" y="480067"/>
            <a:ext cx="2890808" cy="280408"/>
          </a:xfrm>
          <a:prstGeom prst="rect">
            <a:avLst/>
          </a:prstGeom>
          <a:noFill/>
          <a:ln>
            <a:noFill/>
          </a:ln>
        </p:spPr>
      </p:pic>
      <p:pic>
        <p:nvPicPr>
          <p:cNvPr id="650" name="Google Shape;650;h44ba9557397ad1d7_0_1760"/>
          <p:cNvPicPr preferRelativeResize="0"/>
          <p:nvPr/>
        </p:nvPicPr>
        <p:blipFill rotWithShape="1">
          <a:blip r:embed="rId3">
            <a:alphaModFix/>
          </a:blip>
          <a:srcRect b="24841" l="0" r="20616" t="8077"/>
          <a:stretch/>
        </p:blipFill>
        <p:spPr>
          <a:xfrm>
            <a:off x="4797672" y="609600"/>
            <a:ext cx="7394089" cy="6248402"/>
          </a:xfrm>
          <a:prstGeom prst="rect">
            <a:avLst/>
          </a:prstGeom>
          <a:noFill/>
          <a:ln>
            <a:noFill/>
          </a:ln>
        </p:spPr>
      </p:pic>
      <p:sp>
        <p:nvSpPr>
          <p:cNvPr id="651" name="Google Shape;651;h44ba9557397ad1d7_0_1760"/>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itle Slide - dark">
  <p:cSld name="TITLE_1_1_1_3_1">
    <p:spTree>
      <p:nvGrpSpPr>
        <p:cNvPr id="652" name="Shape 652"/>
        <p:cNvGrpSpPr/>
        <p:nvPr/>
      </p:nvGrpSpPr>
      <p:grpSpPr>
        <a:xfrm>
          <a:off x="0" y="0"/>
          <a:ext cx="0" cy="0"/>
          <a:chOff x="0" y="0"/>
          <a:chExt cx="0" cy="0"/>
        </a:xfrm>
      </p:grpSpPr>
      <p:sp>
        <p:nvSpPr>
          <p:cNvPr id="653" name="Google Shape;653;h44ba9557397ad1d7_0_1769"/>
          <p:cNvSpPr/>
          <p:nvPr/>
        </p:nvSpPr>
        <p:spPr>
          <a:xfrm>
            <a:off x="-52915" y="0"/>
            <a:ext cx="123081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54" name="Google Shape;654;h44ba9557397ad1d7_0_1769"/>
          <p:cNvPicPr preferRelativeResize="0"/>
          <p:nvPr/>
        </p:nvPicPr>
        <p:blipFill rotWithShape="1">
          <a:blip r:embed="rId2">
            <a:alphaModFix/>
          </a:blip>
          <a:srcRect b="24841" l="0" r="20616" t="8077"/>
          <a:stretch/>
        </p:blipFill>
        <p:spPr>
          <a:xfrm>
            <a:off x="4822826" y="609600"/>
            <a:ext cx="7432433" cy="6248402"/>
          </a:xfrm>
          <a:prstGeom prst="rect">
            <a:avLst/>
          </a:prstGeom>
          <a:noFill/>
          <a:ln>
            <a:noFill/>
          </a:ln>
        </p:spPr>
      </p:pic>
      <p:sp>
        <p:nvSpPr>
          <p:cNvPr id="655" name="Google Shape;655;h44ba9557397ad1d7_0_1769"/>
          <p:cNvSpPr/>
          <p:nvPr/>
        </p:nvSpPr>
        <p:spPr>
          <a:xfrm>
            <a:off x="-52915" y="0"/>
            <a:ext cx="123081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6" name="Google Shape;656;h44ba9557397ad1d7_0_1769"/>
          <p:cNvSpPr/>
          <p:nvPr/>
        </p:nvSpPr>
        <p:spPr>
          <a:xfrm>
            <a:off x="-52915" y="0"/>
            <a:ext cx="12308100" cy="3028500"/>
          </a:xfrm>
          <a:prstGeom prst="rect">
            <a:avLst/>
          </a:prstGeom>
          <a:gradFill>
            <a:gsLst>
              <a:gs pos="0">
                <a:srgbClr val="FA582D">
                  <a:alpha val="25490"/>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57" name="Google Shape;657;h44ba9557397ad1d7_0_1769"/>
          <p:cNvPicPr preferRelativeResize="0"/>
          <p:nvPr/>
        </p:nvPicPr>
        <p:blipFill rotWithShape="1">
          <a:blip r:embed="rId2">
            <a:alphaModFix amt="75000"/>
          </a:blip>
          <a:srcRect b="24841" l="0" r="20616" t="8077"/>
          <a:stretch/>
        </p:blipFill>
        <p:spPr>
          <a:xfrm>
            <a:off x="4797672" y="609600"/>
            <a:ext cx="7394089" cy="6248402"/>
          </a:xfrm>
          <a:prstGeom prst="rect">
            <a:avLst/>
          </a:prstGeom>
          <a:noFill/>
          <a:ln>
            <a:noFill/>
          </a:ln>
        </p:spPr>
      </p:pic>
      <p:sp>
        <p:nvSpPr>
          <p:cNvPr id="658" name="Google Shape;658;h44ba9557397ad1d7_0_1769"/>
          <p:cNvSpPr/>
          <p:nvPr/>
        </p:nvSpPr>
        <p:spPr>
          <a:xfrm>
            <a:off x="-52915" y="2186601"/>
            <a:ext cx="123081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9" name="Google Shape;659;h44ba9557397ad1d7_0_1769"/>
          <p:cNvSpPr txBox="1"/>
          <p:nvPr>
            <p:ph type="ctrTitle"/>
          </p:nvPr>
        </p:nvSpPr>
        <p:spPr>
          <a:xfrm>
            <a:off x="415589" y="1003267"/>
            <a:ext cx="55533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660" name="Google Shape;660;h44ba9557397ad1d7_0_1769"/>
          <p:cNvSpPr txBox="1"/>
          <p:nvPr>
            <p:ph idx="1" type="subTitle"/>
          </p:nvPr>
        </p:nvSpPr>
        <p:spPr>
          <a:xfrm>
            <a:off x="415589" y="3028533"/>
            <a:ext cx="6195900" cy="10569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3700"/>
              <a:buNone/>
              <a:defRPr sz="3700">
                <a:solidFill>
                  <a:schemeClr val="lt1"/>
                </a:solidFill>
              </a:defRPr>
            </a:lvl2pPr>
            <a:lvl3pPr lvl="2" algn="ctr">
              <a:lnSpc>
                <a:spcPct val="100000"/>
              </a:lnSpc>
              <a:spcBef>
                <a:spcPts val="0"/>
              </a:spcBef>
              <a:spcAft>
                <a:spcPts val="0"/>
              </a:spcAft>
              <a:buClr>
                <a:schemeClr val="lt1"/>
              </a:buClr>
              <a:buSzPts val="3700"/>
              <a:buNone/>
              <a:defRPr sz="3700">
                <a:solidFill>
                  <a:schemeClr val="lt1"/>
                </a:solidFill>
              </a:defRPr>
            </a:lvl3pPr>
            <a:lvl4pPr lvl="3" algn="ctr">
              <a:lnSpc>
                <a:spcPct val="100000"/>
              </a:lnSpc>
              <a:spcBef>
                <a:spcPts val="0"/>
              </a:spcBef>
              <a:spcAft>
                <a:spcPts val="0"/>
              </a:spcAft>
              <a:buClr>
                <a:schemeClr val="lt1"/>
              </a:buClr>
              <a:buSzPts val="3700"/>
              <a:buNone/>
              <a:defRPr sz="3700">
                <a:solidFill>
                  <a:schemeClr val="lt1"/>
                </a:solidFill>
              </a:defRPr>
            </a:lvl4pPr>
            <a:lvl5pPr lvl="4" algn="ctr">
              <a:lnSpc>
                <a:spcPct val="100000"/>
              </a:lnSpc>
              <a:spcBef>
                <a:spcPts val="0"/>
              </a:spcBef>
              <a:spcAft>
                <a:spcPts val="0"/>
              </a:spcAft>
              <a:buClr>
                <a:schemeClr val="lt1"/>
              </a:buClr>
              <a:buSzPts val="3700"/>
              <a:buNone/>
              <a:defRPr sz="3700">
                <a:solidFill>
                  <a:schemeClr val="lt1"/>
                </a:solidFill>
              </a:defRPr>
            </a:lvl5pPr>
            <a:lvl6pPr lvl="5" algn="ctr">
              <a:lnSpc>
                <a:spcPct val="100000"/>
              </a:lnSpc>
              <a:spcBef>
                <a:spcPts val="0"/>
              </a:spcBef>
              <a:spcAft>
                <a:spcPts val="0"/>
              </a:spcAft>
              <a:buClr>
                <a:schemeClr val="lt1"/>
              </a:buClr>
              <a:buSzPts val="3700"/>
              <a:buNone/>
              <a:defRPr sz="3700">
                <a:solidFill>
                  <a:schemeClr val="lt1"/>
                </a:solidFill>
              </a:defRPr>
            </a:lvl6pPr>
            <a:lvl7pPr lvl="6" algn="ctr">
              <a:lnSpc>
                <a:spcPct val="100000"/>
              </a:lnSpc>
              <a:spcBef>
                <a:spcPts val="0"/>
              </a:spcBef>
              <a:spcAft>
                <a:spcPts val="0"/>
              </a:spcAft>
              <a:buClr>
                <a:schemeClr val="lt1"/>
              </a:buClr>
              <a:buSzPts val="3700"/>
              <a:buNone/>
              <a:defRPr sz="3700">
                <a:solidFill>
                  <a:schemeClr val="lt1"/>
                </a:solidFill>
              </a:defRPr>
            </a:lvl7pPr>
            <a:lvl8pPr lvl="7" algn="ctr">
              <a:lnSpc>
                <a:spcPct val="100000"/>
              </a:lnSpc>
              <a:spcBef>
                <a:spcPts val="0"/>
              </a:spcBef>
              <a:spcAft>
                <a:spcPts val="0"/>
              </a:spcAft>
              <a:buClr>
                <a:schemeClr val="lt1"/>
              </a:buClr>
              <a:buSzPts val="3700"/>
              <a:buNone/>
              <a:defRPr sz="3700">
                <a:solidFill>
                  <a:schemeClr val="lt1"/>
                </a:solidFill>
              </a:defRPr>
            </a:lvl8pPr>
            <a:lvl9pPr lvl="8" algn="ctr">
              <a:lnSpc>
                <a:spcPct val="100000"/>
              </a:lnSpc>
              <a:spcBef>
                <a:spcPts val="0"/>
              </a:spcBef>
              <a:spcAft>
                <a:spcPts val="0"/>
              </a:spcAft>
              <a:buClr>
                <a:schemeClr val="lt1"/>
              </a:buClr>
              <a:buSzPts val="3700"/>
              <a:buNone/>
              <a:defRPr sz="3700">
                <a:solidFill>
                  <a:schemeClr val="lt1"/>
                </a:solidFill>
              </a:defRPr>
            </a:lvl9pPr>
          </a:lstStyle>
          <a:p/>
        </p:txBody>
      </p:sp>
      <p:sp>
        <p:nvSpPr>
          <p:cNvPr id="661" name="Google Shape;661;h44ba9557397ad1d7_0_1769"/>
          <p:cNvSpPr/>
          <p:nvPr/>
        </p:nvSpPr>
        <p:spPr>
          <a:xfrm>
            <a:off x="-52915" y="5263150"/>
            <a:ext cx="51936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62" name="Google Shape;662;h44ba9557397ad1d7_0_1769"/>
          <p:cNvPicPr preferRelativeResize="0"/>
          <p:nvPr/>
        </p:nvPicPr>
        <p:blipFill rotWithShape="1">
          <a:blip r:embed="rId3">
            <a:alphaModFix/>
          </a:blip>
          <a:srcRect b="80" l="0" r="0" t="90"/>
          <a:stretch/>
        </p:blipFill>
        <p:spPr>
          <a:xfrm>
            <a:off x="536852" y="480067"/>
            <a:ext cx="2890808" cy="280408"/>
          </a:xfrm>
          <a:prstGeom prst="rect">
            <a:avLst/>
          </a:prstGeom>
          <a:noFill/>
          <a:ln>
            <a:noFill/>
          </a:ln>
        </p:spPr>
      </p:pic>
      <p:sp>
        <p:nvSpPr>
          <p:cNvPr id="663" name="Google Shape;663;h44ba9557397ad1d7_0_1769"/>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
        <p:nvSpPr>
          <p:cNvPr id="664" name="Google Shape;664;h44ba9557397ad1d7_0_1769"/>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6"/>
                </a:solidFill>
              </a:defRPr>
            </a:lvl1pPr>
            <a:lvl2pPr lvl="1" algn="l">
              <a:lnSpc>
                <a:spcPct val="100000"/>
              </a:lnSpc>
              <a:spcBef>
                <a:spcPts val="1900"/>
              </a:spcBef>
              <a:spcAft>
                <a:spcPts val="0"/>
              </a:spcAft>
              <a:buSzPts val="1600"/>
              <a:buNone/>
              <a:defRPr b="1" sz="1300">
                <a:solidFill>
                  <a:schemeClr val="accent6"/>
                </a:solidFill>
              </a:defRPr>
            </a:lvl2pPr>
            <a:lvl3pPr lvl="2" algn="l">
              <a:lnSpc>
                <a:spcPct val="100000"/>
              </a:lnSpc>
              <a:spcBef>
                <a:spcPts val="1900"/>
              </a:spcBef>
              <a:spcAft>
                <a:spcPts val="0"/>
              </a:spcAft>
              <a:buSzPts val="1300"/>
              <a:buNone/>
              <a:defRPr b="1" sz="1300">
                <a:solidFill>
                  <a:schemeClr val="accent6"/>
                </a:solidFill>
              </a:defRPr>
            </a:lvl3pPr>
            <a:lvl4pPr lvl="3" algn="l">
              <a:lnSpc>
                <a:spcPct val="100000"/>
              </a:lnSpc>
              <a:spcBef>
                <a:spcPts val="1900"/>
              </a:spcBef>
              <a:spcAft>
                <a:spcPts val="0"/>
              </a:spcAft>
              <a:buSzPts val="1300"/>
              <a:buNone/>
              <a:defRPr b="1" sz="1300">
                <a:solidFill>
                  <a:schemeClr val="accent6"/>
                </a:solidFill>
              </a:defRPr>
            </a:lvl4pPr>
            <a:lvl5pPr lvl="4" algn="l">
              <a:lnSpc>
                <a:spcPct val="100000"/>
              </a:lnSpc>
              <a:spcBef>
                <a:spcPts val="1900"/>
              </a:spcBef>
              <a:spcAft>
                <a:spcPts val="0"/>
              </a:spcAft>
              <a:buSzPts val="1300"/>
              <a:buNone/>
              <a:defRPr b="1" sz="1300">
                <a:solidFill>
                  <a:schemeClr val="accent6"/>
                </a:solidFill>
              </a:defRPr>
            </a:lvl5pPr>
            <a:lvl6pPr lvl="5" algn="l">
              <a:lnSpc>
                <a:spcPct val="100000"/>
              </a:lnSpc>
              <a:spcBef>
                <a:spcPts val="1900"/>
              </a:spcBef>
              <a:spcAft>
                <a:spcPts val="0"/>
              </a:spcAft>
              <a:buSzPts val="1300"/>
              <a:buNone/>
              <a:defRPr b="1" sz="1300">
                <a:solidFill>
                  <a:schemeClr val="accent6"/>
                </a:solidFill>
              </a:defRPr>
            </a:lvl6pPr>
            <a:lvl7pPr lvl="6" algn="l">
              <a:lnSpc>
                <a:spcPct val="100000"/>
              </a:lnSpc>
              <a:spcBef>
                <a:spcPts val="1900"/>
              </a:spcBef>
              <a:spcAft>
                <a:spcPts val="0"/>
              </a:spcAft>
              <a:buSzPts val="1300"/>
              <a:buNone/>
              <a:defRPr b="1" sz="1300">
                <a:solidFill>
                  <a:schemeClr val="accent6"/>
                </a:solidFill>
              </a:defRPr>
            </a:lvl7pPr>
            <a:lvl8pPr lvl="7" algn="l">
              <a:lnSpc>
                <a:spcPct val="100000"/>
              </a:lnSpc>
              <a:spcBef>
                <a:spcPts val="1900"/>
              </a:spcBef>
              <a:spcAft>
                <a:spcPts val="0"/>
              </a:spcAft>
              <a:buSzPts val="1300"/>
              <a:buNone/>
              <a:defRPr b="1" sz="1300">
                <a:solidFill>
                  <a:schemeClr val="accent6"/>
                </a:solidFill>
              </a:defRPr>
            </a:lvl8pPr>
            <a:lvl9pPr lvl="8" algn="l">
              <a:lnSpc>
                <a:spcPct val="100000"/>
              </a:lnSpc>
              <a:spcBef>
                <a:spcPts val="1900"/>
              </a:spcBef>
              <a:spcAft>
                <a:spcPts val="1900"/>
              </a:spcAft>
              <a:buSzPts val="1300"/>
              <a:buNone/>
              <a:defRPr b="1" sz="1300">
                <a:solidFill>
                  <a:schemeClr val="accent6"/>
                </a:solidFill>
              </a:defRPr>
            </a:lvl9pPr>
          </a:lstStyle>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Section Divider" type="secHead">
  <p:cSld name="SECTION_HEADER">
    <p:spTree>
      <p:nvGrpSpPr>
        <p:cNvPr id="665" name="Shape 665"/>
        <p:cNvGrpSpPr/>
        <p:nvPr/>
      </p:nvGrpSpPr>
      <p:grpSpPr>
        <a:xfrm>
          <a:off x="0" y="0"/>
          <a:ext cx="0" cy="0"/>
          <a:chOff x="0" y="0"/>
          <a:chExt cx="0" cy="0"/>
        </a:xfrm>
      </p:grpSpPr>
      <p:sp>
        <p:nvSpPr>
          <p:cNvPr id="666" name="Google Shape;666;h44ba9557397ad1d7_0_1782"/>
          <p:cNvSpPr/>
          <p:nvPr/>
        </p:nvSpPr>
        <p:spPr>
          <a:xfrm>
            <a:off x="-52915" y="0"/>
            <a:ext cx="12244800" cy="6858000"/>
          </a:xfrm>
          <a:prstGeom prst="rect">
            <a:avLst/>
          </a:prstGeom>
          <a:gradFill>
            <a:gsLst>
              <a:gs pos="0">
                <a:srgbClr val="B23808"/>
              </a:gs>
              <a:gs pos="100000">
                <a:srgbClr val="FA582D"/>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667" name="Google Shape;667;h44ba9557397ad1d7_0_1782"/>
          <p:cNvPicPr preferRelativeResize="0"/>
          <p:nvPr/>
        </p:nvPicPr>
        <p:blipFill rotWithShape="1">
          <a:blip r:embed="rId2">
            <a:alphaModFix/>
          </a:blip>
          <a:srcRect b="39191" l="8388" r="12032" t="0"/>
          <a:stretch/>
        </p:blipFill>
        <p:spPr>
          <a:xfrm>
            <a:off x="-52915" y="0"/>
            <a:ext cx="12244675" cy="6857998"/>
          </a:xfrm>
          <a:prstGeom prst="rect">
            <a:avLst/>
          </a:prstGeom>
          <a:noFill/>
          <a:ln>
            <a:noFill/>
          </a:ln>
        </p:spPr>
      </p:pic>
      <p:sp>
        <p:nvSpPr>
          <p:cNvPr id="668" name="Google Shape;668;h44ba9557397ad1d7_0_1782"/>
          <p:cNvSpPr/>
          <p:nvPr/>
        </p:nvSpPr>
        <p:spPr>
          <a:xfrm>
            <a:off x="-52915" y="1651000"/>
            <a:ext cx="12244800" cy="5207100"/>
          </a:xfrm>
          <a:prstGeom prst="rect">
            <a:avLst/>
          </a:prstGeom>
          <a:gradFill>
            <a:gsLst>
              <a:gs pos="0">
                <a:srgbClr val="B23808"/>
              </a:gs>
              <a:gs pos="100000">
                <a:srgbClr val="FFFFFF">
                  <a:alpha val="0"/>
                </a:srgbClr>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69" name="Google Shape;669;h44ba9557397ad1d7_0_1782"/>
          <p:cNvSpPr txBox="1"/>
          <p:nvPr>
            <p:ph type="title"/>
          </p:nvPr>
        </p:nvSpPr>
        <p:spPr>
          <a:xfrm>
            <a:off x="415589" y="2867800"/>
            <a:ext cx="11360400" cy="1122300"/>
          </a:xfrm>
          <a:prstGeom prst="rect">
            <a:avLst/>
          </a:prstGeom>
          <a:noFill/>
          <a:ln>
            <a:noFill/>
          </a:ln>
          <a:effectLst>
            <a:outerShdw blurRad="333369" rotWithShape="0" algn="bl" dir="5400000" dist="12700">
              <a:schemeClr val="accent1">
                <a:alpha val="70196"/>
              </a:schemeClr>
            </a:outerShdw>
          </a:effectLst>
        </p:spPr>
        <p:txBody>
          <a:bodyPr anchorCtr="0" anchor="ctr" bIns="121900" lIns="121900" spcFirstLastPara="1" rIns="121900" wrap="square" tIns="121900">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670" name="Google Shape;670;h44ba9557397ad1d7_0_1782"/>
          <p:cNvPicPr preferRelativeResize="0"/>
          <p:nvPr/>
        </p:nvPicPr>
        <p:blipFill rotWithShape="1">
          <a:blip r:embed="rId3">
            <a:alphaModFix/>
          </a:blip>
          <a:srcRect b="0" l="0" r="0" t="0"/>
          <a:stretch/>
        </p:blipFill>
        <p:spPr>
          <a:xfrm>
            <a:off x="10873407" y="6577517"/>
            <a:ext cx="1088207" cy="199028"/>
          </a:xfrm>
          <a:prstGeom prst="rect">
            <a:avLst/>
          </a:prstGeom>
          <a:noFill/>
          <a:ln>
            <a:noFill/>
          </a:ln>
        </p:spPr>
      </p:pic>
      <p:sp>
        <p:nvSpPr>
          <p:cNvPr id="671" name="Google Shape;671;h44ba9557397ad1d7_0_178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wo-Column Content - light">
  <p:cSld name="TITLE_AND_TWO_COLUMNS_3">
    <p:spTree>
      <p:nvGrpSpPr>
        <p:cNvPr id="672" name="Shape 672"/>
        <p:cNvGrpSpPr/>
        <p:nvPr/>
      </p:nvGrpSpPr>
      <p:grpSpPr>
        <a:xfrm>
          <a:off x="0" y="0"/>
          <a:ext cx="0" cy="0"/>
          <a:chOff x="0" y="0"/>
          <a:chExt cx="0" cy="0"/>
        </a:xfrm>
      </p:grpSpPr>
      <p:sp>
        <p:nvSpPr>
          <p:cNvPr id="673" name="Google Shape;673;h44ba9557397ad1d7_0_1789"/>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674" name="Google Shape;674;h44ba9557397ad1d7_0_1789"/>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675" name="Google Shape;675;h44ba9557397ad1d7_0_1789"/>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676" name="Google Shape;676;h44ba9557397ad1d7_0_1789"/>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hree-Column Content - light">
  <p:cSld name="ONE_COLUMN_TEXT_2">
    <p:spTree>
      <p:nvGrpSpPr>
        <p:cNvPr id="677" name="Shape 677"/>
        <p:cNvGrpSpPr/>
        <p:nvPr/>
      </p:nvGrpSpPr>
      <p:grpSpPr>
        <a:xfrm>
          <a:off x="0" y="0"/>
          <a:ext cx="0" cy="0"/>
          <a:chOff x="0" y="0"/>
          <a:chExt cx="0" cy="0"/>
        </a:xfrm>
      </p:grpSpPr>
      <p:sp>
        <p:nvSpPr>
          <p:cNvPr id="678" name="Google Shape;678;h44ba9557397ad1d7_0_1794"/>
          <p:cNvSpPr txBox="1"/>
          <p:nvPr>
            <p:ph idx="1" type="body"/>
          </p:nvPr>
        </p:nvSpPr>
        <p:spPr>
          <a:xfrm>
            <a:off x="415589"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679" name="Google Shape;679;h44ba9557397ad1d7_0_1794"/>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680" name="Google Shape;680;h44ba9557397ad1d7_0_1794"/>
          <p:cNvSpPr txBox="1"/>
          <p:nvPr>
            <p:ph idx="2" type="body"/>
          </p:nvPr>
        </p:nvSpPr>
        <p:spPr>
          <a:xfrm>
            <a:off x="4223887"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681" name="Google Shape;681;h44ba9557397ad1d7_0_1794"/>
          <p:cNvSpPr txBox="1"/>
          <p:nvPr>
            <p:ph idx="3" type="body"/>
          </p:nvPr>
        </p:nvSpPr>
        <p:spPr>
          <a:xfrm>
            <a:off x="8032186"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682" name="Google Shape;682;h44ba9557397ad1d7_0_1794"/>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One-Column Content with Side Graphic - light">
  <p:cSld name="TITLE_AND_BODY_1_1">
    <p:spTree>
      <p:nvGrpSpPr>
        <p:cNvPr id="683" name="Shape 683"/>
        <p:cNvGrpSpPr/>
        <p:nvPr/>
      </p:nvGrpSpPr>
      <p:grpSpPr>
        <a:xfrm>
          <a:off x="0" y="0"/>
          <a:ext cx="0" cy="0"/>
          <a:chOff x="0" y="0"/>
          <a:chExt cx="0" cy="0"/>
        </a:xfrm>
      </p:grpSpPr>
      <p:sp>
        <p:nvSpPr>
          <p:cNvPr id="684" name="Google Shape;684;h44ba9557397ad1d7_0_1800"/>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85" name="Google Shape;685;h44ba9557397ad1d7_0_1800"/>
          <p:cNvSpPr txBox="1"/>
          <p:nvPr>
            <p:ph idx="1" type="body"/>
          </p:nvPr>
        </p:nvSpPr>
        <p:spPr>
          <a:xfrm>
            <a:off x="415589" y="1036333"/>
            <a:ext cx="75045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686" name="Google Shape;686;h44ba9557397ad1d7_0_1800"/>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Blank - light">
  <p:cSld name="BLANK_4">
    <p:spTree>
      <p:nvGrpSpPr>
        <p:cNvPr id="687" name="Shape 687"/>
        <p:cNvGrpSpPr/>
        <p:nvPr/>
      </p:nvGrpSpPr>
      <p:grpSpPr>
        <a:xfrm>
          <a:off x="0" y="0"/>
          <a:ext cx="0" cy="0"/>
          <a:chOff x="0" y="0"/>
          <a:chExt cx="0" cy="0"/>
        </a:xfrm>
      </p:grpSpPr>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One-Column Content - dark">
  <p:cSld name="TITLE_AND_BODY_2_1">
    <p:bg>
      <p:bgPr>
        <a:solidFill>
          <a:schemeClr val="dk1"/>
        </a:solidFill>
      </p:bgPr>
    </p:bg>
    <p:spTree>
      <p:nvGrpSpPr>
        <p:cNvPr id="688" name="Shape 688"/>
        <p:cNvGrpSpPr/>
        <p:nvPr/>
      </p:nvGrpSpPr>
      <p:grpSpPr>
        <a:xfrm>
          <a:off x="0" y="0"/>
          <a:ext cx="0" cy="0"/>
          <a:chOff x="0" y="0"/>
          <a:chExt cx="0" cy="0"/>
        </a:xfrm>
      </p:grpSpPr>
      <p:sp>
        <p:nvSpPr>
          <p:cNvPr id="689" name="Google Shape;689;h44ba9557397ad1d7_0_1805"/>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
        <p:nvSpPr>
          <p:cNvPr id="690" name="Google Shape;690;h44ba9557397ad1d7_0_1805"/>
          <p:cNvSpPr txBox="1"/>
          <p:nvPr>
            <p:ph idx="1" type="body"/>
          </p:nvPr>
        </p:nvSpPr>
        <p:spPr>
          <a:xfrm>
            <a:off x="415589" y="1036320"/>
            <a:ext cx="113604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691" name="Google Shape;691;h44ba9557397ad1d7_0_1805"/>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wo-Column Content - dark">
  <p:cSld name="TITLE_AND_TWO_COLUMNS_1_1">
    <p:bg>
      <p:bgPr>
        <a:solidFill>
          <a:schemeClr val="dk1"/>
        </a:solidFill>
      </p:bgPr>
    </p:bg>
    <p:spTree>
      <p:nvGrpSpPr>
        <p:cNvPr id="692" name="Shape 692"/>
        <p:cNvGrpSpPr/>
        <p:nvPr/>
      </p:nvGrpSpPr>
      <p:grpSpPr>
        <a:xfrm>
          <a:off x="0" y="0"/>
          <a:ext cx="0" cy="0"/>
          <a:chOff x="0" y="0"/>
          <a:chExt cx="0" cy="0"/>
        </a:xfrm>
      </p:grpSpPr>
      <p:sp>
        <p:nvSpPr>
          <p:cNvPr id="693" name="Google Shape;693;h44ba9557397ad1d7_0_1809"/>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694" name="Google Shape;694;h44ba9557397ad1d7_0_1809"/>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695" name="Google Shape;695;h44ba9557397ad1d7_0_1809"/>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696" name="Google Shape;696;h44ba9557397ad1d7_0_1809"/>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hree-Column Content - dark">
  <p:cSld name="ONE_COLUMN_TEXT_1_1">
    <p:bg>
      <p:bgPr>
        <a:solidFill>
          <a:schemeClr val="dk1"/>
        </a:solidFill>
      </p:bgPr>
    </p:bg>
    <p:spTree>
      <p:nvGrpSpPr>
        <p:cNvPr id="697" name="Shape 697"/>
        <p:cNvGrpSpPr/>
        <p:nvPr/>
      </p:nvGrpSpPr>
      <p:grpSpPr>
        <a:xfrm>
          <a:off x="0" y="0"/>
          <a:ext cx="0" cy="0"/>
          <a:chOff x="0" y="0"/>
          <a:chExt cx="0" cy="0"/>
        </a:xfrm>
      </p:grpSpPr>
      <p:sp>
        <p:nvSpPr>
          <p:cNvPr id="698" name="Google Shape;698;h44ba9557397ad1d7_0_1814"/>
          <p:cNvSpPr txBox="1"/>
          <p:nvPr>
            <p:ph idx="1" type="body"/>
          </p:nvPr>
        </p:nvSpPr>
        <p:spPr>
          <a:xfrm>
            <a:off x="415589"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699" name="Google Shape;699;h44ba9557397ad1d7_0_1814"/>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700" name="Google Shape;700;h44ba9557397ad1d7_0_1814"/>
          <p:cNvSpPr txBox="1"/>
          <p:nvPr>
            <p:ph idx="2" type="body"/>
          </p:nvPr>
        </p:nvSpPr>
        <p:spPr>
          <a:xfrm>
            <a:off x="4223887"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701" name="Google Shape;701;h44ba9557397ad1d7_0_1814"/>
          <p:cNvSpPr txBox="1"/>
          <p:nvPr>
            <p:ph idx="3" type="body"/>
          </p:nvPr>
        </p:nvSpPr>
        <p:spPr>
          <a:xfrm>
            <a:off x="8032186" y="1036320"/>
            <a:ext cx="3744000" cy="42393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solidFill>
                  <a:schemeClr val="lt1"/>
                </a:solidFill>
              </a:defRPr>
            </a:lvl1pPr>
            <a:lvl2pPr indent="-330200" lvl="1" marL="914400" algn="l">
              <a:lnSpc>
                <a:spcPct val="100000"/>
              </a:lnSpc>
              <a:spcBef>
                <a:spcPts val="1900"/>
              </a:spcBef>
              <a:spcAft>
                <a:spcPts val="0"/>
              </a:spcAft>
              <a:buSzPts val="1600"/>
              <a:buChar char="○"/>
              <a:defRPr sz="1600">
                <a:solidFill>
                  <a:schemeClr val="lt1"/>
                </a:solidFill>
              </a:defRPr>
            </a:lvl2pPr>
            <a:lvl3pPr indent="-311150" lvl="2" marL="1371600" algn="l">
              <a:lnSpc>
                <a:spcPct val="100000"/>
              </a:lnSpc>
              <a:spcBef>
                <a:spcPts val="1600"/>
              </a:spcBef>
              <a:spcAft>
                <a:spcPts val="0"/>
              </a:spcAft>
              <a:buSzPts val="1300"/>
              <a:buChar char="■"/>
              <a:defRPr>
                <a:solidFill>
                  <a:schemeClr val="lt1"/>
                </a:solidFill>
              </a:defRPr>
            </a:lvl3pPr>
            <a:lvl4pPr indent="-311150" lvl="3" marL="1828800" algn="l">
              <a:lnSpc>
                <a:spcPct val="100000"/>
              </a:lnSpc>
              <a:spcBef>
                <a:spcPts val="1300"/>
              </a:spcBef>
              <a:spcAft>
                <a:spcPts val="0"/>
              </a:spcAft>
              <a:buSzPts val="1300"/>
              <a:buChar char="●"/>
              <a:defRPr>
                <a:solidFill>
                  <a:schemeClr val="lt1"/>
                </a:solidFill>
              </a:defRPr>
            </a:lvl4pPr>
            <a:lvl5pPr indent="-311150" lvl="4" marL="2286000" algn="l">
              <a:lnSpc>
                <a:spcPct val="100000"/>
              </a:lnSpc>
              <a:spcBef>
                <a:spcPts val="1100"/>
              </a:spcBef>
              <a:spcAft>
                <a:spcPts val="0"/>
              </a:spcAft>
              <a:buSzPts val="1300"/>
              <a:buChar char="○"/>
              <a:defRPr>
                <a:solidFill>
                  <a:schemeClr val="lt1"/>
                </a:solidFill>
              </a:defRPr>
            </a:lvl5pPr>
            <a:lvl6pPr indent="-311150" lvl="5" marL="2743200" algn="l">
              <a:lnSpc>
                <a:spcPct val="100000"/>
              </a:lnSpc>
              <a:spcBef>
                <a:spcPts val="800"/>
              </a:spcBef>
              <a:spcAft>
                <a:spcPts val="0"/>
              </a:spcAft>
              <a:buSzPts val="1300"/>
              <a:buChar char="■"/>
              <a:defRPr>
                <a:solidFill>
                  <a:schemeClr val="lt1"/>
                </a:solidFill>
              </a:defRPr>
            </a:lvl6pPr>
            <a:lvl7pPr indent="-311150" lvl="6" marL="3200400" algn="l">
              <a:lnSpc>
                <a:spcPct val="100000"/>
              </a:lnSpc>
              <a:spcBef>
                <a:spcPts val="500"/>
              </a:spcBef>
              <a:spcAft>
                <a:spcPts val="0"/>
              </a:spcAft>
              <a:buSzPts val="1300"/>
              <a:buChar char="●"/>
              <a:defRPr>
                <a:solidFill>
                  <a:schemeClr val="lt1"/>
                </a:solidFill>
              </a:defRPr>
            </a:lvl7pPr>
            <a:lvl8pPr indent="-311150" lvl="7" marL="3657600" algn="l">
              <a:lnSpc>
                <a:spcPct val="100000"/>
              </a:lnSpc>
              <a:spcBef>
                <a:spcPts val="500"/>
              </a:spcBef>
              <a:spcAft>
                <a:spcPts val="0"/>
              </a:spcAft>
              <a:buSzPts val="1300"/>
              <a:buChar char="○"/>
              <a:defRPr>
                <a:solidFill>
                  <a:schemeClr val="lt1"/>
                </a:solidFill>
              </a:defRPr>
            </a:lvl8pPr>
            <a:lvl9pPr indent="-311150" lvl="8" marL="4114800" algn="l">
              <a:lnSpc>
                <a:spcPct val="100000"/>
              </a:lnSpc>
              <a:spcBef>
                <a:spcPts val="500"/>
              </a:spcBef>
              <a:spcAft>
                <a:spcPts val="500"/>
              </a:spcAft>
              <a:buSzPts val="1300"/>
              <a:buChar char="■"/>
              <a:defRPr>
                <a:solidFill>
                  <a:schemeClr val="lt1"/>
                </a:solidFill>
              </a:defRPr>
            </a:lvl9pPr>
          </a:lstStyle>
          <a:p/>
        </p:txBody>
      </p:sp>
      <p:sp>
        <p:nvSpPr>
          <p:cNvPr id="702" name="Google Shape;702;h44ba9557397ad1d7_0_1814"/>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itle Only - dark">
  <p:cSld name="TITLE_ONLY_1_1">
    <p:bg>
      <p:bgPr>
        <a:solidFill>
          <a:schemeClr val="dk1"/>
        </a:solidFill>
      </p:bgPr>
    </p:bg>
    <p:spTree>
      <p:nvGrpSpPr>
        <p:cNvPr id="703" name="Shape 703"/>
        <p:cNvGrpSpPr/>
        <p:nvPr/>
      </p:nvGrpSpPr>
      <p:grpSpPr>
        <a:xfrm>
          <a:off x="0" y="0"/>
          <a:ext cx="0" cy="0"/>
          <a:chOff x="0" y="0"/>
          <a:chExt cx="0" cy="0"/>
        </a:xfrm>
      </p:grpSpPr>
      <p:sp>
        <p:nvSpPr>
          <p:cNvPr id="704" name="Google Shape;704;h44ba9557397ad1d7_0_1820"/>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705" name="Google Shape;705;h44ba9557397ad1d7_0_1820"/>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Blank - dark">
  <p:cSld name="BLANK_1_1">
    <p:bg>
      <p:bgPr>
        <a:solidFill>
          <a:schemeClr val="dk1"/>
        </a:solidFill>
      </p:bgPr>
    </p:bg>
    <p:spTree>
      <p:nvGrpSpPr>
        <p:cNvPr id="706" name="Shape 706"/>
        <p:cNvGrpSpPr/>
        <p:nvPr/>
      </p:nvGrpSpPr>
      <p:grpSpPr>
        <a:xfrm>
          <a:off x="0" y="0"/>
          <a:ext cx="0" cy="0"/>
          <a:chOff x="0" y="0"/>
          <a:chExt cx="0" cy="0"/>
        </a:xfrm>
      </p:grpSpPr>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Section Divider">
  <p:cSld name="SECTION_HEADER_2">
    <p:spTree>
      <p:nvGrpSpPr>
        <p:cNvPr id="707" name="Shape 707"/>
        <p:cNvGrpSpPr/>
        <p:nvPr/>
      </p:nvGrpSpPr>
      <p:grpSpPr>
        <a:xfrm>
          <a:off x="0" y="0"/>
          <a:ext cx="0" cy="0"/>
          <a:chOff x="0" y="0"/>
          <a:chExt cx="0" cy="0"/>
        </a:xfrm>
      </p:grpSpPr>
      <p:sp>
        <p:nvSpPr>
          <p:cNvPr id="708" name="Google Shape;708;h44ba9557397ad1d7_0_1824"/>
          <p:cNvSpPr/>
          <p:nvPr/>
        </p:nvSpPr>
        <p:spPr>
          <a:xfrm>
            <a:off x="-52915" y="0"/>
            <a:ext cx="12244800" cy="6858000"/>
          </a:xfrm>
          <a:prstGeom prst="rect">
            <a:avLst/>
          </a:prstGeom>
          <a:gradFill>
            <a:gsLst>
              <a:gs pos="0">
                <a:srgbClr val="FE9F25"/>
              </a:gs>
              <a:gs pos="100000">
                <a:schemeClr val="accent2"/>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709" name="Google Shape;709;h44ba9557397ad1d7_0_1824"/>
          <p:cNvPicPr preferRelativeResize="0"/>
          <p:nvPr/>
        </p:nvPicPr>
        <p:blipFill rotWithShape="1">
          <a:blip r:embed="rId2">
            <a:alphaModFix/>
          </a:blip>
          <a:srcRect b="29887" l="7122" r="2265" t="19362"/>
          <a:stretch/>
        </p:blipFill>
        <p:spPr>
          <a:xfrm>
            <a:off x="-52999" y="1"/>
            <a:ext cx="12244675" cy="6857999"/>
          </a:xfrm>
          <a:prstGeom prst="rect">
            <a:avLst/>
          </a:prstGeom>
          <a:noFill/>
          <a:ln>
            <a:noFill/>
          </a:ln>
        </p:spPr>
      </p:pic>
      <p:sp>
        <p:nvSpPr>
          <p:cNvPr id="710" name="Google Shape;710;h44ba9557397ad1d7_0_1824"/>
          <p:cNvSpPr/>
          <p:nvPr/>
        </p:nvSpPr>
        <p:spPr>
          <a:xfrm>
            <a:off x="-52915" y="1651000"/>
            <a:ext cx="12244800" cy="5207100"/>
          </a:xfrm>
          <a:prstGeom prst="rect">
            <a:avLst/>
          </a:prstGeom>
          <a:gradFill>
            <a:gsLst>
              <a:gs pos="0">
                <a:srgbClr val="FE9F25"/>
              </a:gs>
              <a:gs pos="100000">
                <a:srgbClr val="FFFFFF">
                  <a:alpha val="0"/>
                </a:srgbClr>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11" name="Google Shape;711;h44ba9557397ad1d7_0_1824"/>
          <p:cNvSpPr txBox="1"/>
          <p:nvPr>
            <p:ph type="title"/>
          </p:nvPr>
        </p:nvSpPr>
        <p:spPr>
          <a:xfrm>
            <a:off x="415589" y="2867800"/>
            <a:ext cx="11360400" cy="1122300"/>
          </a:xfrm>
          <a:prstGeom prst="rect">
            <a:avLst/>
          </a:prstGeom>
          <a:noFill/>
          <a:ln>
            <a:noFill/>
          </a:ln>
          <a:effectLst>
            <a:outerShdw blurRad="333369" rotWithShape="0" algn="bl" dir="5400000" dist="12700">
              <a:schemeClr val="accent2">
                <a:alpha val="70196"/>
              </a:schemeClr>
            </a:outerShdw>
          </a:effectLst>
        </p:spPr>
        <p:txBody>
          <a:bodyPr anchorCtr="0" anchor="ctr" bIns="121900" lIns="121900" spcFirstLastPara="1" rIns="121900" wrap="square" tIns="121900">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712" name="Google Shape;712;h44ba9557397ad1d7_0_1824"/>
          <p:cNvPicPr preferRelativeResize="0"/>
          <p:nvPr/>
        </p:nvPicPr>
        <p:blipFill rotWithShape="1">
          <a:blip r:embed="rId3">
            <a:alphaModFix/>
          </a:blip>
          <a:srcRect b="0" l="0" r="0" t="0"/>
          <a:stretch/>
        </p:blipFill>
        <p:spPr>
          <a:xfrm>
            <a:off x="9889639" y="6575383"/>
            <a:ext cx="2071977" cy="201163"/>
          </a:xfrm>
          <a:prstGeom prst="rect">
            <a:avLst/>
          </a:prstGeom>
          <a:noFill/>
          <a:ln>
            <a:noFill/>
          </a:ln>
        </p:spPr>
      </p:pic>
      <p:sp>
        <p:nvSpPr>
          <p:cNvPr id="713" name="Google Shape;713;h44ba9557397ad1d7_0_1824"/>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wo-Column Content - light">
  <p:cSld name="TITLE_AND_TWO_COLUMNS_2">
    <p:spTree>
      <p:nvGrpSpPr>
        <p:cNvPr id="714" name="Shape 714"/>
        <p:cNvGrpSpPr/>
        <p:nvPr/>
      </p:nvGrpSpPr>
      <p:grpSpPr>
        <a:xfrm>
          <a:off x="0" y="0"/>
          <a:ext cx="0" cy="0"/>
          <a:chOff x="0" y="0"/>
          <a:chExt cx="0" cy="0"/>
        </a:xfrm>
      </p:grpSpPr>
      <p:sp>
        <p:nvSpPr>
          <p:cNvPr id="715" name="Google Shape;715;h44ba9557397ad1d7_0_1831"/>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2"/>
              </a:buClr>
              <a:buSzPts val="1900"/>
              <a:buChar char="●"/>
              <a:defRPr/>
            </a:lvl1pPr>
            <a:lvl2pPr indent="-330200" lvl="1" marL="914400" algn="l">
              <a:lnSpc>
                <a:spcPct val="100000"/>
              </a:lnSpc>
              <a:spcBef>
                <a:spcPts val="1900"/>
              </a:spcBef>
              <a:spcAft>
                <a:spcPts val="0"/>
              </a:spcAft>
              <a:buClr>
                <a:schemeClr val="accent2"/>
              </a:buClr>
              <a:buSzPts val="1600"/>
              <a:buChar char="○"/>
              <a:defRPr sz="1600"/>
            </a:lvl2pPr>
            <a:lvl3pPr indent="-311150" lvl="2" marL="1371600" algn="l">
              <a:lnSpc>
                <a:spcPct val="100000"/>
              </a:lnSpc>
              <a:spcBef>
                <a:spcPts val="1600"/>
              </a:spcBef>
              <a:spcAft>
                <a:spcPts val="0"/>
              </a:spcAft>
              <a:buClr>
                <a:schemeClr val="accent2"/>
              </a:buClr>
              <a:buSzPts val="1300"/>
              <a:buChar char="■"/>
              <a:defRPr/>
            </a:lvl3pPr>
            <a:lvl4pPr indent="-311150" lvl="3" marL="1828800" algn="l">
              <a:lnSpc>
                <a:spcPct val="100000"/>
              </a:lnSpc>
              <a:spcBef>
                <a:spcPts val="1300"/>
              </a:spcBef>
              <a:spcAft>
                <a:spcPts val="0"/>
              </a:spcAft>
              <a:buClr>
                <a:schemeClr val="accent2"/>
              </a:buClr>
              <a:buSzPts val="1300"/>
              <a:buChar char="●"/>
              <a:defRPr/>
            </a:lvl4pPr>
            <a:lvl5pPr indent="-311150" lvl="4" marL="2286000" algn="l">
              <a:lnSpc>
                <a:spcPct val="100000"/>
              </a:lnSpc>
              <a:spcBef>
                <a:spcPts val="1100"/>
              </a:spcBef>
              <a:spcAft>
                <a:spcPts val="0"/>
              </a:spcAft>
              <a:buClr>
                <a:schemeClr val="accent2"/>
              </a:buClr>
              <a:buSzPts val="1300"/>
              <a:buChar char="○"/>
              <a:defRPr/>
            </a:lvl5pPr>
            <a:lvl6pPr indent="-311150" lvl="5" marL="2743200" algn="l">
              <a:lnSpc>
                <a:spcPct val="100000"/>
              </a:lnSpc>
              <a:spcBef>
                <a:spcPts val="800"/>
              </a:spcBef>
              <a:spcAft>
                <a:spcPts val="0"/>
              </a:spcAft>
              <a:buClr>
                <a:schemeClr val="accent2"/>
              </a:buClr>
              <a:buSzPts val="1300"/>
              <a:buChar char="■"/>
              <a:defRPr/>
            </a:lvl6pPr>
            <a:lvl7pPr indent="-311150" lvl="6" marL="3200400" algn="l">
              <a:lnSpc>
                <a:spcPct val="100000"/>
              </a:lnSpc>
              <a:spcBef>
                <a:spcPts val="500"/>
              </a:spcBef>
              <a:spcAft>
                <a:spcPts val="0"/>
              </a:spcAft>
              <a:buClr>
                <a:schemeClr val="accent2"/>
              </a:buClr>
              <a:buSzPts val="1300"/>
              <a:buChar char="●"/>
              <a:defRPr/>
            </a:lvl7pPr>
            <a:lvl8pPr indent="-311150" lvl="7" marL="3657600" algn="l">
              <a:lnSpc>
                <a:spcPct val="100000"/>
              </a:lnSpc>
              <a:spcBef>
                <a:spcPts val="500"/>
              </a:spcBef>
              <a:spcAft>
                <a:spcPts val="0"/>
              </a:spcAft>
              <a:buClr>
                <a:schemeClr val="accent2"/>
              </a:buClr>
              <a:buSzPts val="1300"/>
              <a:buChar char="○"/>
              <a:defRPr/>
            </a:lvl8pPr>
            <a:lvl9pPr indent="-311150" lvl="8" marL="4114800" algn="l">
              <a:lnSpc>
                <a:spcPct val="100000"/>
              </a:lnSpc>
              <a:spcBef>
                <a:spcPts val="500"/>
              </a:spcBef>
              <a:spcAft>
                <a:spcPts val="500"/>
              </a:spcAft>
              <a:buClr>
                <a:schemeClr val="accent2"/>
              </a:buClr>
              <a:buSzPts val="1300"/>
              <a:buChar char="■"/>
              <a:defRPr/>
            </a:lvl9pPr>
          </a:lstStyle>
          <a:p/>
        </p:txBody>
      </p:sp>
      <p:sp>
        <p:nvSpPr>
          <p:cNvPr id="716" name="Google Shape;716;h44ba9557397ad1d7_0_1831"/>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717" name="Google Shape;717;h44ba9557397ad1d7_0_1831"/>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2"/>
              </a:buClr>
              <a:buSzPts val="1900"/>
              <a:buChar char="●"/>
              <a:defRPr/>
            </a:lvl1pPr>
            <a:lvl2pPr indent="-330200" lvl="1" marL="914400" algn="l">
              <a:lnSpc>
                <a:spcPct val="100000"/>
              </a:lnSpc>
              <a:spcBef>
                <a:spcPts val="1900"/>
              </a:spcBef>
              <a:spcAft>
                <a:spcPts val="0"/>
              </a:spcAft>
              <a:buClr>
                <a:schemeClr val="accent2"/>
              </a:buClr>
              <a:buSzPts val="1600"/>
              <a:buChar char="○"/>
              <a:defRPr sz="1600"/>
            </a:lvl2pPr>
            <a:lvl3pPr indent="-311150" lvl="2" marL="1371600" algn="l">
              <a:lnSpc>
                <a:spcPct val="100000"/>
              </a:lnSpc>
              <a:spcBef>
                <a:spcPts val="1600"/>
              </a:spcBef>
              <a:spcAft>
                <a:spcPts val="0"/>
              </a:spcAft>
              <a:buClr>
                <a:schemeClr val="accent2"/>
              </a:buClr>
              <a:buSzPts val="1300"/>
              <a:buChar char="■"/>
              <a:defRPr/>
            </a:lvl3pPr>
            <a:lvl4pPr indent="-311150" lvl="3" marL="1828800" algn="l">
              <a:lnSpc>
                <a:spcPct val="100000"/>
              </a:lnSpc>
              <a:spcBef>
                <a:spcPts val="1300"/>
              </a:spcBef>
              <a:spcAft>
                <a:spcPts val="0"/>
              </a:spcAft>
              <a:buClr>
                <a:schemeClr val="accent2"/>
              </a:buClr>
              <a:buSzPts val="1300"/>
              <a:buChar char="●"/>
              <a:defRPr/>
            </a:lvl4pPr>
            <a:lvl5pPr indent="-311150" lvl="4" marL="2286000" algn="l">
              <a:lnSpc>
                <a:spcPct val="100000"/>
              </a:lnSpc>
              <a:spcBef>
                <a:spcPts val="1100"/>
              </a:spcBef>
              <a:spcAft>
                <a:spcPts val="0"/>
              </a:spcAft>
              <a:buClr>
                <a:schemeClr val="accent2"/>
              </a:buClr>
              <a:buSzPts val="1300"/>
              <a:buChar char="○"/>
              <a:defRPr/>
            </a:lvl5pPr>
            <a:lvl6pPr indent="-311150" lvl="5" marL="2743200" algn="l">
              <a:lnSpc>
                <a:spcPct val="100000"/>
              </a:lnSpc>
              <a:spcBef>
                <a:spcPts val="800"/>
              </a:spcBef>
              <a:spcAft>
                <a:spcPts val="0"/>
              </a:spcAft>
              <a:buClr>
                <a:schemeClr val="accent2"/>
              </a:buClr>
              <a:buSzPts val="1300"/>
              <a:buChar char="■"/>
              <a:defRPr/>
            </a:lvl6pPr>
            <a:lvl7pPr indent="-311150" lvl="6" marL="3200400" algn="l">
              <a:lnSpc>
                <a:spcPct val="100000"/>
              </a:lnSpc>
              <a:spcBef>
                <a:spcPts val="500"/>
              </a:spcBef>
              <a:spcAft>
                <a:spcPts val="0"/>
              </a:spcAft>
              <a:buClr>
                <a:schemeClr val="accent2"/>
              </a:buClr>
              <a:buSzPts val="1300"/>
              <a:buChar char="●"/>
              <a:defRPr/>
            </a:lvl7pPr>
            <a:lvl8pPr indent="-311150" lvl="7" marL="3657600" algn="l">
              <a:lnSpc>
                <a:spcPct val="100000"/>
              </a:lnSpc>
              <a:spcBef>
                <a:spcPts val="500"/>
              </a:spcBef>
              <a:spcAft>
                <a:spcPts val="0"/>
              </a:spcAft>
              <a:buClr>
                <a:schemeClr val="accent2"/>
              </a:buClr>
              <a:buSzPts val="1300"/>
              <a:buChar char="○"/>
              <a:defRPr/>
            </a:lvl8pPr>
            <a:lvl9pPr indent="-311150" lvl="8" marL="4114800" algn="l">
              <a:lnSpc>
                <a:spcPct val="100000"/>
              </a:lnSpc>
              <a:spcBef>
                <a:spcPts val="500"/>
              </a:spcBef>
              <a:spcAft>
                <a:spcPts val="500"/>
              </a:spcAft>
              <a:buClr>
                <a:schemeClr val="accent2"/>
              </a:buClr>
              <a:buSzPts val="1300"/>
              <a:buChar char="■"/>
              <a:defRPr/>
            </a:lvl9pPr>
          </a:lstStyle>
          <a:p/>
        </p:txBody>
      </p:sp>
      <p:sp>
        <p:nvSpPr>
          <p:cNvPr id="718" name="Google Shape;718;h44ba9557397ad1d7_0_1831"/>
          <p:cNvSpPr/>
          <p:nvPr/>
        </p:nvSpPr>
        <p:spPr>
          <a:xfrm>
            <a:off x="0" y="308100"/>
            <a:ext cx="12489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19" name="Google Shape;719;h44ba9557397ad1d7_0_1831"/>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20" name="Google Shape;720;h44ba9557397ad1d7_0_183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721" name="Google Shape;721;h44ba9557397ad1d7_0_1831"/>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itle Only - light">
  <p:cSld name="TITLE_ONLY_2">
    <p:spTree>
      <p:nvGrpSpPr>
        <p:cNvPr id="722" name="Shape 722"/>
        <p:cNvGrpSpPr/>
        <p:nvPr/>
      </p:nvGrpSpPr>
      <p:grpSpPr>
        <a:xfrm>
          <a:off x="0" y="0"/>
          <a:ext cx="0" cy="0"/>
          <a:chOff x="0" y="0"/>
          <a:chExt cx="0" cy="0"/>
        </a:xfrm>
      </p:grpSpPr>
      <p:sp>
        <p:nvSpPr>
          <p:cNvPr id="723" name="Google Shape;723;h44ba9557397ad1d7_0_1839"/>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724" name="Google Shape;724;h44ba9557397ad1d7_0_1839"/>
          <p:cNvSpPr/>
          <p:nvPr/>
        </p:nvSpPr>
        <p:spPr>
          <a:xfrm>
            <a:off x="0" y="308100"/>
            <a:ext cx="12489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25" name="Google Shape;725;h44ba9557397ad1d7_0_1839"/>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26" name="Google Shape;726;h44ba9557397ad1d7_0_1839"/>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727" name="Google Shape;727;h44ba9557397ad1d7_0_1839"/>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Blank - light">
  <p:cSld name="BLANK_3">
    <p:spTree>
      <p:nvGrpSpPr>
        <p:cNvPr id="728" name="Shape 728"/>
        <p:cNvGrpSpPr/>
        <p:nvPr/>
      </p:nvGrpSpPr>
      <p:grpSpPr>
        <a:xfrm>
          <a:off x="0" y="0"/>
          <a:ext cx="0" cy="0"/>
          <a:chOff x="0" y="0"/>
          <a:chExt cx="0" cy="0"/>
        </a:xfrm>
      </p:grpSpPr>
      <p:sp>
        <p:nvSpPr>
          <p:cNvPr id="729" name="Google Shape;729;h44ba9557397ad1d7_0_1845"/>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30" name="Google Shape;730;h44ba9557397ad1d7_0_184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731" name="Google Shape;731;h44ba9557397ad1d7_0_1845"/>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Side Bar Title - light">
  <p:cSld name="BLANK_2_1">
    <p:spTree>
      <p:nvGrpSpPr>
        <p:cNvPr id="732" name="Shape 732"/>
        <p:cNvGrpSpPr/>
        <p:nvPr/>
      </p:nvGrpSpPr>
      <p:grpSpPr>
        <a:xfrm>
          <a:off x="0" y="0"/>
          <a:ext cx="0" cy="0"/>
          <a:chOff x="0" y="0"/>
          <a:chExt cx="0" cy="0"/>
        </a:xfrm>
      </p:grpSpPr>
      <p:sp>
        <p:nvSpPr>
          <p:cNvPr id="733" name="Google Shape;733;h44ba9557397ad1d7_0_1849"/>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34" name="Google Shape;734;h44ba9557397ad1d7_0_1849"/>
          <p:cNvSpPr/>
          <p:nvPr/>
        </p:nvSpPr>
        <p:spPr>
          <a:xfrm>
            <a:off x="-52915" y="0"/>
            <a:ext cx="3061200" cy="68580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35" name="Google Shape;735;h44ba9557397ad1d7_0_1849"/>
          <p:cNvSpPr txBox="1"/>
          <p:nvPr>
            <p:ph type="ctrTitle"/>
          </p:nvPr>
        </p:nvSpPr>
        <p:spPr>
          <a:xfrm>
            <a:off x="326575" y="546067"/>
            <a:ext cx="2467200" cy="2256900"/>
          </a:xfrm>
          <a:prstGeom prst="rect">
            <a:avLst/>
          </a:prstGeom>
          <a:noFill/>
          <a:ln>
            <a:noFill/>
          </a:ln>
        </p:spPr>
        <p:txBody>
          <a:bodyPr anchorCtr="0" anchor="t" bIns="121900" lIns="121900" spcFirstLastPara="1" rIns="121900" wrap="square" tIns="12190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lgn="l">
              <a:lnSpc>
                <a:spcPct val="90000"/>
              </a:lnSpc>
              <a:spcBef>
                <a:spcPts val="0"/>
              </a:spcBef>
              <a:spcAft>
                <a:spcPts val="0"/>
              </a:spcAft>
              <a:buClr>
                <a:schemeClr val="lt1"/>
              </a:buClr>
              <a:buSzPts val="3300"/>
              <a:buNone/>
              <a:defRPr sz="3300">
                <a:solidFill>
                  <a:schemeClr val="lt1"/>
                </a:solidFill>
              </a:defRPr>
            </a:lvl2pPr>
            <a:lvl3pPr lvl="2" algn="l">
              <a:lnSpc>
                <a:spcPct val="90000"/>
              </a:lnSpc>
              <a:spcBef>
                <a:spcPts val="0"/>
              </a:spcBef>
              <a:spcAft>
                <a:spcPts val="0"/>
              </a:spcAft>
              <a:buClr>
                <a:schemeClr val="lt1"/>
              </a:buClr>
              <a:buSzPts val="3300"/>
              <a:buNone/>
              <a:defRPr sz="3300">
                <a:solidFill>
                  <a:schemeClr val="lt1"/>
                </a:solidFill>
              </a:defRPr>
            </a:lvl3pPr>
            <a:lvl4pPr lvl="3" algn="l">
              <a:lnSpc>
                <a:spcPct val="90000"/>
              </a:lnSpc>
              <a:spcBef>
                <a:spcPts val="0"/>
              </a:spcBef>
              <a:spcAft>
                <a:spcPts val="0"/>
              </a:spcAft>
              <a:buClr>
                <a:schemeClr val="lt1"/>
              </a:buClr>
              <a:buSzPts val="3300"/>
              <a:buNone/>
              <a:defRPr sz="3300">
                <a:solidFill>
                  <a:schemeClr val="lt1"/>
                </a:solidFill>
              </a:defRPr>
            </a:lvl4pPr>
            <a:lvl5pPr lvl="4" algn="l">
              <a:lnSpc>
                <a:spcPct val="90000"/>
              </a:lnSpc>
              <a:spcBef>
                <a:spcPts val="0"/>
              </a:spcBef>
              <a:spcAft>
                <a:spcPts val="0"/>
              </a:spcAft>
              <a:buClr>
                <a:schemeClr val="lt1"/>
              </a:buClr>
              <a:buSzPts val="3300"/>
              <a:buNone/>
              <a:defRPr sz="3300">
                <a:solidFill>
                  <a:schemeClr val="lt1"/>
                </a:solidFill>
              </a:defRPr>
            </a:lvl5pPr>
            <a:lvl6pPr lvl="5" algn="l">
              <a:lnSpc>
                <a:spcPct val="90000"/>
              </a:lnSpc>
              <a:spcBef>
                <a:spcPts val="0"/>
              </a:spcBef>
              <a:spcAft>
                <a:spcPts val="0"/>
              </a:spcAft>
              <a:buClr>
                <a:schemeClr val="lt1"/>
              </a:buClr>
              <a:buSzPts val="3300"/>
              <a:buNone/>
              <a:defRPr sz="3300">
                <a:solidFill>
                  <a:schemeClr val="lt1"/>
                </a:solidFill>
              </a:defRPr>
            </a:lvl6pPr>
            <a:lvl7pPr lvl="6" algn="l">
              <a:lnSpc>
                <a:spcPct val="90000"/>
              </a:lnSpc>
              <a:spcBef>
                <a:spcPts val="0"/>
              </a:spcBef>
              <a:spcAft>
                <a:spcPts val="0"/>
              </a:spcAft>
              <a:buClr>
                <a:schemeClr val="lt1"/>
              </a:buClr>
              <a:buSzPts val="3300"/>
              <a:buNone/>
              <a:defRPr sz="3300">
                <a:solidFill>
                  <a:schemeClr val="lt1"/>
                </a:solidFill>
              </a:defRPr>
            </a:lvl7pPr>
            <a:lvl8pPr lvl="7" algn="l">
              <a:lnSpc>
                <a:spcPct val="90000"/>
              </a:lnSpc>
              <a:spcBef>
                <a:spcPts val="0"/>
              </a:spcBef>
              <a:spcAft>
                <a:spcPts val="0"/>
              </a:spcAft>
              <a:buClr>
                <a:schemeClr val="lt1"/>
              </a:buClr>
              <a:buSzPts val="3300"/>
              <a:buNone/>
              <a:defRPr sz="3300">
                <a:solidFill>
                  <a:schemeClr val="lt1"/>
                </a:solidFill>
              </a:defRPr>
            </a:lvl8pPr>
            <a:lvl9pPr lvl="8" algn="l">
              <a:lnSpc>
                <a:spcPct val="90000"/>
              </a:lnSpc>
              <a:spcBef>
                <a:spcPts val="0"/>
              </a:spcBef>
              <a:spcAft>
                <a:spcPts val="0"/>
              </a:spcAft>
              <a:buClr>
                <a:schemeClr val="lt1"/>
              </a:buClr>
              <a:buSzPts val="3300"/>
              <a:buNone/>
              <a:defRPr sz="3300">
                <a:solidFill>
                  <a:schemeClr val="lt1"/>
                </a:solidFill>
              </a:defRPr>
            </a:lvl9pPr>
          </a:lstStyle>
          <a:p/>
        </p:txBody>
      </p:sp>
      <p:sp>
        <p:nvSpPr>
          <p:cNvPr id="736" name="Google Shape;736;h44ba9557397ad1d7_0_1849"/>
          <p:cNvSpPr txBox="1"/>
          <p:nvPr>
            <p:ph idx="1" type="subTitle"/>
          </p:nvPr>
        </p:nvSpPr>
        <p:spPr>
          <a:xfrm>
            <a:off x="326575" y="4157603"/>
            <a:ext cx="2467200" cy="13368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737" name="Google Shape;737;h44ba9557397ad1d7_0_1849"/>
          <p:cNvSpPr/>
          <p:nvPr/>
        </p:nvSpPr>
        <p:spPr>
          <a:xfrm>
            <a:off x="-52915" y="4049633"/>
            <a:ext cx="2694600" cy="549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pic>
        <p:nvPicPr>
          <p:cNvPr id="738" name="Google Shape;738;h44ba9557397ad1d7_0_1849"/>
          <p:cNvPicPr preferRelativeResize="0"/>
          <p:nvPr/>
        </p:nvPicPr>
        <p:blipFill rotWithShape="1">
          <a:blip r:embed="rId2">
            <a:alphaModFix/>
          </a:blip>
          <a:srcRect b="0" l="0" r="0" t="0"/>
          <a:stretch/>
        </p:blipFill>
        <p:spPr>
          <a:xfrm>
            <a:off x="326575" y="6372250"/>
            <a:ext cx="2393272" cy="232360"/>
          </a:xfrm>
          <a:prstGeom prst="rect">
            <a:avLst/>
          </a:prstGeom>
          <a:noFill/>
          <a:ln>
            <a:noFill/>
          </a:ln>
        </p:spPr>
      </p:pic>
      <p:pic>
        <p:nvPicPr>
          <p:cNvPr id="739" name="Google Shape;739;h44ba9557397ad1d7_0_1849"/>
          <p:cNvPicPr preferRelativeResize="0"/>
          <p:nvPr/>
        </p:nvPicPr>
        <p:blipFill rotWithShape="1">
          <a:blip r:embed="rId3">
            <a:alphaModFix amt="5000"/>
          </a:blip>
          <a:srcRect b="17410" l="0" r="15662" t="0"/>
          <a:stretch/>
        </p:blipFill>
        <p:spPr>
          <a:xfrm>
            <a:off x="6059422" y="451335"/>
            <a:ext cx="6195835" cy="6067999"/>
          </a:xfrm>
          <a:prstGeom prst="rect">
            <a:avLst/>
          </a:prstGeom>
          <a:noFill/>
          <a:ln>
            <a:noFill/>
          </a:ln>
        </p:spPr>
      </p:pic>
      <p:sp>
        <p:nvSpPr>
          <p:cNvPr id="740" name="Google Shape;740;h44ba9557397ad1d7_0_1849"/>
          <p:cNvSpPr/>
          <p:nvPr/>
        </p:nvSpPr>
        <p:spPr>
          <a:xfrm>
            <a:off x="3008203" y="3017000"/>
            <a:ext cx="9183600" cy="3840900"/>
          </a:xfrm>
          <a:prstGeom prst="rect">
            <a:avLst/>
          </a:prstGeom>
          <a:gradFill>
            <a:gsLst>
              <a:gs pos="0">
                <a:srgbClr val="FFFFFF">
                  <a:alpha val="0"/>
                </a:srgbClr>
              </a:gs>
              <a:gs pos="100000">
                <a:srgbClr val="F3F3F3"/>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wo-Column Content - dark">
  <p:cSld name="TITLE_AND_TWO_COLUMNS_2_1">
    <p:bg>
      <p:bgPr>
        <a:solidFill>
          <a:schemeClr val="dk1"/>
        </a:solidFill>
      </p:bgPr>
    </p:bg>
    <p:spTree>
      <p:nvGrpSpPr>
        <p:cNvPr id="741" name="Shape 741"/>
        <p:cNvGrpSpPr/>
        <p:nvPr/>
      </p:nvGrpSpPr>
      <p:grpSpPr>
        <a:xfrm>
          <a:off x="0" y="0"/>
          <a:ext cx="0" cy="0"/>
          <a:chOff x="0" y="0"/>
          <a:chExt cx="0" cy="0"/>
        </a:xfrm>
      </p:grpSpPr>
      <p:sp>
        <p:nvSpPr>
          <p:cNvPr id="742" name="Google Shape;742;h44ba9557397ad1d7_0_1858"/>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2"/>
              </a:buClr>
              <a:buSzPts val="1900"/>
              <a:buChar char="●"/>
              <a:defRPr>
                <a:solidFill>
                  <a:schemeClr val="lt1"/>
                </a:solidFill>
              </a:defRPr>
            </a:lvl1pPr>
            <a:lvl2pPr indent="-330200" lvl="1" marL="914400" algn="l">
              <a:lnSpc>
                <a:spcPct val="100000"/>
              </a:lnSpc>
              <a:spcBef>
                <a:spcPts val="1900"/>
              </a:spcBef>
              <a:spcAft>
                <a:spcPts val="0"/>
              </a:spcAft>
              <a:buClr>
                <a:schemeClr val="accent2"/>
              </a:buClr>
              <a:buSzPts val="1600"/>
              <a:buChar char="○"/>
              <a:defRPr sz="1600">
                <a:solidFill>
                  <a:schemeClr val="lt1"/>
                </a:solidFill>
              </a:defRPr>
            </a:lvl2pPr>
            <a:lvl3pPr indent="-311150" lvl="2" marL="1371600" algn="l">
              <a:lnSpc>
                <a:spcPct val="100000"/>
              </a:lnSpc>
              <a:spcBef>
                <a:spcPts val="1600"/>
              </a:spcBef>
              <a:spcAft>
                <a:spcPts val="0"/>
              </a:spcAft>
              <a:buClr>
                <a:schemeClr val="accent2"/>
              </a:buClr>
              <a:buSzPts val="1300"/>
              <a:buChar char="■"/>
              <a:defRPr>
                <a:solidFill>
                  <a:schemeClr val="lt1"/>
                </a:solidFill>
              </a:defRPr>
            </a:lvl3pPr>
            <a:lvl4pPr indent="-311150" lvl="3" marL="1828800" algn="l">
              <a:lnSpc>
                <a:spcPct val="100000"/>
              </a:lnSpc>
              <a:spcBef>
                <a:spcPts val="1300"/>
              </a:spcBef>
              <a:spcAft>
                <a:spcPts val="0"/>
              </a:spcAft>
              <a:buClr>
                <a:schemeClr val="accent2"/>
              </a:buClr>
              <a:buSzPts val="1300"/>
              <a:buChar char="●"/>
              <a:defRPr>
                <a:solidFill>
                  <a:schemeClr val="lt1"/>
                </a:solidFill>
              </a:defRPr>
            </a:lvl4pPr>
            <a:lvl5pPr indent="-311150" lvl="4" marL="2286000" algn="l">
              <a:lnSpc>
                <a:spcPct val="100000"/>
              </a:lnSpc>
              <a:spcBef>
                <a:spcPts val="1100"/>
              </a:spcBef>
              <a:spcAft>
                <a:spcPts val="0"/>
              </a:spcAft>
              <a:buClr>
                <a:schemeClr val="accent2"/>
              </a:buClr>
              <a:buSzPts val="1300"/>
              <a:buChar char="○"/>
              <a:defRPr>
                <a:solidFill>
                  <a:schemeClr val="lt1"/>
                </a:solidFill>
              </a:defRPr>
            </a:lvl5pPr>
            <a:lvl6pPr indent="-311150" lvl="5" marL="2743200" algn="l">
              <a:lnSpc>
                <a:spcPct val="100000"/>
              </a:lnSpc>
              <a:spcBef>
                <a:spcPts val="800"/>
              </a:spcBef>
              <a:spcAft>
                <a:spcPts val="0"/>
              </a:spcAft>
              <a:buClr>
                <a:schemeClr val="accent2"/>
              </a:buClr>
              <a:buSzPts val="1300"/>
              <a:buChar char="■"/>
              <a:defRPr>
                <a:solidFill>
                  <a:schemeClr val="lt1"/>
                </a:solidFill>
              </a:defRPr>
            </a:lvl6pPr>
            <a:lvl7pPr indent="-311150" lvl="6" marL="3200400" algn="l">
              <a:lnSpc>
                <a:spcPct val="100000"/>
              </a:lnSpc>
              <a:spcBef>
                <a:spcPts val="500"/>
              </a:spcBef>
              <a:spcAft>
                <a:spcPts val="0"/>
              </a:spcAft>
              <a:buClr>
                <a:schemeClr val="accent2"/>
              </a:buClr>
              <a:buSzPts val="1300"/>
              <a:buChar char="●"/>
              <a:defRPr>
                <a:solidFill>
                  <a:schemeClr val="lt1"/>
                </a:solidFill>
              </a:defRPr>
            </a:lvl7pPr>
            <a:lvl8pPr indent="-311150" lvl="7" marL="3657600" algn="l">
              <a:lnSpc>
                <a:spcPct val="100000"/>
              </a:lnSpc>
              <a:spcBef>
                <a:spcPts val="500"/>
              </a:spcBef>
              <a:spcAft>
                <a:spcPts val="0"/>
              </a:spcAft>
              <a:buClr>
                <a:schemeClr val="accent2"/>
              </a:buClr>
              <a:buSzPts val="1300"/>
              <a:buChar char="○"/>
              <a:defRPr>
                <a:solidFill>
                  <a:schemeClr val="lt1"/>
                </a:solidFill>
              </a:defRPr>
            </a:lvl8pPr>
            <a:lvl9pPr indent="-311150" lvl="8" marL="4114800" algn="l">
              <a:lnSpc>
                <a:spcPct val="100000"/>
              </a:lnSpc>
              <a:spcBef>
                <a:spcPts val="500"/>
              </a:spcBef>
              <a:spcAft>
                <a:spcPts val="500"/>
              </a:spcAft>
              <a:buClr>
                <a:schemeClr val="accent2"/>
              </a:buClr>
              <a:buSzPts val="1300"/>
              <a:buChar char="■"/>
              <a:defRPr>
                <a:solidFill>
                  <a:schemeClr val="lt1"/>
                </a:solidFill>
              </a:defRPr>
            </a:lvl9pPr>
          </a:lstStyle>
          <a:p/>
        </p:txBody>
      </p:sp>
      <p:sp>
        <p:nvSpPr>
          <p:cNvPr id="743" name="Google Shape;743;h44ba9557397ad1d7_0_1858"/>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744" name="Google Shape;744;h44ba9557397ad1d7_0_1858"/>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2"/>
              </a:buClr>
              <a:buSzPts val="1900"/>
              <a:buChar char="●"/>
              <a:defRPr>
                <a:solidFill>
                  <a:schemeClr val="lt1"/>
                </a:solidFill>
              </a:defRPr>
            </a:lvl1pPr>
            <a:lvl2pPr indent="-330200" lvl="1" marL="914400" algn="l">
              <a:lnSpc>
                <a:spcPct val="100000"/>
              </a:lnSpc>
              <a:spcBef>
                <a:spcPts val="1900"/>
              </a:spcBef>
              <a:spcAft>
                <a:spcPts val="0"/>
              </a:spcAft>
              <a:buClr>
                <a:schemeClr val="accent2"/>
              </a:buClr>
              <a:buSzPts val="1600"/>
              <a:buChar char="○"/>
              <a:defRPr sz="1600">
                <a:solidFill>
                  <a:schemeClr val="lt1"/>
                </a:solidFill>
              </a:defRPr>
            </a:lvl2pPr>
            <a:lvl3pPr indent="-311150" lvl="2" marL="1371600" algn="l">
              <a:lnSpc>
                <a:spcPct val="100000"/>
              </a:lnSpc>
              <a:spcBef>
                <a:spcPts val="1600"/>
              </a:spcBef>
              <a:spcAft>
                <a:spcPts val="0"/>
              </a:spcAft>
              <a:buClr>
                <a:schemeClr val="accent2"/>
              </a:buClr>
              <a:buSzPts val="1300"/>
              <a:buChar char="■"/>
              <a:defRPr>
                <a:solidFill>
                  <a:schemeClr val="lt1"/>
                </a:solidFill>
              </a:defRPr>
            </a:lvl3pPr>
            <a:lvl4pPr indent="-311150" lvl="3" marL="1828800" algn="l">
              <a:lnSpc>
                <a:spcPct val="100000"/>
              </a:lnSpc>
              <a:spcBef>
                <a:spcPts val="1300"/>
              </a:spcBef>
              <a:spcAft>
                <a:spcPts val="0"/>
              </a:spcAft>
              <a:buClr>
                <a:schemeClr val="accent2"/>
              </a:buClr>
              <a:buSzPts val="1300"/>
              <a:buChar char="●"/>
              <a:defRPr>
                <a:solidFill>
                  <a:schemeClr val="lt1"/>
                </a:solidFill>
              </a:defRPr>
            </a:lvl4pPr>
            <a:lvl5pPr indent="-311150" lvl="4" marL="2286000" algn="l">
              <a:lnSpc>
                <a:spcPct val="100000"/>
              </a:lnSpc>
              <a:spcBef>
                <a:spcPts val="1100"/>
              </a:spcBef>
              <a:spcAft>
                <a:spcPts val="0"/>
              </a:spcAft>
              <a:buClr>
                <a:schemeClr val="accent2"/>
              </a:buClr>
              <a:buSzPts val="1300"/>
              <a:buChar char="○"/>
              <a:defRPr>
                <a:solidFill>
                  <a:schemeClr val="lt1"/>
                </a:solidFill>
              </a:defRPr>
            </a:lvl5pPr>
            <a:lvl6pPr indent="-311150" lvl="5" marL="2743200" algn="l">
              <a:lnSpc>
                <a:spcPct val="100000"/>
              </a:lnSpc>
              <a:spcBef>
                <a:spcPts val="800"/>
              </a:spcBef>
              <a:spcAft>
                <a:spcPts val="0"/>
              </a:spcAft>
              <a:buClr>
                <a:schemeClr val="accent2"/>
              </a:buClr>
              <a:buSzPts val="1300"/>
              <a:buChar char="■"/>
              <a:defRPr>
                <a:solidFill>
                  <a:schemeClr val="lt1"/>
                </a:solidFill>
              </a:defRPr>
            </a:lvl6pPr>
            <a:lvl7pPr indent="-311150" lvl="6" marL="3200400" algn="l">
              <a:lnSpc>
                <a:spcPct val="100000"/>
              </a:lnSpc>
              <a:spcBef>
                <a:spcPts val="500"/>
              </a:spcBef>
              <a:spcAft>
                <a:spcPts val="0"/>
              </a:spcAft>
              <a:buClr>
                <a:schemeClr val="accent2"/>
              </a:buClr>
              <a:buSzPts val="1300"/>
              <a:buChar char="●"/>
              <a:defRPr>
                <a:solidFill>
                  <a:schemeClr val="lt1"/>
                </a:solidFill>
              </a:defRPr>
            </a:lvl7pPr>
            <a:lvl8pPr indent="-311150" lvl="7" marL="3657600" algn="l">
              <a:lnSpc>
                <a:spcPct val="100000"/>
              </a:lnSpc>
              <a:spcBef>
                <a:spcPts val="500"/>
              </a:spcBef>
              <a:spcAft>
                <a:spcPts val="0"/>
              </a:spcAft>
              <a:buClr>
                <a:schemeClr val="accent2"/>
              </a:buClr>
              <a:buSzPts val="1300"/>
              <a:buChar char="○"/>
              <a:defRPr>
                <a:solidFill>
                  <a:schemeClr val="lt1"/>
                </a:solidFill>
              </a:defRPr>
            </a:lvl8pPr>
            <a:lvl9pPr indent="-311150" lvl="8" marL="4114800" algn="l">
              <a:lnSpc>
                <a:spcPct val="100000"/>
              </a:lnSpc>
              <a:spcBef>
                <a:spcPts val="500"/>
              </a:spcBef>
              <a:spcAft>
                <a:spcPts val="500"/>
              </a:spcAft>
              <a:buClr>
                <a:schemeClr val="accent2"/>
              </a:buClr>
              <a:buSzPts val="1300"/>
              <a:buChar char="■"/>
              <a:defRPr>
                <a:solidFill>
                  <a:schemeClr val="lt1"/>
                </a:solidFill>
              </a:defRPr>
            </a:lvl9pPr>
          </a:lstStyle>
          <a:p/>
        </p:txBody>
      </p:sp>
      <p:sp>
        <p:nvSpPr>
          <p:cNvPr id="745" name="Google Shape;745;h44ba9557397ad1d7_0_1858"/>
          <p:cNvSpPr/>
          <p:nvPr/>
        </p:nvSpPr>
        <p:spPr>
          <a:xfrm>
            <a:off x="0" y="308100"/>
            <a:ext cx="12489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46" name="Google Shape;746;h44ba9557397ad1d7_0_1858"/>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47" name="Google Shape;747;h44ba9557397ad1d7_0_1858"/>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748" name="Google Shape;748;h44ba9557397ad1d7_0_1858"/>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itle Only - dark">
  <p:cSld name="TITLE_ONLY_2_1">
    <p:bg>
      <p:bgPr>
        <a:solidFill>
          <a:schemeClr val="dk1"/>
        </a:solidFill>
      </p:bgPr>
    </p:bg>
    <p:spTree>
      <p:nvGrpSpPr>
        <p:cNvPr id="749" name="Shape 749"/>
        <p:cNvGrpSpPr/>
        <p:nvPr/>
      </p:nvGrpSpPr>
      <p:grpSpPr>
        <a:xfrm>
          <a:off x="0" y="0"/>
          <a:ext cx="0" cy="0"/>
          <a:chOff x="0" y="0"/>
          <a:chExt cx="0" cy="0"/>
        </a:xfrm>
      </p:grpSpPr>
      <p:sp>
        <p:nvSpPr>
          <p:cNvPr id="750" name="Google Shape;750;h44ba9557397ad1d7_0_1866"/>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751" name="Google Shape;751;h44ba9557397ad1d7_0_1866"/>
          <p:cNvSpPr/>
          <p:nvPr/>
        </p:nvSpPr>
        <p:spPr>
          <a:xfrm>
            <a:off x="0" y="308100"/>
            <a:ext cx="12489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52" name="Google Shape;752;h44ba9557397ad1d7_0_1866"/>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53" name="Google Shape;753;h44ba9557397ad1d7_0_186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754" name="Google Shape;754;h44ba9557397ad1d7_0_1866"/>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Blank - dark">
  <p:cSld name="BLANK_3_1">
    <p:bg>
      <p:bgPr>
        <a:solidFill>
          <a:schemeClr val="dk1"/>
        </a:solidFill>
      </p:bgPr>
    </p:bg>
    <p:spTree>
      <p:nvGrpSpPr>
        <p:cNvPr id="755" name="Shape 755"/>
        <p:cNvGrpSpPr/>
        <p:nvPr/>
      </p:nvGrpSpPr>
      <p:grpSpPr>
        <a:xfrm>
          <a:off x="0" y="0"/>
          <a:ext cx="0" cy="0"/>
          <a:chOff x="0" y="0"/>
          <a:chExt cx="0" cy="0"/>
        </a:xfrm>
      </p:grpSpPr>
      <p:sp>
        <p:nvSpPr>
          <p:cNvPr id="756" name="Google Shape;756;h44ba9557397ad1d7_0_1872"/>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57" name="Google Shape;757;h44ba9557397ad1d7_0_187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758" name="Google Shape;758;h44ba9557397ad1d7_0_1872"/>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Section Divider">
  <p:cSld name="SECTION_HEADER_2_1">
    <p:spTree>
      <p:nvGrpSpPr>
        <p:cNvPr id="759" name="Shape 759"/>
        <p:cNvGrpSpPr/>
        <p:nvPr/>
      </p:nvGrpSpPr>
      <p:grpSpPr>
        <a:xfrm>
          <a:off x="0" y="0"/>
          <a:ext cx="0" cy="0"/>
          <a:chOff x="0" y="0"/>
          <a:chExt cx="0" cy="0"/>
        </a:xfrm>
      </p:grpSpPr>
      <p:sp>
        <p:nvSpPr>
          <p:cNvPr id="760" name="Google Shape;760;h44ba9557397ad1d7_0_1876"/>
          <p:cNvSpPr/>
          <p:nvPr/>
        </p:nvSpPr>
        <p:spPr>
          <a:xfrm>
            <a:off x="-52915" y="0"/>
            <a:ext cx="12244800" cy="6858000"/>
          </a:xfrm>
          <a:prstGeom prst="rect">
            <a:avLst/>
          </a:prstGeom>
          <a:gradFill>
            <a:gsLst>
              <a:gs pos="0">
                <a:srgbClr val="0196B3"/>
              </a:gs>
              <a:gs pos="100000">
                <a:schemeClr val="accent3"/>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761" name="Google Shape;761;h44ba9557397ad1d7_0_1876"/>
          <p:cNvPicPr preferRelativeResize="0"/>
          <p:nvPr/>
        </p:nvPicPr>
        <p:blipFill rotWithShape="1">
          <a:blip r:embed="rId2">
            <a:alphaModFix/>
          </a:blip>
          <a:srcRect b="36678" l="10963" r="13479" t="21009"/>
          <a:stretch/>
        </p:blipFill>
        <p:spPr>
          <a:xfrm>
            <a:off x="-52915" y="0"/>
            <a:ext cx="12244675" cy="6857999"/>
          </a:xfrm>
          <a:prstGeom prst="rect">
            <a:avLst/>
          </a:prstGeom>
          <a:noFill/>
          <a:ln>
            <a:noFill/>
          </a:ln>
        </p:spPr>
      </p:pic>
      <p:sp>
        <p:nvSpPr>
          <p:cNvPr id="762" name="Google Shape;762;h44ba9557397ad1d7_0_1876"/>
          <p:cNvSpPr/>
          <p:nvPr/>
        </p:nvSpPr>
        <p:spPr>
          <a:xfrm>
            <a:off x="-52915" y="1651000"/>
            <a:ext cx="12244800" cy="5207100"/>
          </a:xfrm>
          <a:prstGeom prst="rect">
            <a:avLst/>
          </a:prstGeom>
          <a:gradFill>
            <a:gsLst>
              <a:gs pos="0">
                <a:srgbClr val="0196B3"/>
              </a:gs>
              <a:gs pos="100000">
                <a:srgbClr val="FFFFFF">
                  <a:alpha val="0"/>
                </a:srgbClr>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63" name="Google Shape;763;h44ba9557397ad1d7_0_1876"/>
          <p:cNvSpPr txBox="1"/>
          <p:nvPr>
            <p:ph type="title"/>
          </p:nvPr>
        </p:nvSpPr>
        <p:spPr>
          <a:xfrm>
            <a:off x="415589" y="2867800"/>
            <a:ext cx="11360400" cy="1122300"/>
          </a:xfrm>
          <a:prstGeom prst="rect">
            <a:avLst/>
          </a:prstGeom>
          <a:noFill/>
          <a:ln>
            <a:noFill/>
          </a:ln>
          <a:effectLst>
            <a:outerShdw blurRad="333369" rotWithShape="0" algn="bl" dir="5400000" dist="12700">
              <a:schemeClr val="accent3">
                <a:alpha val="70196"/>
              </a:schemeClr>
            </a:outerShdw>
          </a:effectLst>
        </p:spPr>
        <p:txBody>
          <a:bodyPr anchorCtr="0" anchor="ctr" bIns="121900" lIns="121900" spcFirstLastPara="1" rIns="121900" wrap="square" tIns="121900">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764" name="Google Shape;764;h44ba9557397ad1d7_0_1876"/>
          <p:cNvPicPr preferRelativeResize="0"/>
          <p:nvPr/>
        </p:nvPicPr>
        <p:blipFill rotWithShape="1">
          <a:blip r:embed="rId3">
            <a:alphaModFix/>
          </a:blip>
          <a:srcRect b="0" l="0" r="0" t="0"/>
          <a:stretch/>
        </p:blipFill>
        <p:spPr>
          <a:xfrm>
            <a:off x="9876228" y="6575383"/>
            <a:ext cx="2085386" cy="201163"/>
          </a:xfrm>
          <a:prstGeom prst="rect">
            <a:avLst/>
          </a:prstGeom>
          <a:noFill/>
          <a:ln>
            <a:noFill/>
          </a:ln>
        </p:spPr>
      </p:pic>
      <p:sp>
        <p:nvSpPr>
          <p:cNvPr id="765" name="Google Shape;765;h44ba9557397ad1d7_0_187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wo-Column Content - light">
  <p:cSld name="TITLE_AND_TWO_COLUMNS_2_2">
    <p:spTree>
      <p:nvGrpSpPr>
        <p:cNvPr id="766" name="Shape 766"/>
        <p:cNvGrpSpPr/>
        <p:nvPr/>
      </p:nvGrpSpPr>
      <p:grpSpPr>
        <a:xfrm>
          <a:off x="0" y="0"/>
          <a:ext cx="0" cy="0"/>
          <a:chOff x="0" y="0"/>
          <a:chExt cx="0" cy="0"/>
        </a:xfrm>
      </p:grpSpPr>
      <p:sp>
        <p:nvSpPr>
          <p:cNvPr id="767" name="Google Shape;767;h44ba9557397ad1d7_0_1883"/>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3"/>
              </a:buClr>
              <a:buSzPts val="1900"/>
              <a:buChar char="●"/>
              <a:defRPr/>
            </a:lvl1pPr>
            <a:lvl2pPr indent="-330200" lvl="1" marL="914400" algn="l">
              <a:lnSpc>
                <a:spcPct val="100000"/>
              </a:lnSpc>
              <a:spcBef>
                <a:spcPts val="1900"/>
              </a:spcBef>
              <a:spcAft>
                <a:spcPts val="0"/>
              </a:spcAft>
              <a:buClr>
                <a:schemeClr val="accent3"/>
              </a:buClr>
              <a:buSzPts val="1600"/>
              <a:buChar char="○"/>
              <a:defRPr sz="1600"/>
            </a:lvl2pPr>
            <a:lvl3pPr indent="-311150" lvl="2" marL="1371600" algn="l">
              <a:lnSpc>
                <a:spcPct val="100000"/>
              </a:lnSpc>
              <a:spcBef>
                <a:spcPts val="1600"/>
              </a:spcBef>
              <a:spcAft>
                <a:spcPts val="0"/>
              </a:spcAft>
              <a:buClr>
                <a:schemeClr val="accent3"/>
              </a:buClr>
              <a:buSzPts val="1300"/>
              <a:buChar char="■"/>
              <a:defRPr/>
            </a:lvl3pPr>
            <a:lvl4pPr indent="-311150" lvl="3" marL="1828800" algn="l">
              <a:lnSpc>
                <a:spcPct val="100000"/>
              </a:lnSpc>
              <a:spcBef>
                <a:spcPts val="1300"/>
              </a:spcBef>
              <a:spcAft>
                <a:spcPts val="0"/>
              </a:spcAft>
              <a:buClr>
                <a:schemeClr val="accent3"/>
              </a:buClr>
              <a:buSzPts val="1300"/>
              <a:buChar char="●"/>
              <a:defRPr/>
            </a:lvl4pPr>
            <a:lvl5pPr indent="-311150" lvl="4" marL="2286000" algn="l">
              <a:lnSpc>
                <a:spcPct val="100000"/>
              </a:lnSpc>
              <a:spcBef>
                <a:spcPts val="1100"/>
              </a:spcBef>
              <a:spcAft>
                <a:spcPts val="0"/>
              </a:spcAft>
              <a:buClr>
                <a:schemeClr val="accent3"/>
              </a:buClr>
              <a:buSzPts val="1300"/>
              <a:buChar char="○"/>
              <a:defRPr/>
            </a:lvl5pPr>
            <a:lvl6pPr indent="-311150" lvl="5" marL="2743200" algn="l">
              <a:lnSpc>
                <a:spcPct val="100000"/>
              </a:lnSpc>
              <a:spcBef>
                <a:spcPts val="800"/>
              </a:spcBef>
              <a:spcAft>
                <a:spcPts val="0"/>
              </a:spcAft>
              <a:buClr>
                <a:schemeClr val="accent3"/>
              </a:buClr>
              <a:buSzPts val="1300"/>
              <a:buChar char="■"/>
              <a:defRPr/>
            </a:lvl6pPr>
            <a:lvl7pPr indent="-311150" lvl="6" marL="3200400" algn="l">
              <a:lnSpc>
                <a:spcPct val="100000"/>
              </a:lnSpc>
              <a:spcBef>
                <a:spcPts val="500"/>
              </a:spcBef>
              <a:spcAft>
                <a:spcPts val="0"/>
              </a:spcAft>
              <a:buClr>
                <a:schemeClr val="accent3"/>
              </a:buClr>
              <a:buSzPts val="1300"/>
              <a:buChar char="●"/>
              <a:defRPr/>
            </a:lvl7pPr>
            <a:lvl8pPr indent="-311150" lvl="7" marL="3657600" algn="l">
              <a:lnSpc>
                <a:spcPct val="100000"/>
              </a:lnSpc>
              <a:spcBef>
                <a:spcPts val="500"/>
              </a:spcBef>
              <a:spcAft>
                <a:spcPts val="0"/>
              </a:spcAft>
              <a:buClr>
                <a:schemeClr val="accent3"/>
              </a:buClr>
              <a:buSzPts val="1300"/>
              <a:buChar char="○"/>
              <a:defRPr/>
            </a:lvl8pPr>
            <a:lvl9pPr indent="-311150" lvl="8" marL="4114800" algn="l">
              <a:lnSpc>
                <a:spcPct val="100000"/>
              </a:lnSpc>
              <a:spcBef>
                <a:spcPts val="500"/>
              </a:spcBef>
              <a:spcAft>
                <a:spcPts val="500"/>
              </a:spcAft>
              <a:buClr>
                <a:schemeClr val="accent3"/>
              </a:buClr>
              <a:buSzPts val="1300"/>
              <a:buChar char="■"/>
              <a:defRPr/>
            </a:lvl9pPr>
          </a:lstStyle>
          <a:p/>
        </p:txBody>
      </p:sp>
      <p:sp>
        <p:nvSpPr>
          <p:cNvPr id="768" name="Google Shape;768;h44ba9557397ad1d7_0_1883"/>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769" name="Google Shape;769;h44ba9557397ad1d7_0_1883"/>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3"/>
              </a:buClr>
              <a:buSzPts val="1900"/>
              <a:buChar char="●"/>
              <a:defRPr/>
            </a:lvl1pPr>
            <a:lvl2pPr indent="-330200" lvl="1" marL="914400" algn="l">
              <a:lnSpc>
                <a:spcPct val="100000"/>
              </a:lnSpc>
              <a:spcBef>
                <a:spcPts val="1900"/>
              </a:spcBef>
              <a:spcAft>
                <a:spcPts val="0"/>
              </a:spcAft>
              <a:buClr>
                <a:schemeClr val="accent3"/>
              </a:buClr>
              <a:buSzPts val="1600"/>
              <a:buChar char="○"/>
              <a:defRPr sz="1600"/>
            </a:lvl2pPr>
            <a:lvl3pPr indent="-311150" lvl="2" marL="1371600" algn="l">
              <a:lnSpc>
                <a:spcPct val="100000"/>
              </a:lnSpc>
              <a:spcBef>
                <a:spcPts val="1600"/>
              </a:spcBef>
              <a:spcAft>
                <a:spcPts val="0"/>
              </a:spcAft>
              <a:buClr>
                <a:schemeClr val="accent3"/>
              </a:buClr>
              <a:buSzPts val="1300"/>
              <a:buChar char="■"/>
              <a:defRPr/>
            </a:lvl3pPr>
            <a:lvl4pPr indent="-311150" lvl="3" marL="1828800" algn="l">
              <a:lnSpc>
                <a:spcPct val="100000"/>
              </a:lnSpc>
              <a:spcBef>
                <a:spcPts val="1300"/>
              </a:spcBef>
              <a:spcAft>
                <a:spcPts val="0"/>
              </a:spcAft>
              <a:buClr>
                <a:schemeClr val="accent3"/>
              </a:buClr>
              <a:buSzPts val="1300"/>
              <a:buChar char="●"/>
              <a:defRPr/>
            </a:lvl4pPr>
            <a:lvl5pPr indent="-311150" lvl="4" marL="2286000" algn="l">
              <a:lnSpc>
                <a:spcPct val="100000"/>
              </a:lnSpc>
              <a:spcBef>
                <a:spcPts val="1100"/>
              </a:spcBef>
              <a:spcAft>
                <a:spcPts val="0"/>
              </a:spcAft>
              <a:buClr>
                <a:schemeClr val="accent3"/>
              </a:buClr>
              <a:buSzPts val="1300"/>
              <a:buChar char="○"/>
              <a:defRPr/>
            </a:lvl5pPr>
            <a:lvl6pPr indent="-311150" lvl="5" marL="2743200" algn="l">
              <a:lnSpc>
                <a:spcPct val="100000"/>
              </a:lnSpc>
              <a:spcBef>
                <a:spcPts val="800"/>
              </a:spcBef>
              <a:spcAft>
                <a:spcPts val="0"/>
              </a:spcAft>
              <a:buClr>
                <a:schemeClr val="accent3"/>
              </a:buClr>
              <a:buSzPts val="1300"/>
              <a:buChar char="■"/>
              <a:defRPr/>
            </a:lvl6pPr>
            <a:lvl7pPr indent="-311150" lvl="6" marL="3200400" algn="l">
              <a:lnSpc>
                <a:spcPct val="100000"/>
              </a:lnSpc>
              <a:spcBef>
                <a:spcPts val="500"/>
              </a:spcBef>
              <a:spcAft>
                <a:spcPts val="0"/>
              </a:spcAft>
              <a:buClr>
                <a:schemeClr val="accent3"/>
              </a:buClr>
              <a:buSzPts val="1300"/>
              <a:buChar char="●"/>
              <a:defRPr/>
            </a:lvl7pPr>
            <a:lvl8pPr indent="-311150" lvl="7" marL="3657600" algn="l">
              <a:lnSpc>
                <a:spcPct val="100000"/>
              </a:lnSpc>
              <a:spcBef>
                <a:spcPts val="500"/>
              </a:spcBef>
              <a:spcAft>
                <a:spcPts val="0"/>
              </a:spcAft>
              <a:buClr>
                <a:schemeClr val="accent3"/>
              </a:buClr>
              <a:buSzPts val="1300"/>
              <a:buChar char="○"/>
              <a:defRPr/>
            </a:lvl8pPr>
            <a:lvl9pPr indent="-311150" lvl="8" marL="4114800" algn="l">
              <a:lnSpc>
                <a:spcPct val="100000"/>
              </a:lnSpc>
              <a:spcBef>
                <a:spcPts val="500"/>
              </a:spcBef>
              <a:spcAft>
                <a:spcPts val="500"/>
              </a:spcAft>
              <a:buClr>
                <a:schemeClr val="accent3"/>
              </a:buClr>
              <a:buSzPts val="1300"/>
              <a:buChar char="■"/>
              <a:defRPr/>
            </a:lvl9pPr>
          </a:lstStyle>
          <a:p/>
        </p:txBody>
      </p:sp>
      <p:sp>
        <p:nvSpPr>
          <p:cNvPr id="770" name="Google Shape;770;h44ba9557397ad1d7_0_1883"/>
          <p:cNvSpPr/>
          <p:nvPr/>
        </p:nvSpPr>
        <p:spPr>
          <a:xfrm>
            <a:off x="0" y="308100"/>
            <a:ext cx="12489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71" name="Google Shape;771;h44ba9557397ad1d7_0_1883"/>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72" name="Google Shape;772;h44ba9557397ad1d7_0_1883"/>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773" name="Google Shape;773;h44ba9557397ad1d7_0_1883"/>
          <p:cNvPicPr preferRelativeResize="0"/>
          <p:nvPr/>
        </p:nvPicPr>
        <p:blipFill rotWithShape="1">
          <a:blip r:embed="rId2">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itle Only - light">
  <p:cSld name="TITLE_ONLY_2_2">
    <p:spTree>
      <p:nvGrpSpPr>
        <p:cNvPr id="774" name="Shape 774"/>
        <p:cNvGrpSpPr/>
        <p:nvPr/>
      </p:nvGrpSpPr>
      <p:grpSpPr>
        <a:xfrm>
          <a:off x="0" y="0"/>
          <a:ext cx="0" cy="0"/>
          <a:chOff x="0" y="0"/>
          <a:chExt cx="0" cy="0"/>
        </a:xfrm>
      </p:grpSpPr>
      <p:sp>
        <p:nvSpPr>
          <p:cNvPr id="775" name="Google Shape;775;h44ba9557397ad1d7_0_1891"/>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776" name="Google Shape;776;h44ba9557397ad1d7_0_1891"/>
          <p:cNvSpPr/>
          <p:nvPr/>
        </p:nvSpPr>
        <p:spPr>
          <a:xfrm>
            <a:off x="0" y="308100"/>
            <a:ext cx="12489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77" name="Google Shape;777;h44ba9557397ad1d7_0_1891"/>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78" name="Google Shape;778;h44ba9557397ad1d7_0_189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779" name="Google Shape;779;h44ba9557397ad1d7_0_1891"/>
          <p:cNvPicPr preferRelativeResize="0"/>
          <p:nvPr/>
        </p:nvPicPr>
        <p:blipFill rotWithShape="1">
          <a:blip r:embed="rId2">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Blank - light">
  <p:cSld name="BLANK_3_2">
    <p:spTree>
      <p:nvGrpSpPr>
        <p:cNvPr id="780" name="Shape 780"/>
        <p:cNvGrpSpPr/>
        <p:nvPr/>
      </p:nvGrpSpPr>
      <p:grpSpPr>
        <a:xfrm>
          <a:off x="0" y="0"/>
          <a:ext cx="0" cy="0"/>
          <a:chOff x="0" y="0"/>
          <a:chExt cx="0" cy="0"/>
        </a:xfrm>
      </p:grpSpPr>
      <p:sp>
        <p:nvSpPr>
          <p:cNvPr id="781" name="Google Shape;781;h44ba9557397ad1d7_0_1897"/>
          <p:cNvSpPr/>
          <p:nvPr/>
        </p:nvSpPr>
        <p:spPr>
          <a:xfrm>
            <a:off x="0" y="6496033"/>
            <a:ext cx="12191700" cy="3621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82" name="Google Shape;782;h44ba9557397ad1d7_0_1897"/>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2023 Palo Alto Networks, Inc. .</a:t>
            </a:r>
            <a:endParaRPr b="0" i="0" sz="800" u="none" cap="none" strike="noStrike">
              <a:solidFill>
                <a:schemeClr val="lt1"/>
              </a:solidFill>
              <a:latin typeface="Helvetica Neue"/>
              <a:ea typeface="Helvetica Neue"/>
              <a:cs typeface="Helvetica Neue"/>
              <a:sym typeface="Helvetica Neue"/>
            </a:endParaRPr>
          </a:p>
        </p:txBody>
      </p:sp>
      <p:pic>
        <p:nvPicPr>
          <p:cNvPr id="783" name="Google Shape;783;h44ba9557397ad1d7_0_1897"/>
          <p:cNvPicPr preferRelativeResize="0"/>
          <p:nvPr/>
        </p:nvPicPr>
        <p:blipFill rotWithShape="1">
          <a:blip r:embed="rId2">
            <a:alphaModFix/>
          </a:blip>
          <a:srcRect b="0" l="0" r="0" t="0"/>
          <a:stretch/>
        </p:blipFill>
        <p:spPr>
          <a:xfrm>
            <a:off x="9889639" y="6575383"/>
            <a:ext cx="2071977" cy="201163"/>
          </a:xfrm>
          <a:prstGeom prst="rect">
            <a:avLst/>
          </a:prstGeom>
          <a:noFill/>
          <a:ln>
            <a:noFill/>
          </a:ln>
        </p:spPr>
      </p:pic>
      <p:sp>
        <p:nvSpPr>
          <p:cNvPr id="784" name="Google Shape;784;h44ba9557397ad1d7_0_1897"/>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85" name="Google Shape;785;h44ba9557397ad1d7_0_1897"/>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786" name="Google Shape;786;h44ba9557397ad1d7_0_1897"/>
          <p:cNvPicPr preferRelativeResize="0"/>
          <p:nvPr/>
        </p:nvPicPr>
        <p:blipFill rotWithShape="1">
          <a:blip r:embed="rId3">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Side Bar Title - light">
  <p:cSld name="BLANK_2_1_1">
    <p:spTree>
      <p:nvGrpSpPr>
        <p:cNvPr id="787" name="Shape 787"/>
        <p:cNvGrpSpPr/>
        <p:nvPr/>
      </p:nvGrpSpPr>
      <p:grpSpPr>
        <a:xfrm>
          <a:off x="0" y="0"/>
          <a:ext cx="0" cy="0"/>
          <a:chOff x="0" y="0"/>
          <a:chExt cx="0" cy="0"/>
        </a:xfrm>
      </p:grpSpPr>
      <p:sp>
        <p:nvSpPr>
          <p:cNvPr id="788" name="Google Shape;788;h44ba9557397ad1d7_0_1904"/>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789" name="Google Shape;789;h44ba9557397ad1d7_0_1904"/>
          <p:cNvPicPr preferRelativeResize="0"/>
          <p:nvPr/>
        </p:nvPicPr>
        <p:blipFill rotWithShape="1">
          <a:blip r:embed="rId2">
            <a:alphaModFix amt="5000"/>
          </a:blip>
          <a:srcRect b="27421" l="0" r="21948" t="0"/>
          <a:stretch/>
        </p:blipFill>
        <p:spPr>
          <a:xfrm>
            <a:off x="4817007" y="-2"/>
            <a:ext cx="7374669" cy="6857999"/>
          </a:xfrm>
          <a:prstGeom prst="rect">
            <a:avLst/>
          </a:prstGeom>
          <a:noFill/>
          <a:ln>
            <a:noFill/>
          </a:ln>
        </p:spPr>
      </p:pic>
      <p:sp>
        <p:nvSpPr>
          <p:cNvPr id="790" name="Google Shape;790;h44ba9557397ad1d7_0_1904"/>
          <p:cNvSpPr/>
          <p:nvPr/>
        </p:nvSpPr>
        <p:spPr>
          <a:xfrm>
            <a:off x="-52915" y="0"/>
            <a:ext cx="3061200" cy="68580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91" name="Google Shape;791;h44ba9557397ad1d7_0_1904"/>
          <p:cNvSpPr txBox="1"/>
          <p:nvPr>
            <p:ph type="ctrTitle"/>
          </p:nvPr>
        </p:nvSpPr>
        <p:spPr>
          <a:xfrm>
            <a:off x="326575" y="546067"/>
            <a:ext cx="2467200" cy="2256900"/>
          </a:xfrm>
          <a:prstGeom prst="rect">
            <a:avLst/>
          </a:prstGeom>
          <a:noFill/>
          <a:ln>
            <a:noFill/>
          </a:ln>
        </p:spPr>
        <p:txBody>
          <a:bodyPr anchorCtr="0" anchor="t" bIns="121900" lIns="121900" spcFirstLastPara="1" rIns="121900" wrap="square" tIns="12190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lgn="l">
              <a:lnSpc>
                <a:spcPct val="90000"/>
              </a:lnSpc>
              <a:spcBef>
                <a:spcPts val="0"/>
              </a:spcBef>
              <a:spcAft>
                <a:spcPts val="0"/>
              </a:spcAft>
              <a:buClr>
                <a:schemeClr val="lt1"/>
              </a:buClr>
              <a:buSzPts val="3300"/>
              <a:buNone/>
              <a:defRPr sz="3300">
                <a:solidFill>
                  <a:schemeClr val="lt1"/>
                </a:solidFill>
              </a:defRPr>
            </a:lvl2pPr>
            <a:lvl3pPr lvl="2" algn="l">
              <a:lnSpc>
                <a:spcPct val="90000"/>
              </a:lnSpc>
              <a:spcBef>
                <a:spcPts val="0"/>
              </a:spcBef>
              <a:spcAft>
                <a:spcPts val="0"/>
              </a:spcAft>
              <a:buClr>
                <a:schemeClr val="lt1"/>
              </a:buClr>
              <a:buSzPts val="3300"/>
              <a:buNone/>
              <a:defRPr sz="3300">
                <a:solidFill>
                  <a:schemeClr val="lt1"/>
                </a:solidFill>
              </a:defRPr>
            </a:lvl3pPr>
            <a:lvl4pPr lvl="3" algn="l">
              <a:lnSpc>
                <a:spcPct val="90000"/>
              </a:lnSpc>
              <a:spcBef>
                <a:spcPts val="0"/>
              </a:spcBef>
              <a:spcAft>
                <a:spcPts val="0"/>
              </a:spcAft>
              <a:buClr>
                <a:schemeClr val="lt1"/>
              </a:buClr>
              <a:buSzPts val="3300"/>
              <a:buNone/>
              <a:defRPr sz="3300">
                <a:solidFill>
                  <a:schemeClr val="lt1"/>
                </a:solidFill>
              </a:defRPr>
            </a:lvl4pPr>
            <a:lvl5pPr lvl="4" algn="l">
              <a:lnSpc>
                <a:spcPct val="90000"/>
              </a:lnSpc>
              <a:spcBef>
                <a:spcPts val="0"/>
              </a:spcBef>
              <a:spcAft>
                <a:spcPts val="0"/>
              </a:spcAft>
              <a:buClr>
                <a:schemeClr val="lt1"/>
              </a:buClr>
              <a:buSzPts val="3300"/>
              <a:buNone/>
              <a:defRPr sz="3300">
                <a:solidFill>
                  <a:schemeClr val="lt1"/>
                </a:solidFill>
              </a:defRPr>
            </a:lvl5pPr>
            <a:lvl6pPr lvl="5" algn="l">
              <a:lnSpc>
                <a:spcPct val="90000"/>
              </a:lnSpc>
              <a:spcBef>
                <a:spcPts val="0"/>
              </a:spcBef>
              <a:spcAft>
                <a:spcPts val="0"/>
              </a:spcAft>
              <a:buClr>
                <a:schemeClr val="lt1"/>
              </a:buClr>
              <a:buSzPts val="3300"/>
              <a:buNone/>
              <a:defRPr sz="3300">
                <a:solidFill>
                  <a:schemeClr val="lt1"/>
                </a:solidFill>
              </a:defRPr>
            </a:lvl6pPr>
            <a:lvl7pPr lvl="6" algn="l">
              <a:lnSpc>
                <a:spcPct val="90000"/>
              </a:lnSpc>
              <a:spcBef>
                <a:spcPts val="0"/>
              </a:spcBef>
              <a:spcAft>
                <a:spcPts val="0"/>
              </a:spcAft>
              <a:buClr>
                <a:schemeClr val="lt1"/>
              </a:buClr>
              <a:buSzPts val="3300"/>
              <a:buNone/>
              <a:defRPr sz="3300">
                <a:solidFill>
                  <a:schemeClr val="lt1"/>
                </a:solidFill>
              </a:defRPr>
            </a:lvl7pPr>
            <a:lvl8pPr lvl="7" algn="l">
              <a:lnSpc>
                <a:spcPct val="90000"/>
              </a:lnSpc>
              <a:spcBef>
                <a:spcPts val="0"/>
              </a:spcBef>
              <a:spcAft>
                <a:spcPts val="0"/>
              </a:spcAft>
              <a:buClr>
                <a:schemeClr val="lt1"/>
              </a:buClr>
              <a:buSzPts val="3300"/>
              <a:buNone/>
              <a:defRPr sz="3300">
                <a:solidFill>
                  <a:schemeClr val="lt1"/>
                </a:solidFill>
              </a:defRPr>
            </a:lvl8pPr>
            <a:lvl9pPr lvl="8" algn="l">
              <a:lnSpc>
                <a:spcPct val="90000"/>
              </a:lnSpc>
              <a:spcBef>
                <a:spcPts val="0"/>
              </a:spcBef>
              <a:spcAft>
                <a:spcPts val="0"/>
              </a:spcAft>
              <a:buClr>
                <a:schemeClr val="lt1"/>
              </a:buClr>
              <a:buSzPts val="3300"/>
              <a:buNone/>
              <a:defRPr sz="3300">
                <a:solidFill>
                  <a:schemeClr val="lt1"/>
                </a:solidFill>
              </a:defRPr>
            </a:lvl9pPr>
          </a:lstStyle>
          <a:p/>
        </p:txBody>
      </p:sp>
      <p:sp>
        <p:nvSpPr>
          <p:cNvPr id="792" name="Google Shape;792;h44ba9557397ad1d7_0_1904"/>
          <p:cNvSpPr txBox="1"/>
          <p:nvPr>
            <p:ph idx="1" type="subTitle"/>
          </p:nvPr>
        </p:nvSpPr>
        <p:spPr>
          <a:xfrm>
            <a:off x="326575" y="4157603"/>
            <a:ext cx="2467200" cy="13368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793" name="Google Shape;793;h44ba9557397ad1d7_0_1904"/>
          <p:cNvSpPr/>
          <p:nvPr/>
        </p:nvSpPr>
        <p:spPr>
          <a:xfrm>
            <a:off x="-52915" y="4049633"/>
            <a:ext cx="2694600" cy="549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
        <p:nvSpPr>
          <p:cNvPr id="794" name="Google Shape;794;h44ba9557397ad1d7_0_1904"/>
          <p:cNvSpPr/>
          <p:nvPr/>
        </p:nvSpPr>
        <p:spPr>
          <a:xfrm>
            <a:off x="3008203" y="3017000"/>
            <a:ext cx="9183600" cy="3840900"/>
          </a:xfrm>
          <a:prstGeom prst="rect">
            <a:avLst/>
          </a:prstGeom>
          <a:gradFill>
            <a:gsLst>
              <a:gs pos="0">
                <a:srgbClr val="FFFFFF">
                  <a:alpha val="0"/>
                </a:srgbClr>
              </a:gs>
              <a:gs pos="100000">
                <a:srgbClr val="F3F3F3"/>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795" name="Google Shape;795;h44ba9557397ad1d7_0_1904"/>
          <p:cNvPicPr preferRelativeResize="0"/>
          <p:nvPr/>
        </p:nvPicPr>
        <p:blipFill rotWithShape="1">
          <a:blip r:embed="rId3">
            <a:alphaModFix/>
          </a:blip>
          <a:srcRect b="0" l="0" r="0" t="0"/>
          <a:stretch/>
        </p:blipFill>
        <p:spPr>
          <a:xfrm>
            <a:off x="326573" y="6372250"/>
            <a:ext cx="2408832" cy="232360"/>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wo-Column Content - dark">
  <p:cSld name="TITLE_AND_TWO_COLUMNS_2_1_1">
    <p:bg>
      <p:bgPr>
        <a:solidFill>
          <a:schemeClr val="dk1"/>
        </a:solidFill>
      </p:bgPr>
    </p:bg>
    <p:spTree>
      <p:nvGrpSpPr>
        <p:cNvPr id="796" name="Shape 796"/>
        <p:cNvGrpSpPr/>
        <p:nvPr/>
      </p:nvGrpSpPr>
      <p:grpSpPr>
        <a:xfrm>
          <a:off x="0" y="0"/>
          <a:ext cx="0" cy="0"/>
          <a:chOff x="0" y="0"/>
          <a:chExt cx="0" cy="0"/>
        </a:xfrm>
      </p:grpSpPr>
      <p:sp>
        <p:nvSpPr>
          <p:cNvPr id="797" name="Google Shape;797;h44ba9557397ad1d7_0_1913"/>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3"/>
              </a:buClr>
              <a:buSzPts val="1900"/>
              <a:buChar char="●"/>
              <a:defRPr>
                <a:solidFill>
                  <a:schemeClr val="lt1"/>
                </a:solidFill>
              </a:defRPr>
            </a:lvl1pPr>
            <a:lvl2pPr indent="-330200" lvl="1" marL="914400" algn="l">
              <a:lnSpc>
                <a:spcPct val="100000"/>
              </a:lnSpc>
              <a:spcBef>
                <a:spcPts val="1900"/>
              </a:spcBef>
              <a:spcAft>
                <a:spcPts val="0"/>
              </a:spcAft>
              <a:buClr>
                <a:schemeClr val="accent3"/>
              </a:buClr>
              <a:buSzPts val="1600"/>
              <a:buChar char="○"/>
              <a:defRPr sz="1600">
                <a:solidFill>
                  <a:schemeClr val="lt1"/>
                </a:solidFill>
              </a:defRPr>
            </a:lvl2pPr>
            <a:lvl3pPr indent="-311150" lvl="2" marL="1371600" algn="l">
              <a:lnSpc>
                <a:spcPct val="100000"/>
              </a:lnSpc>
              <a:spcBef>
                <a:spcPts val="1600"/>
              </a:spcBef>
              <a:spcAft>
                <a:spcPts val="0"/>
              </a:spcAft>
              <a:buClr>
                <a:schemeClr val="accent3"/>
              </a:buClr>
              <a:buSzPts val="1300"/>
              <a:buChar char="■"/>
              <a:defRPr>
                <a:solidFill>
                  <a:schemeClr val="lt1"/>
                </a:solidFill>
              </a:defRPr>
            </a:lvl3pPr>
            <a:lvl4pPr indent="-311150" lvl="3" marL="1828800" algn="l">
              <a:lnSpc>
                <a:spcPct val="100000"/>
              </a:lnSpc>
              <a:spcBef>
                <a:spcPts val="1300"/>
              </a:spcBef>
              <a:spcAft>
                <a:spcPts val="0"/>
              </a:spcAft>
              <a:buClr>
                <a:schemeClr val="accent3"/>
              </a:buClr>
              <a:buSzPts val="1300"/>
              <a:buChar char="●"/>
              <a:defRPr>
                <a:solidFill>
                  <a:schemeClr val="lt1"/>
                </a:solidFill>
              </a:defRPr>
            </a:lvl4pPr>
            <a:lvl5pPr indent="-311150" lvl="4" marL="2286000" algn="l">
              <a:lnSpc>
                <a:spcPct val="100000"/>
              </a:lnSpc>
              <a:spcBef>
                <a:spcPts val="1100"/>
              </a:spcBef>
              <a:spcAft>
                <a:spcPts val="0"/>
              </a:spcAft>
              <a:buClr>
                <a:schemeClr val="accent3"/>
              </a:buClr>
              <a:buSzPts val="1300"/>
              <a:buChar char="○"/>
              <a:defRPr>
                <a:solidFill>
                  <a:schemeClr val="lt1"/>
                </a:solidFill>
              </a:defRPr>
            </a:lvl5pPr>
            <a:lvl6pPr indent="-311150" lvl="5" marL="2743200" algn="l">
              <a:lnSpc>
                <a:spcPct val="100000"/>
              </a:lnSpc>
              <a:spcBef>
                <a:spcPts val="800"/>
              </a:spcBef>
              <a:spcAft>
                <a:spcPts val="0"/>
              </a:spcAft>
              <a:buClr>
                <a:schemeClr val="accent3"/>
              </a:buClr>
              <a:buSzPts val="1300"/>
              <a:buChar char="■"/>
              <a:defRPr>
                <a:solidFill>
                  <a:schemeClr val="lt1"/>
                </a:solidFill>
              </a:defRPr>
            </a:lvl6pPr>
            <a:lvl7pPr indent="-311150" lvl="6" marL="3200400" algn="l">
              <a:lnSpc>
                <a:spcPct val="100000"/>
              </a:lnSpc>
              <a:spcBef>
                <a:spcPts val="500"/>
              </a:spcBef>
              <a:spcAft>
                <a:spcPts val="0"/>
              </a:spcAft>
              <a:buClr>
                <a:schemeClr val="accent3"/>
              </a:buClr>
              <a:buSzPts val="1300"/>
              <a:buChar char="●"/>
              <a:defRPr>
                <a:solidFill>
                  <a:schemeClr val="lt1"/>
                </a:solidFill>
              </a:defRPr>
            </a:lvl7pPr>
            <a:lvl8pPr indent="-311150" lvl="7" marL="3657600" algn="l">
              <a:lnSpc>
                <a:spcPct val="100000"/>
              </a:lnSpc>
              <a:spcBef>
                <a:spcPts val="500"/>
              </a:spcBef>
              <a:spcAft>
                <a:spcPts val="0"/>
              </a:spcAft>
              <a:buClr>
                <a:schemeClr val="accent3"/>
              </a:buClr>
              <a:buSzPts val="1300"/>
              <a:buChar char="○"/>
              <a:defRPr>
                <a:solidFill>
                  <a:schemeClr val="lt1"/>
                </a:solidFill>
              </a:defRPr>
            </a:lvl8pPr>
            <a:lvl9pPr indent="-311150" lvl="8" marL="4114800" algn="l">
              <a:lnSpc>
                <a:spcPct val="100000"/>
              </a:lnSpc>
              <a:spcBef>
                <a:spcPts val="500"/>
              </a:spcBef>
              <a:spcAft>
                <a:spcPts val="500"/>
              </a:spcAft>
              <a:buClr>
                <a:schemeClr val="accent3"/>
              </a:buClr>
              <a:buSzPts val="1300"/>
              <a:buChar char="■"/>
              <a:defRPr>
                <a:solidFill>
                  <a:schemeClr val="lt1"/>
                </a:solidFill>
              </a:defRPr>
            </a:lvl9pPr>
          </a:lstStyle>
          <a:p/>
        </p:txBody>
      </p:sp>
      <p:sp>
        <p:nvSpPr>
          <p:cNvPr id="798" name="Google Shape;798;h44ba9557397ad1d7_0_1913"/>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799" name="Google Shape;799;h44ba9557397ad1d7_0_1913"/>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3"/>
              </a:buClr>
              <a:buSzPts val="1900"/>
              <a:buChar char="●"/>
              <a:defRPr>
                <a:solidFill>
                  <a:schemeClr val="lt1"/>
                </a:solidFill>
              </a:defRPr>
            </a:lvl1pPr>
            <a:lvl2pPr indent="-330200" lvl="1" marL="914400" algn="l">
              <a:lnSpc>
                <a:spcPct val="100000"/>
              </a:lnSpc>
              <a:spcBef>
                <a:spcPts val="1900"/>
              </a:spcBef>
              <a:spcAft>
                <a:spcPts val="0"/>
              </a:spcAft>
              <a:buClr>
                <a:schemeClr val="accent3"/>
              </a:buClr>
              <a:buSzPts val="1600"/>
              <a:buChar char="○"/>
              <a:defRPr sz="1600">
                <a:solidFill>
                  <a:schemeClr val="lt1"/>
                </a:solidFill>
              </a:defRPr>
            </a:lvl2pPr>
            <a:lvl3pPr indent="-311150" lvl="2" marL="1371600" algn="l">
              <a:lnSpc>
                <a:spcPct val="100000"/>
              </a:lnSpc>
              <a:spcBef>
                <a:spcPts val="1600"/>
              </a:spcBef>
              <a:spcAft>
                <a:spcPts val="0"/>
              </a:spcAft>
              <a:buClr>
                <a:schemeClr val="accent3"/>
              </a:buClr>
              <a:buSzPts val="1300"/>
              <a:buChar char="■"/>
              <a:defRPr>
                <a:solidFill>
                  <a:schemeClr val="lt1"/>
                </a:solidFill>
              </a:defRPr>
            </a:lvl3pPr>
            <a:lvl4pPr indent="-311150" lvl="3" marL="1828800" algn="l">
              <a:lnSpc>
                <a:spcPct val="100000"/>
              </a:lnSpc>
              <a:spcBef>
                <a:spcPts val="1300"/>
              </a:spcBef>
              <a:spcAft>
                <a:spcPts val="0"/>
              </a:spcAft>
              <a:buClr>
                <a:schemeClr val="accent3"/>
              </a:buClr>
              <a:buSzPts val="1300"/>
              <a:buChar char="●"/>
              <a:defRPr>
                <a:solidFill>
                  <a:schemeClr val="lt1"/>
                </a:solidFill>
              </a:defRPr>
            </a:lvl4pPr>
            <a:lvl5pPr indent="-311150" lvl="4" marL="2286000" algn="l">
              <a:lnSpc>
                <a:spcPct val="100000"/>
              </a:lnSpc>
              <a:spcBef>
                <a:spcPts val="1100"/>
              </a:spcBef>
              <a:spcAft>
                <a:spcPts val="0"/>
              </a:spcAft>
              <a:buClr>
                <a:schemeClr val="accent3"/>
              </a:buClr>
              <a:buSzPts val="1300"/>
              <a:buChar char="○"/>
              <a:defRPr>
                <a:solidFill>
                  <a:schemeClr val="lt1"/>
                </a:solidFill>
              </a:defRPr>
            </a:lvl5pPr>
            <a:lvl6pPr indent="-311150" lvl="5" marL="2743200" algn="l">
              <a:lnSpc>
                <a:spcPct val="100000"/>
              </a:lnSpc>
              <a:spcBef>
                <a:spcPts val="800"/>
              </a:spcBef>
              <a:spcAft>
                <a:spcPts val="0"/>
              </a:spcAft>
              <a:buClr>
                <a:schemeClr val="accent3"/>
              </a:buClr>
              <a:buSzPts val="1300"/>
              <a:buChar char="■"/>
              <a:defRPr>
                <a:solidFill>
                  <a:schemeClr val="lt1"/>
                </a:solidFill>
              </a:defRPr>
            </a:lvl6pPr>
            <a:lvl7pPr indent="-311150" lvl="6" marL="3200400" algn="l">
              <a:lnSpc>
                <a:spcPct val="100000"/>
              </a:lnSpc>
              <a:spcBef>
                <a:spcPts val="500"/>
              </a:spcBef>
              <a:spcAft>
                <a:spcPts val="0"/>
              </a:spcAft>
              <a:buClr>
                <a:schemeClr val="accent3"/>
              </a:buClr>
              <a:buSzPts val="1300"/>
              <a:buChar char="●"/>
              <a:defRPr>
                <a:solidFill>
                  <a:schemeClr val="lt1"/>
                </a:solidFill>
              </a:defRPr>
            </a:lvl7pPr>
            <a:lvl8pPr indent="-311150" lvl="7" marL="3657600" algn="l">
              <a:lnSpc>
                <a:spcPct val="100000"/>
              </a:lnSpc>
              <a:spcBef>
                <a:spcPts val="500"/>
              </a:spcBef>
              <a:spcAft>
                <a:spcPts val="0"/>
              </a:spcAft>
              <a:buClr>
                <a:schemeClr val="accent3"/>
              </a:buClr>
              <a:buSzPts val="1300"/>
              <a:buChar char="○"/>
              <a:defRPr>
                <a:solidFill>
                  <a:schemeClr val="lt1"/>
                </a:solidFill>
              </a:defRPr>
            </a:lvl8pPr>
            <a:lvl9pPr indent="-311150" lvl="8" marL="4114800" algn="l">
              <a:lnSpc>
                <a:spcPct val="100000"/>
              </a:lnSpc>
              <a:spcBef>
                <a:spcPts val="500"/>
              </a:spcBef>
              <a:spcAft>
                <a:spcPts val="500"/>
              </a:spcAft>
              <a:buClr>
                <a:schemeClr val="accent3"/>
              </a:buClr>
              <a:buSzPts val="1300"/>
              <a:buChar char="■"/>
              <a:defRPr>
                <a:solidFill>
                  <a:schemeClr val="lt1"/>
                </a:solidFill>
              </a:defRPr>
            </a:lvl9pPr>
          </a:lstStyle>
          <a:p/>
        </p:txBody>
      </p:sp>
      <p:sp>
        <p:nvSpPr>
          <p:cNvPr id="800" name="Google Shape;800;h44ba9557397ad1d7_0_1913"/>
          <p:cNvSpPr/>
          <p:nvPr/>
        </p:nvSpPr>
        <p:spPr>
          <a:xfrm>
            <a:off x="0" y="308100"/>
            <a:ext cx="12489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01" name="Google Shape;801;h44ba9557397ad1d7_0_1913"/>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02" name="Google Shape;802;h44ba9557397ad1d7_0_1913"/>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803" name="Google Shape;803;h44ba9557397ad1d7_0_1913"/>
          <p:cNvPicPr preferRelativeResize="0"/>
          <p:nvPr/>
        </p:nvPicPr>
        <p:blipFill rotWithShape="1">
          <a:blip r:embed="rId2">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itle Only - dark">
  <p:cSld name="TITLE_ONLY_2_1_1">
    <p:bg>
      <p:bgPr>
        <a:solidFill>
          <a:schemeClr val="dk1"/>
        </a:solidFill>
      </p:bgPr>
    </p:bg>
    <p:spTree>
      <p:nvGrpSpPr>
        <p:cNvPr id="804" name="Shape 804"/>
        <p:cNvGrpSpPr/>
        <p:nvPr/>
      </p:nvGrpSpPr>
      <p:grpSpPr>
        <a:xfrm>
          <a:off x="0" y="0"/>
          <a:ext cx="0" cy="0"/>
          <a:chOff x="0" y="0"/>
          <a:chExt cx="0" cy="0"/>
        </a:xfrm>
      </p:grpSpPr>
      <p:sp>
        <p:nvSpPr>
          <p:cNvPr id="805" name="Google Shape;805;h44ba9557397ad1d7_0_1921"/>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806" name="Google Shape;806;h44ba9557397ad1d7_0_1921"/>
          <p:cNvSpPr/>
          <p:nvPr/>
        </p:nvSpPr>
        <p:spPr>
          <a:xfrm>
            <a:off x="0" y="308100"/>
            <a:ext cx="12489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07" name="Google Shape;807;h44ba9557397ad1d7_0_1921"/>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08" name="Google Shape;808;h44ba9557397ad1d7_0_192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809" name="Google Shape;809;h44ba9557397ad1d7_0_1921"/>
          <p:cNvPicPr preferRelativeResize="0"/>
          <p:nvPr/>
        </p:nvPicPr>
        <p:blipFill rotWithShape="1">
          <a:blip r:embed="rId2">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Blank - dark">
  <p:cSld name="BLANK_3_1_1">
    <p:bg>
      <p:bgPr>
        <a:solidFill>
          <a:schemeClr val="dk1"/>
        </a:solidFill>
      </p:bgPr>
    </p:bg>
    <p:spTree>
      <p:nvGrpSpPr>
        <p:cNvPr id="810" name="Shape 810"/>
        <p:cNvGrpSpPr/>
        <p:nvPr/>
      </p:nvGrpSpPr>
      <p:grpSpPr>
        <a:xfrm>
          <a:off x="0" y="0"/>
          <a:ext cx="0" cy="0"/>
          <a:chOff x="0" y="0"/>
          <a:chExt cx="0" cy="0"/>
        </a:xfrm>
      </p:grpSpPr>
      <p:sp>
        <p:nvSpPr>
          <p:cNvPr id="811" name="Google Shape;811;h44ba9557397ad1d7_0_1927"/>
          <p:cNvSpPr/>
          <p:nvPr/>
        </p:nvSpPr>
        <p:spPr>
          <a:xfrm>
            <a:off x="0" y="6496033"/>
            <a:ext cx="12191700" cy="3621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12" name="Google Shape;812;h44ba9557397ad1d7_0_1927"/>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813" name="Google Shape;813;h44ba9557397ad1d7_0_1927"/>
          <p:cNvPicPr preferRelativeResize="0"/>
          <p:nvPr/>
        </p:nvPicPr>
        <p:blipFill rotWithShape="1">
          <a:blip r:embed="rId2">
            <a:alphaModFix/>
          </a:blip>
          <a:srcRect b="0" l="0" r="0" t="0"/>
          <a:stretch/>
        </p:blipFill>
        <p:spPr>
          <a:xfrm>
            <a:off x="9876228" y="6575383"/>
            <a:ext cx="2085386" cy="20116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wo-Column Content - light">
  <p:cSld name="TITLE_AND_TWO_COLUMNS_2_3">
    <p:spTree>
      <p:nvGrpSpPr>
        <p:cNvPr id="814" name="Shape 814"/>
        <p:cNvGrpSpPr/>
        <p:nvPr/>
      </p:nvGrpSpPr>
      <p:grpSpPr>
        <a:xfrm>
          <a:off x="0" y="0"/>
          <a:ext cx="0" cy="0"/>
          <a:chOff x="0" y="0"/>
          <a:chExt cx="0" cy="0"/>
        </a:xfrm>
      </p:grpSpPr>
      <p:sp>
        <p:nvSpPr>
          <p:cNvPr id="815" name="Google Shape;815;h44ba9557397ad1d7_0_1931"/>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lvl1pPr>
            <a:lvl2pPr indent="-330200" lvl="1" marL="914400" algn="l">
              <a:lnSpc>
                <a:spcPct val="100000"/>
              </a:lnSpc>
              <a:spcBef>
                <a:spcPts val="1900"/>
              </a:spcBef>
              <a:spcAft>
                <a:spcPts val="0"/>
              </a:spcAft>
              <a:buClr>
                <a:schemeClr val="accent4"/>
              </a:buClr>
              <a:buSzPts val="1600"/>
              <a:buChar char="○"/>
              <a:defRPr sz="1600"/>
            </a:lvl2pPr>
            <a:lvl3pPr indent="-311150" lvl="2" marL="1371600" algn="l">
              <a:lnSpc>
                <a:spcPct val="100000"/>
              </a:lnSpc>
              <a:spcBef>
                <a:spcPts val="1600"/>
              </a:spcBef>
              <a:spcAft>
                <a:spcPts val="0"/>
              </a:spcAft>
              <a:buClr>
                <a:schemeClr val="accent4"/>
              </a:buClr>
              <a:buSzPts val="1300"/>
              <a:buChar char="■"/>
              <a:defRPr/>
            </a:lvl3pPr>
            <a:lvl4pPr indent="-311150" lvl="3" marL="1828800" algn="l">
              <a:lnSpc>
                <a:spcPct val="100000"/>
              </a:lnSpc>
              <a:spcBef>
                <a:spcPts val="1300"/>
              </a:spcBef>
              <a:spcAft>
                <a:spcPts val="0"/>
              </a:spcAft>
              <a:buClr>
                <a:schemeClr val="accent4"/>
              </a:buClr>
              <a:buSzPts val="1300"/>
              <a:buChar char="●"/>
              <a:defRPr/>
            </a:lvl4pPr>
            <a:lvl5pPr indent="-311150" lvl="4" marL="2286000" algn="l">
              <a:lnSpc>
                <a:spcPct val="100000"/>
              </a:lnSpc>
              <a:spcBef>
                <a:spcPts val="1100"/>
              </a:spcBef>
              <a:spcAft>
                <a:spcPts val="0"/>
              </a:spcAft>
              <a:buClr>
                <a:schemeClr val="accent4"/>
              </a:buClr>
              <a:buSzPts val="1300"/>
              <a:buChar char="○"/>
              <a:defRPr/>
            </a:lvl5pPr>
            <a:lvl6pPr indent="-311150" lvl="5" marL="2743200" algn="l">
              <a:lnSpc>
                <a:spcPct val="100000"/>
              </a:lnSpc>
              <a:spcBef>
                <a:spcPts val="800"/>
              </a:spcBef>
              <a:spcAft>
                <a:spcPts val="0"/>
              </a:spcAft>
              <a:buClr>
                <a:schemeClr val="accent4"/>
              </a:buClr>
              <a:buSzPts val="1300"/>
              <a:buChar char="■"/>
              <a:defRPr/>
            </a:lvl6pPr>
            <a:lvl7pPr indent="-311150" lvl="6" marL="3200400" algn="l">
              <a:lnSpc>
                <a:spcPct val="100000"/>
              </a:lnSpc>
              <a:spcBef>
                <a:spcPts val="500"/>
              </a:spcBef>
              <a:spcAft>
                <a:spcPts val="0"/>
              </a:spcAft>
              <a:buClr>
                <a:schemeClr val="accent4"/>
              </a:buClr>
              <a:buSzPts val="1300"/>
              <a:buChar char="●"/>
              <a:defRPr/>
            </a:lvl7pPr>
            <a:lvl8pPr indent="-311150" lvl="7" marL="3657600" algn="l">
              <a:lnSpc>
                <a:spcPct val="100000"/>
              </a:lnSpc>
              <a:spcBef>
                <a:spcPts val="500"/>
              </a:spcBef>
              <a:spcAft>
                <a:spcPts val="0"/>
              </a:spcAft>
              <a:buClr>
                <a:schemeClr val="accent4"/>
              </a:buClr>
              <a:buSzPts val="1300"/>
              <a:buChar char="○"/>
              <a:defRPr/>
            </a:lvl8pPr>
            <a:lvl9pPr indent="-311150" lvl="8" marL="4114800" algn="l">
              <a:lnSpc>
                <a:spcPct val="100000"/>
              </a:lnSpc>
              <a:spcBef>
                <a:spcPts val="500"/>
              </a:spcBef>
              <a:spcAft>
                <a:spcPts val="500"/>
              </a:spcAft>
              <a:buClr>
                <a:schemeClr val="accent4"/>
              </a:buClr>
              <a:buSzPts val="1300"/>
              <a:buChar char="■"/>
              <a:defRPr/>
            </a:lvl9pPr>
          </a:lstStyle>
          <a:p/>
        </p:txBody>
      </p:sp>
      <p:sp>
        <p:nvSpPr>
          <p:cNvPr id="816" name="Google Shape;816;h44ba9557397ad1d7_0_1931"/>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817" name="Google Shape;817;h44ba9557397ad1d7_0_1931"/>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4"/>
              </a:buClr>
              <a:buSzPts val="1900"/>
              <a:buChar char="●"/>
              <a:defRPr/>
            </a:lvl1pPr>
            <a:lvl2pPr indent="-330200" lvl="1" marL="914400" algn="l">
              <a:lnSpc>
                <a:spcPct val="100000"/>
              </a:lnSpc>
              <a:spcBef>
                <a:spcPts val="1900"/>
              </a:spcBef>
              <a:spcAft>
                <a:spcPts val="0"/>
              </a:spcAft>
              <a:buClr>
                <a:schemeClr val="accent4"/>
              </a:buClr>
              <a:buSzPts val="1600"/>
              <a:buChar char="○"/>
              <a:defRPr sz="1600"/>
            </a:lvl2pPr>
            <a:lvl3pPr indent="-311150" lvl="2" marL="1371600" algn="l">
              <a:lnSpc>
                <a:spcPct val="100000"/>
              </a:lnSpc>
              <a:spcBef>
                <a:spcPts val="1600"/>
              </a:spcBef>
              <a:spcAft>
                <a:spcPts val="0"/>
              </a:spcAft>
              <a:buClr>
                <a:schemeClr val="accent4"/>
              </a:buClr>
              <a:buSzPts val="1300"/>
              <a:buChar char="■"/>
              <a:defRPr/>
            </a:lvl3pPr>
            <a:lvl4pPr indent="-311150" lvl="3" marL="1828800" algn="l">
              <a:lnSpc>
                <a:spcPct val="100000"/>
              </a:lnSpc>
              <a:spcBef>
                <a:spcPts val="1300"/>
              </a:spcBef>
              <a:spcAft>
                <a:spcPts val="0"/>
              </a:spcAft>
              <a:buClr>
                <a:schemeClr val="accent4"/>
              </a:buClr>
              <a:buSzPts val="1300"/>
              <a:buChar char="●"/>
              <a:defRPr/>
            </a:lvl4pPr>
            <a:lvl5pPr indent="-311150" lvl="4" marL="2286000" algn="l">
              <a:lnSpc>
                <a:spcPct val="100000"/>
              </a:lnSpc>
              <a:spcBef>
                <a:spcPts val="1100"/>
              </a:spcBef>
              <a:spcAft>
                <a:spcPts val="0"/>
              </a:spcAft>
              <a:buClr>
                <a:schemeClr val="accent4"/>
              </a:buClr>
              <a:buSzPts val="1300"/>
              <a:buChar char="○"/>
              <a:defRPr/>
            </a:lvl5pPr>
            <a:lvl6pPr indent="-311150" lvl="5" marL="2743200" algn="l">
              <a:lnSpc>
                <a:spcPct val="100000"/>
              </a:lnSpc>
              <a:spcBef>
                <a:spcPts val="800"/>
              </a:spcBef>
              <a:spcAft>
                <a:spcPts val="0"/>
              </a:spcAft>
              <a:buClr>
                <a:schemeClr val="accent4"/>
              </a:buClr>
              <a:buSzPts val="1300"/>
              <a:buChar char="■"/>
              <a:defRPr/>
            </a:lvl6pPr>
            <a:lvl7pPr indent="-311150" lvl="6" marL="3200400" algn="l">
              <a:lnSpc>
                <a:spcPct val="100000"/>
              </a:lnSpc>
              <a:spcBef>
                <a:spcPts val="500"/>
              </a:spcBef>
              <a:spcAft>
                <a:spcPts val="0"/>
              </a:spcAft>
              <a:buClr>
                <a:schemeClr val="accent4"/>
              </a:buClr>
              <a:buSzPts val="1300"/>
              <a:buChar char="●"/>
              <a:defRPr/>
            </a:lvl7pPr>
            <a:lvl8pPr indent="-311150" lvl="7" marL="3657600" algn="l">
              <a:lnSpc>
                <a:spcPct val="100000"/>
              </a:lnSpc>
              <a:spcBef>
                <a:spcPts val="500"/>
              </a:spcBef>
              <a:spcAft>
                <a:spcPts val="0"/>
              </a:spcAft>
              <a:buClr>
                <a:schemeClr val="accent4"/>
              </a:buClr>
              <a:buSzPts val="1300"/>
              <a:buChar char="○"/>
              <a:defRPr/>
            </a:lvl8pPr>
            <a:lvl9pPr indent="-311150" lvl="8" marL="4114800" algn="l">
              <a:lnSpc>
                <a:spcPct val="100000"/>
              </a:lnSpc>
              <a:spcBef>
                <a:spcPts val="500"/>
              </a:spcBef>
              <a:spcAft>
                <a:spcPts val="500"/>
              </a:spcAft>
              <a:buClr>
                <a:schemeClr val="accent4"/>
              </a:buClr>
              <a:buSzPts val="1300"/>
              <a:buChar char="■"/>
              <a:defRPr/>
            </a:lvl9pPr>
          </a:lstStyle>
          <a:p/>
        </p:txBody>
      </p:sp>
      <p:sp>
        <p:nvSpPr>
          <p:cNvPr id="818" name="Google Shape;818;h44ba9557397ad1d7_0_1931"/>
          <p:cNvSpPr/>
          <p:nvPr/>
        </p:nvSpPr>
        <p:spPr>
          <a:xfrm>
            <a:off x="0" y="308100"/>
            <a:ext cx="12489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19" name="Google Shape;819;h44ba9557397ad1d7_0_1931"/>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20" name="Google Shape;820;h44ba9557397ad1d7_0_193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821" name="Google Shape;821;h44ba9557397ad1d7_0_1931"/>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Only - light">
  <p:cSld name="TITLE_ONLY_2_3">
    <p:spTree>
      <p:nvGrpSpPr>
        <p:cNvPr id="822" name="Shape 822"/>
        <p:cNvGrpSpPr/>
        <p:nvPr/>
      </p:nvGrpSpPr>
      <p:grpSpPr>
        <a:xfrm>
          <a:off x="0" y="0"/>
          <a:ext cx="0" cy="0"/>
          <a:chOff x="0" y="0"/>
          <a:chExt cx="0" cy="0"/>
        </a:xfrm>
      </p:grpSpPr>
      <p:sp>
        <p:nvSpPr>
          <p:cNvPr id="823" name="Google Shape;823;h44ba9557397ad1d7_0_1939"/>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824" name="Google Shape;824;h44ba9557397ad1d7_0_1939"/>
          <p:cNvSpPr/>
          <p:nvPr/>
        </p:nvSpPr>
        <p:spPr>
          <a:xfrm>
            <a:off x="0" y="308100"/>
            <a:ext cx="12489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25" name="Google Shape;825;h44ba9557397ad1d7_0_1939"/>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26" name="Google Shape;826;h44ba9557397ad1d7_0_1939"/>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827" name="Google Shape;827;h44ba9557397ad1d7_0_1939"/>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Blank - light">
  <p:cSld name="BLANK_3_3">
    <p:spTree>
      <p:nvGrpSpPr>
        <p:cNvPr id="828" name="Shape 828"/>
        <p:cNvGrpSpPr/>
        <p:nvPr/>
      </p:nvGrpSpPr>
      <p:grpSpPr>
        <a:xfrm>
          <a:off x="0" y="0"/>
          <a:ext cx="0" cy="0"/>
          <a:chOff x="0" y="0"/>
          <a:chExt cx="0" cy="0"/>
        </a:xfrm>
      </p:grpSpPr>
      <p:sp>
        <p:nvSpPr>
          <p:cNvPr id="829" name="Google Shape;829;h44ba9557397ad1d7_0_1945"/>
          <p:cNvSpPr/>
          <p:nvPr/>
        </p:nvSpPr>
        <p:spPr>
          <a:xfrm>
            <a:off x="0" y="6496033"/>
            <a:ext cx="12191700" cy="3621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30" name="Google Shape;830;h44ba9557397ad1d7_0_194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pic>
        <p:nvPicPr>
          <p:cNvPr id="831" name="Google Shape;831;h44ba9557397ad1d7_0_1945"/>
          <p:cNvPicPr preferRelativeResize="0"/>
          <p:nvPr/>
        </p:nvPicPr>
        <p:blipFill rotWithShape="1">
          <a:blip r:embed="rId2">
            <a:alphaModFix/>
          </a:blip>
          <a:srcRect b="0" l="0" r="0" t="0"/>
          <a:stretch/>
        </p:blipFill>
        <p:spPr>
          <a:xfrm>
            <a:off x="9822585" y="6575383"/>
            <a:ext cx="2139028" cy="201163"/>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Side Bar Title - light">
  <p:cSld name="BLANK_2_1_2">
    <p:spTree>
      <p:nvGrpSpPr>
        <p:cNvPr id="832" name="Shape 832"/>
        <p:cNvGrpSpPr/>
        <p:nvPr/>
      </p:nvGrpSpPr>
      <p:grpSpPr>
        <a:xfrm>
          <a:off x="0" y="0"/>
          <a:ext cx="0" cy="0"/>
          <a:chOff x="0" y="0"/>
          <a:chExt cx="0" cy="0"/>
        </a:xfrm>
      </p:grpSpPr>
      <p:sp>
        <p:nvSpPr>
          <p:cNvPr id="833" name="Google Shape;833;h44ba9557397ad1d7_0_1949"/>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834" name="Google Shape;834;h44ba9557397ad1d7_0_1949"/>
          <p:cNvPicPr preferRelativeResize="0"/>
          <p:nvPr/>
        </p:nvPicPr>
        <p:blipFill rotWithShape="1">
          <a:blip r:embed="rId2">
            <a:alphaModFix amt="5000"/>
          </a:blip>
          <a:srcRect b="24679" l="16143" r="19028" t="2820"/>
          <a:stretch/>
        </p:blipFill>
        <p:spPr>
          <a:xfrm>
            <a:off x="6488710" y="480067"/>
            <a:ext cx="5703045" cy="6377933"/>
          </a:xfrm>
          <a:prstGeom prst="rect">
            <a:avLst/>
          </a:prstGeom>
          <a:noFill/>
          <a:ln>
            <a:noFill/>
          </a:ln>
        </p:spPr>
      </p:pic>
      <p:sp>
        <p:nvSpPr>
          <p:cNvPr id="835" name="Google Shape;835;h44ba9557397ad1d7_0_1949"/>
          <p:cNvSpPr/>
          <p:nvPr/>
        </p:nvSpPr>
        <p:spPr>
          <a:xfrm>
            <a:off x="-52915" y="0"/>
            <a:ext cx="3061200" cy="68580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36" name="Google Shape;836;h44ba9557397ad1d7_0_1949"/>
          <p:cNvSpPr txBox="1"/>
          <p:nvPr>
            <p:ph type="ctrTitle"/>
          </p:nvPr>
        </p:nvSpPr>
        <p:spPr>
          <a:xfrm>
            <a:off x="326575" y="546067"/>
            <a:ext cx="2467200" cy="2256900"/>
          </a:xfrm>
          <a:prstGeom prst="rect">
            <a:avLst/>
          </a:prstGeom>
          <a:noFill/>
          <a:ln>
            <a:noFill/>
          </a:ln>
        </p:spPr>
        <p:txBody>
          <a:bodyPr anchorCtr="0" anchor="t" bIns="121900" lIns="121900" spcFirstLastPara="1" rIns="121900" wrap="square" tIns="12190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lgn="l">
              <a:lnSpc>
                <a:spcPct val="90000"/>
              </a:lnSpc>
              <a:spcBef>
                <a:spcPts val="0"/>
              </a:spcBef>
              <a:spcAft>
                <a:spcPts val="0"/>
              </a:spcAft>
              <a:buClr>
                <a:schemeClr val="lt1"/>
              </a:buClr>
              <a:buSzPts val="3300"/>
              <a:buNone/>
              <a:defRPr sz="3300">
                <a:solidFill>
                  <a:schemeClr val="lt1"/>
                </a:solidFill>
              </a:defRPr>
            </a:lvl2pPr>
            <a:lvl3pPr lvl="2" algn="l">
              <a:lnSpc>
                <a:spcPct val="90000"/>
              </a:lnSpc>
              <a:spcBef>
                <a:spcPts val="0"/>
              </a:spcBef>
              <a:spcAft>
                <a:spcPts val="0"/>
              </a:spcAft>
              <a:buClr>
                <a:schemeClr val="lt1"/>
              </a:buClr>
              <a:buSzPts val="3300"/>
              <a:buNone/>
              <a:defRPr sz="3300">
                <a:solidFill>
                  <a:schemeClr val="lt1"/>
                </a:solidFill>
              </a:defRPr>
            </a:lvl3pPr>
            <a:lvl4pPr lvl="3" algn="l">
              <a:lnSpc>
                <a:spcPct val="90000"/>
              </a:lnSpc>
              <a:spcBef>
                <a:spcPts val="0"/>
              </a:spcBef>
              <a:spcAft>
                <a:spcPts val="0"/>
              </a:spcAft>
              <a:buClr>
                <a:schemeClr val="lt1"/>
              </a:buClr>
              <a:buSzPts val="3300"/>
              <a:buNone/>
              <a:defRPr sz="3300">
                <a:solidFill>
                  <a:schemeClr val="lt1"/>
                </a:solidFill>
              </a:defRPr>
            </a:lvl4pPr>
            <a:lvl5pPr lvl="4" algn="l">
              <a:lnSpc>
                <a:spcPct val="90000"/>
              </a:lnSpc>
              <a:spcBef>
                <a:spcPts val="0"/>
              </a:spcBef>
              <a:spcAft>
                <a:spcPts val="0"/>
              </a:spcAft>
              <a:buClr>
                <a:schemeClr val="lt1"/>
              </a:buClr>
              <a:buSzPts val="3300"/>
              <a:buNone/>
              <a:defRPr sz="3300">
                <a:solidFill>
                  <a:schemeClr val="lt1"/>
                </a:solidFill>
              </a:defRPr>
            </a:lvl5pPr>
            <a:lvl6pPr lvl="5" algn="l">
              <a:lnSpc>
                <a:spcPct val="90000"/>
              </a:lnSpc>
              <a:spcBef>
                <a:spcPts val="0"/>
              </a:spcBef>
              <a:spcAft>
                <a:spcPts val="0"/>
              </a:spcAft>
              <a:buClr>
                <a:schemeClr val="lt1"/>
              </a:buClr>
              <a:buSzPts val="3300"/>
              <a:buNone/>
              <a:defRPr sz="3300">
                <a:solidFill>
                  <a:schemeClr val="lt1"/>
                </a:solidFill>
              </a:defRPr>
            </a:lvl6pPr>
            <a:lvl7pPr lvl="6" algn="l">
              <a:lnSpc>
                <a:spcPct val="90000"/>
              </a:lnSpc>
              <a:spcBef>
                <a:spcPts val="0"/>
              </a:spcBef>
              <a:spcAft>
                <a:spcPts val="0"/>
              </a:spcAft>
              <a:buClr>
                <a:schemeClr val="lt1"/>
              </a:buClr>
              <a:buSzPts val="3300"/>
              <a:buNone/>
              <a:defRPr sz="3300">
                <a:solidFill>
                  <a:schemeClr val="lt1"/>
                </a:solidFill>
              </a:defRPr>
            </a:lvl7pPr>
            <a:lvl8pPr lvl="7" algn="l">
              <a:lnSpc>
                <a:spcPct val="90000"/>
              </a:lnSpc>
              <a:spcBef>
                <a:spcPts val="0"/>
              </a:spcBef>
              <a:spcAft>
                <a:spcPts val="0"/>
              </a:spcAft>
              <a:buClr>
                <a:schemeClr val="lt1"/>
              </a:buClr>
              <a:buSzPts val="3300"/>
              <a:buNone/>
              <a:defRPr sz="3300">
                <a:solidFill>
                  <a:schemeClr val="lt1"/>
                </a:solidFill>
              </a:defRPr>
            </a:lvl8pPr>
            <a:lvl9pPr lvl="8" algn="l">
              <a:lnSpc>
                <a:spcPct val="90000"/>
              </a:lnSpc>
              <a:spcBef>
                <a:spcPts val="0"/>
              </a:spcBef>
              <a:spcAft>
                <a:spcPts val="0"/>
              </a:spcAft>
              <a:buClr>
                <a:schemeClr val="lt1"/>
              </a:buClr>
              <a:buSzPts val="3300"/>
              <a:buNone/>
              <a:defRPr sz="3300">
                <a:solidFill>
                  <a:schemeClr val="lt1"/>
                </a:solidFill>
              </a:defRPr>
            </a:lvl9pPr>
          </a:lstStyle>
          <a:p/>
        </p:txBody>
      </p:sp>
      <p:sp>
        <p:nvSpPr>
          <p:cNvPr id="837" name="Google Shape;837;h44ba9557397ad1d7_0_1949"/>
          <p:cNvSpPr txBox="1"/>
          <p:nvPr>
            <p:ph idx="1" type="subTitle"/>
          </p:nvPr>
        </p:nvSpPr>
        <p:spPr>
          <a:xfrm>
            <a:off x="326575" y="4157603"/>
            <a:ext cx="2467200" cy="13368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838" name="Google Shape;838;h44ba9557397ad1d7_0_1949"/>
          <p:cNvSpPr/>
          <p:nvPr/>
        </p:nvSpPr>
        <p:spPr>
          <a:xfrm>
            <a:off x="-52915" y="4049633"/>
            <a:ext cx="2694600" cy="549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
        <p:nvSpPr>
          <p:cNvPr id="839" name="Google Shape;839;h44ba9557397ad1d7_0_1949"/>
          <p:cNvSpPr/>
          <p:nvPr/>
        </p:nvSpPr>
        <p:spPr>
          <a:xfrm>
            <a:off x="3008203" y="3017000"/>
            <a:ext cx="9183600" cy="3840900"/>
          </a:xfrm>
          <a:prstGeom prst="rect">
            <a:avLst/>
          </a:prstGeom>
          <a:gradFill>
            <a:gsLst>
              <a:gs pos="0">
                <a:srgbClr val="FFFFFF">
                  <a:alpha val="0"/>
                </a:srgbClr>
              </a:gs>
              <a:gs pos="100000">
                <a:srgbClr val="F3F3F3"/>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840" name="Google Shape;840;h44ba9557397ad1d7_0_1949"/>
          <p:cNvPicPr preferRelativeResize="0"/>
          <p:nvPr/>
        </p:nvPicPr>
        <p:blipFill rotWithShape="1">
          <a:blip r:embed="rId3">
            <a:alphaModFix/>
          </a:blip>
          <a:srcRect b="0" l="0" r="0" t="0"/>
          <a:stretch/>
        </p:blipFill>
        <p:spPr>
          <a:xfrm>
            <a:off x="326575" y="6372415"/>
            <a:ext cx="2467333" cy="232037"/>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Section Divider">
  <p:cSld name="SECTION_HEADER_2_1_1_1">
    <p:spTree>
      <p:nvGrpSpPr>
        <p:cNvPr id="841" name="Shape 841"/>
        <p:cNvGrpSpPr/>
        <p:nvPr/>
      </p:nvGrpSpPr>
      <p:grpSpPr>
        <a:xfrm>
          <a:off x="0" y="0"/>
          <a:ext cx="0" cy="0"/>
          <a:chOff x="0" y="0"/>
          <a:chExt cx="0" cy="0"/>
        </a:xfrm>
      </p:grpSpPr>
      <p:sp>
        <p:nvSpPr>
          <p:cNvPr id="842" name="Google Shape;842;h44ba9557397ad1d7_0_1958"/>
          <p:cNvSpPr/>
          <p:nvPr/>
        </p:nvSpPr>
        <p:spPr>
          <a:xfrm>
            <a:off x="-52915" y="0"/>
            <a:ext cx="12244800" cy="6858000"/>
          </a:xfrm>
          <a:prstGeom prst="rect">
            <a:avLst/>
          </a:prstGeom>
          <a:gradFill>
            <a:gsLst>
              <a:gs pos="0">
                <a:srgbClr val="AA251B"/>
              </a:gs>
              <a:gs pos="100000">
                <a:schemeClr val="accent6"/>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843" name="Google Shape;843;h44ba9557397ad1d7_0_1958"/>
          <p:cNvPicPr preferRelativeResize="0"/>
          <p:nvPr/>
        </p:nvPicPr>
        <p:blipFill rotWithShape="1">
          <a:blip r:embed="rId2">
            <a:alphaModFix/>
          </a:blip>
          <a:srcRect b="31142" l="2171" r="2181" t="15284"/>
          <a:stretch/>
        </p:blipFill>
        <p:spPr>
          <a:xfrm>
            <a:off x="-52916" y="0"/>
            <a:ext cx="12244675" cy="6857999"/>
          </a:xfrm>
          <a:prstGeom prst="rect">
            <a:avLst/>
          </a:prstGeom>
          <a:noFill/>
          <a:ln>
            <a:noFill/>
          </a:ln>
        </p:spPr>
      </p:pic>
      <p:sp>
        <p:nvSpPr>
          <p:cNvPr id="844" name="Google Shape;844;h44ba9557397ad1d7_0_1958"/>
          <p:cNvSpPr/>
          <p:nvPr/>
        </p:nvSpPr>
        <p:spPr>
          <a:xfrm>
            <a:off x="-52915" y="1651000"/>
            <a:ext cx="12244800" cy="5207100"/>
          </a:xfrm>
          <a:prstGeom prst="rect">
            <a:avLst/>
          </a:prstGeom>
          <a:gradFill>
            <a:gsLst>
              <a:gs pos="0">
                <a:srgbClr val="AA251B"/>
              </a:gs>
              <a:gs pos="100000">
                <a:srgbClr val="FFFFFF">
                  <a:alpha val="0"/>
                </a:srgbClr>
              </a:gs>
            </a:gsLst>
            <a:lin ang="16200038"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45" name="Google Shape;845;h44ba9557397ad1d7_0_1958"/>
          <p:cNvSpPr txBox="1"/>
          <p:nvPr>
            <p:ph type="title"/>
          </p:nvPr>
        </p:nvSpPr>
        <p:spPr>
          <a:xfrm>
            <a:off x="415589" y="2867800"/>
            <a:ext cx="113604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846" name="Google Shape;846;h44ba9557397ad1d7_0_1958"/>
          <p:cNvPicPr preferRelativeResize="0"/>
          <p:nvPr/>
        </p:nvPicPr>
        <p:blipFill rotWithShape="1">
          <a:blip r:embed="rId3">
            <a:alphaModFix/>
          </a:blip>
          <a:srcRect b="0" l="0" r="0" t="0"/>
          <a:stretch/>
        </p:blipFill>
        <p:spPr>
          <a:xfrm>
            <a:off x="9888765" y="6575383"/>
            <a:ext cx="2072847" cy="201163"/>
          </a:xfrm>
          <a:prstGeom prst="rect">
            <a:avLst/>
          </a:prstGeom>
          <a:noFill/>
          <a:ln>
            <a:noFill/>
          </a:ln>
        </p:spPr>
      </p:pic>
      <p:sp>
        <p:nvSpPr>
          <p:cNvPr id="847" name="Google Shape;847;h44ba9557397ad1d7_0_1958"/>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700"/>
              <a:buFont typeface="Arial"/>
              <a:buNone/>
            </a:pPr>
            <a:r>
              <a:rPr b="0" i="0" lang="en-US" sz="800" u="none" cap="none" strike="noStrike">
                <a:solidFill>
                  <a:schemeClr val="lt1"/>
                </a:solidFill>
                <a:latin typeface="Helvetica Neue"/>
                <a:ea typeface="Helvetica Neue"/>
                <a:cs typeface="Helvetica Neue"/>
                <a:sym typeface="Helvetica Neue"/>
              </a:rPr>
              <a:t>© 2026  Palo Alto Networks, Inc. All rights reserved. Proprietary and confidential information.</a:t>
            </a:r>
            <a:endParaRPr b="0" i="0" sz="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wo-Column Content - light">
  <p:cSld name="TITLE_AND_TWO_COLUMNS_2_4">
    <p:spTree>
      <p:nvGrpSpPr>
        <p:cNvPr id="848" name="Shape 848"/>
        <p:cNvGrpSpPr/>
        <p:nvPr/>
      </p:nvGrpSpPr>
      <p:grpSpPr>
        <a:xfrm>
          <a:off x="0" y="0"/>
          <a:ext cx="0" cy="0"/>
          <a:chOff x="0" y="0"/>
          <a:chExt cx="0" cy="0"/>
        </a:xfrm>
      </p:grpSpPr>
      <p:sp>
        <p:nvSpPr>
          <p:cNvPr id="849" name="Google Shape;849;h44ba9557397ad1d7_0_1965"/>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6"/>
              </a:buClr>
              <a:buSzPts val="1900"/>
              <a:buChar char="●"/>
              <a:defRPr/>
            </a:lvl1pPr>
            <a:lvl2pPr indent="-330200" lvl="1" marL="914400" algn="l">
              <a:lnSpc>
                <a:spcPct val="100000"/>
              </a:lnSpc>
              <a:spcBef>
                <a:spcPts val="1900"/>
              </a:spcBef>
              <a:spcAft>
                <a:spcPts val="0"/>
              </a:spcAft>
              <a:buClr>
                <a:schemeClr val="accent6"/>
              </a:buClr>
              <a:buSzPts val="1600"/>
              <a:buChar char="○"/>
              <a:defRPr sz="1600"/>
            </a:lvl2pPr>
            <a:lvl3pPr indent="-311150" lvl="2" marL="1371600" algn="l">
              <a:lnSpc>
                <a:spcPct val="100000"/>
              </a:lnSpc>
              <a:spcBef>
                <a:spcPts val="1600"/>
              </a:spcBef>
              <a:spcAft>
                <a:spcPts val="0"/>
              </a:spcAft>
              <a:buClr>
                <a:schemeClr val="accent6"/>
              </a:buClr>
              <a:buSzPts val="1300"/>
              <a:buChar char="■"/>
              <a:defRPr/>
            </a:lvl3pPr>
            <a:lvl4pPr indent="-311150" lvl="3" marL="1828800" algn="l">
              <a:lnSpc>
                <a:spcPct val="100000"/>
              </a:lnSpc>
              <a:spcBef>
                <a:spcPts val="1300"/>
              </a:spcBef>
              <a:spcAft>
                <a:spcPts val="0"/>
              </a:spcAft>
              <a:buClr>
                <a:schemeClr val="accent6"/>
              </a:buClr>
              <a:buSzPts val="1300"/>
              <a:buChar char="●"/>
              <a:defRPr/>
            </a:lvl4pPr>
            <a:lvl5pPr indent="-311150" lvl="4" marL="2286000" algn="l">
              <a:lnSpc>
                <a:spcPct val="100000"/>
              </a:lnSpc>
              <a:spcBef>
                <a:spcPts val="1100"/>
              </a:spcBef>
              <a:spcAft>
                <a:spcPts val="0"/>
              </a:spcAft>
              <a:buClr>
                <a:schemeClr val="accent6"/>
              </a:buClr>
              <a:buSzPts val="1300"/>
              <a:buChar char="○"/>
              <a:defRPr/>
            </a:lvl5pPr>
            <a:lvl6pPr indent="-311150" lvl="5" marL="2743200" algn="l">
              <a:lnSpc>
                <a:spcPct val="100000"/>
              </a:lnSpc>
              <a:spcBef>
                <a:spcPts val="800"/>
              </a:spcBef>
              <a:spcAft>
                <a:spcPts val="0"/>
              </a:spcAft>
              <a:buClr>
                <a:schemeClr val="accent6"/>
              </a:buClr>
              <a:buSzPts val="1300"/>
              <a:buChar char="■"/>
              <a:defRPr/>
            </a:lvl6pPr>
            <a:lvl7pPr indent="-311150" lvl="6" marL="3200400" algn="l">
              <a:lnSpc>
                <a:spcPct val="100000"/>
              </a:lnSpc>
              <a:spcBef>
                <a:spcPts val="500"/>
              </a:spcBef>
              <a:spcAft>
                <a:spcPts val="0"/>
              </a:spcAft>
              <a:buClr>
                <a:schemeClr val="accent6"/>
              </a:buClr>
              <a:buSzPts val="1300"/>
              <a:buChar char="●"/>
              <a:defRPr/>
            </a:lvl7pPr>
            <a:lvl8pPr indent="-311150" lvl="7" marL="3657600" algn="l">
              <a:lnSpc>
                <a:spcPct val="100000"/>
              </a:lnSpc>
              <a:spcBef>
                <a:spcPts val="500"/>
              </a:spcBef>
              <a:spcAft>
                <a:spcPts val="0"/>
              </a:spcAft>
              <a:buClr>
                <a:schemeClr val="accent6"/>
              </a:buClr>
              <a:buSzPts val="1300"/>
              <a:buChar char="○"/>
              <a:defRPr/>
            </a:lvl8pPr>
            <a:lvl9pPr indent="-311150" lvl="8" marL="4114800" algn="l">
              <a:lnSpc>
                <a:spcPct val="100000"/>
              </a:lnSpc>
              <a:spcBef>
                <a:spcPts val="500"/>
              </a:spcBef>
              <a:spcAft>
                <a:spcPts val="500"/>
              </a:spcAft>
              <a:buClr>
                <a:schemeClr val="accent6"/>
              </a:buClr>
              <a:buSzPts val="1300"/>
              <a:buChar char="■"/>
              <a:defRPr/>
            </a:lvl9pPr>
          </a:lstStyle>
          <a:p/>
        </p:txBody>
      </p:sp>
      <p:sp>
        <p:nvSpPr>
          <p:cNvPr id="850" name="Google Shape;850;h44ba9557397ad1d7_0_1965"/>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851" name="Google Shape;851;h44ba9557397ad1d7_0_1965"/>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6"/>
              </a:buClr>
              <a:buSzPts val="1900"/>
              <a:buChar char="●"/>
              <a:defRPr/>
            </a:lvl1pPr>
            <a:lvl2pPr indent="-330200" lvl="1" marL="914400" algn="l">
              <a:lnSpc>
                <a:spcPct val="100000"/>
              </a:lnSpc>
              <a:spcBef>
                <a:spcPts val="1900"/>
              </a:spcBef>
              <a:spcAft>
                <a:spcPts val="0"/>
              </a:spcAft>
              <a:buClr>
                <a:schemeClr val="accent6"/>
              </a:buClr>
              <a:buSzPts val="1600"/>
              <a:buChar char="○"/>
              <a:defRPr sz="1600"/>
            </a:lvl2pPr>
            <a:lvl3pPr indent="-311150" lvl="2" marL="1371600" algn="l">
              <a:lnSpc>
                <a:spcPct val="100000"/>
              </a:lnSpc>
              <a:spcBef>
                <a:spcPts val="1600"/>
              </a:spcBef>
              <a:spcAft>
                <a:spcPts val="0"/>
              </a:spcAft>
              <a:buClr>
                <a:schemeClr val="accent6"/>
              </a:buClr>
              <a:buSzPts val="1300"/>
              <a:buChar char="■"/>
              <a:defRPr/>
            </a:lvl3pPr>
            <a:lvl4pPr indent="-311150" lvl="3" marL="1828800" algn="l">
              <a:lnSpc>
                <a:spcPct val="100000"/>
              </a:lnSpc>
              <a:spcBef>
                <a:spcPts val="1300"/>
              </a:spcBef>
              <a:spcAft>
                <a:spcPts val="0"/>
              </a:spcAft>
              <a:buClr>
                <a:schemeClr val="accent6"/>
              </a:buClr>
              <a:buSzPts val="1300"/>
              <a:buChar char="●"/>
              <a:defRPr/>
            </a:lvl4pPr>
            <a:lvl5pPr indent="-311150" lvl="4" marL="2286000" algn="l">
              <a:lnSpc>
                <a:spcPct val="100000"/>
              </a:lnSpc>
              <a:spcBef>
                <a:spcPts val="1100"/>
              </a:spcBef>
              <a:spcAft>
                <a:spcPts val="0"/>
              </a:spcAft>
              <a:buClr>
                <a:schemeClr val="accent6"/>
              </a:buClr>
              <a:buSzPts val="1300"/>
              <a:buChar char="○"/>
              <a:defRPr/>
            </a:lvl5pPr>
            <a:lvl6pPr indent="-311150" lvl="5" marL="2743200" algn="l">
              <a:lnSpc>
                <a:spcPct val="100000"/>
              </a:lnSpc>
              <a:spcBef>
                <a:spcPts val="800"/>
              </a:spcBef>
              <a:spcAft>
                <a:spcPts val="0"/>
              </a:spcAft>
              <a:buClr>
                <a:schemeClr val="accent6"/>
              </a:buClr>
              <a:buSzPts val="1300"/>
              <a:buChar char="■"/>
              <a:defRPr/>
            </a:lvl6pPr>
            <a:lvl7pPr indent="-311150" lvl="6" marL="3200400" algn="l">
              <a:lnSpc>
                <a:spcPct val="100000"/>
              </a:lnSpc>
              <a:spcBef>
                <a:spcPts val="500"/>
              </a:spcBef>
              <a:spcAft>
                <a:spcPts val="0"/>
              </a:spcAft>
              <a:buClr>
                <a:schemeClr val="accent6"/>
              </a:buClr>
              <a:buSzPts val="1300"/>
              <a:buChar char="●"/>
              <a:defRPr/>
            </a:lvl7pPr>
            <a:lvl8pPr indent="-311150" lvl="7" marL="3657600" algn="l">
              <a:lnSpc>
                <a:spcPct val="100000"/>
              </a:lnSpc>
              <a:spcBef>
                <a:spcPts val="500"/>
              </a:spcBef>
              <a:spcAft>
                <a:spcPts val="0"/>
              </a:spcAft>
              <a:buClr>
                <a:schemeClr val="accent6"/>
              </a:buClr>
              <a:buSzPts val="1300"/>
              <a:buChar char="○"/>
              <a:defRPr/>
            </a:lvl8pPr>
            <a:lvl9pPr indent="-311150" lvl="8" marL="4114800" algn="l">
              <a:lnSpc>
                <a:spcPct val="100000"/>
              </a:lnSpc>
              <a:spcBef>
                <a:spcPts val="500"/>
              </a:spcBef>
              <a:spcAft>
                <a:spcPts val="500"/>
              </a:spcAft>
              <a:buClr>
                <a:schemeClr val="accent6"/>
              </a:buClr>
              <a:buSzPts val="1300"/>
              <a:buChar char="■"/>
              <a:defRPr/>
            </a:lvl9pPr>
          </a:lstStyle>
          <a:p/>
        </p:txBody>
      </p:sp>
      <p:sp>
        <p:nvSpPr>
          <p:cNvPr id="852" name="Google Shape;852;h44ba9557397ad1d7_0_1965"/>
          <p:cNvSpPr/>
          <p:nvPr/>
        </p:nvSpPr>
        <p:spPr>
          <a:xfrm>
            <a:off x="0" y="308100"/>
            <a:ext cx="12489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53" name="Google Shape;853;h44ba9557397ad1d7_0_1965"/>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54" name="Google Shape;854;h44ba9557397ad1d7_0_196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855" name="Google Shape;855;h44ba9557397ad1d7_0_1965"/>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itle Only - light">
  <p:cSld name="TITLE_ONLY_2_4">
    <p:spTree>
      <p:nvGrpSpPr>
        <p:cNvPr id="856" name="Shape 856"/>
        <p:cNvGrpSpPr/>
        <p:nvPr/>
      </p:nvGrpSpPr>
      <p:grpSpPr>
        <a:xfrm>
          <a:off x="0" y="0"/>
          <a:ext cx="0" cy="0"/>
          <a:chOff x="0" y="0"/>
          <a:chExt cx="0" cy="0"/>
        </a:xfrm>
      </p:grpSpPr>
      <p:sp>
        <p:nvSpPr>
          <p:cNvPr id="857" name="Google Shape;857;h44ba9557397ad1d7_0_1973"/>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858" name="Google Shape;858;h44ba9557397ad1d7_0_1973"/>
          <p:cNvSpPr/>
          <p:nvPr/>
        </p:nvSpPr>
        <p:spPr>
          <a:xfrm>
            <a:off x="0" y="308100"/>
            <a:ext cx="12489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59" name="Google Shape;859;h44ba9557397ad1d7_0_1973"/>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60" name="Google Shape;860;h44ba9557397ad1d7_0_1973"/>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861" name="Google Shape;861;h44ba9557397ad1d7_0_1973"/>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Blank - light">
  <p:cSld name="BLANK_3_4">
    <p:spTree>
      <p:nvGrpSpPr>
        <p:cNvPr id="862" name="Shape 862"/>
        <p:cNvGrpSpPr/>
        <p:nvPr/>
      </p:nvGrpSpPr>
      <p:grpSpPr>
        <a:xfrm>
          <a:off x="0" y="0"/>
          <a:ext cx="0" cy="0"/>
          <a:chOff x="0" y="0"/>
          <a:chExt cx="0" cy="0"/>
        </a:xfrm>
      </p:grpSpPr>
      <p:sp>
        <p:nvSpPr>
          <p:cNvPr id="863" name="Google Shape;863;h44ba9557397ad1d7_0_1979"/>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64" name="Google Shape;864;h44ba9557397ad1d7_0_1979"/>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865" name="Google Shape;865;h44ba9557397ad1d7_0_1979"/>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Side Bar Title - light">
  <p:cSld name="BLANK_2_1_3">
    <p:spTree>
      <p:nvGrpSpPr>
        <p:cNvPr id="866" name="Shape 866"/>
        <p:cNvGrpSpPr/>
        <p:nvPr/>
      </p:nvGrpSpPr>
      <p:grpSpPr>
        <a:xfrm>
          <a:off x="0" y="0"/>
          <a:ext cx="0" cy="0"/>
          <a:chOff x="0" y="0"/>
          <a:chExt cx="0" cy="0"/>
        </a:xfrm>
      </p:grpSpPr>
      <p:sp>
        <p:nvSpPr>
          <p:cNvPr id="867" name="Google Shape;867;h44ba9557397ad1d7_0_1983"/>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868" name="Google Shape;868;h44ba9557397ad1d7_0_1983"/>
          <p:cNvPicPr preferRelativeResize="0"/>
          <p:nvPr/>
        </p:nvPicPr>
        <p:blipFill rotWithShape="1">
          <a:blip r:embed="rId2">
            <a:alphaModFix amt="5000"/>
          </a:blip>
          <a:srcRect b="24841" l="0" r="20616" t="8077"/>
          <a:stretch/>
        </p:blipFill>
        <p:spPr>
          <a:xfrm>
            <a:off x="4797672" y="609600"/>
            <a:ext cx="7394089" cy="6248402"/>
          </a:xfrm>
          <a:prstGeom prst="rect">
            <a:avLst/>
          </a:prstGeom>
          <a:noFill/>
          <a:ln>
            <a:noFill/>
          </a:ln>
        </p:spPr>
      </p:pic>
      <p:sp>
        <p:nvSpPr>
          <p:cNvPr id="869" name="Google Shape;869;h44ba9557397ad1d7_0_1983"/>
          <p:cNvSpPr/>
          <p:nvPr/>
        </p:nvSpPr>
        <p:spPr>
          <a:xfrm>
            <a:off x="-52915" y="0"/>
            <a:ext cx="3061200" cy="68580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70" name="Google Shape;870;h44ba9557397ad1d7_0_1983"/>
          <p:cNvSpPr txBox="1"/>
          <p:nvPr>
            <p:ph type="ctrTitle"/>
          </p:nvPr>
        </p:nvSpPr>
        <p:spPr>
          <a:xfrm>
            <a:off x="326575" y="546067"/>
            <a:ext cx="2467200" cy="2256900"/>
          </a:xfrm>
          <a:prstGeom prst="rect">
            <a:avLst/>
          </a:prstGeom>
          <a:noFill/>
          <a:ln>
            <a:noFill/>
          </a:ln>
        </p:spPr>
        <p:txBody>
          <a:bodyPr anchorCtr="0" anchor="t" bIns="121900" lIns="121900" spcFirstLastPara="1" rIns="121900" wrap="square" tIns="12190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lgn="l">
              <a:lnSpc>
                <a:spcPct val="90000"/>
              </a:lnSpc>
              <a:spcBef>
                <a:spcPts val="0"/>
              </a:spcBef>
              <a:spcAft>
                <a:spcPts val="0"/>
              </a:spcAft>
              <a:buClr>
                <a:schemeClr val="lt1"/>
              </a:buClr>
              <a:buSzPts val="3300"/>
              <a:buNone/>
              <a:defRPr sz="3300">
                <a:solidFill>
                  <a:schemeClr val="lt1"/>
                </a:solidFill>
              </a:defRPr>
            </a:lvl2pPr>
            <a:lvl3pPr lvl="2" algn="l">
              <a:lnSpc>
                <a:spcPct val="90000"/>
              </a:lnSpc>
              <a:spcBef>
                <a:spcPts val="0"/>
              </a:spcBef>
              <a:spcAft>
                <a:spcPts val="0"/>
              </a:spcAft>
              <a:buClr>
                <a:schemeClr val="lt1"/>
              </a:buClr>
              <a:buSzPts val="3300"/>
              <a:buNone/>
              <a:defRPr sz="3300">
                <a:solidFill>
                  <a:schemeClr val="lt1"/>
                </a:solidFill>
              </a:defRPr>
            </a:lvl3pPr>
            <a:lvl4pPr lvl="3" algn="l">
              <a:lnSpc>
                <a:spcPct val="90000"/>
              </a:lnSpc>
              <a:spcBef>
                <a:spcPts val="0"/>
              </a:spcBef>
              <a:spcAft>
                <a:spcPts val="0"/>
              </a:spcAft>
              <a:buClr>
                <a:schemeClr val="lt1"/>
              </a:buClr>
              <a:buSzPts val="3300"/>
              <a:buNone/>
              <a:defRPr sz="3300">
                <a:solidFill>
                  <a:schemeClr val="lt1"/>
                </a:solidFill>
              </a:defRPr>
            </a:lvl4pPr>
            <a:lvl5pPr lvl="4" algn="l">
              <a:lnSpc>
                <a:spcPct val="90000"/>
              </a:lnSpc>
              <a:spcBef>
                <a:spcPts val="0"/>
              </a:spcBef>
              <a:spcAft>
                <a:spcPts val="0"/>
              </a:spcAft>
              <a:buClr>
                <a:schemeClr val="lt1"/>
              </a:buClr>
              <a:buSzPts val="3300"/>
              <a:buNone/>
              <a:defRPr sz="3300">
                <a:solidFill>
                  <a:schemeClr val="lt1"/>
                </a:solidFill>
              </a:defRPr>
            </a:lvl5pPr>
            <a:lvl6pPr lvl="5" algn="l">
              <a:lnSpc>
                <a:spcPct val="90000"/>
              </a:lnSpc>
              <a:spcBef>
                <a:spcPts val="0"/>
              </a:spcBef>
              <a:spcAft>
                <a:spcPts val="0"/>
              </a:spcAft>
              <a:buClr>
                <a:schemeClr val="lt1"/>
              </a:buClr>
              <a:buSzPts val="3300"/>
              <a:buNone/>
              <a:defRPr sz="3300">
                <a:solidFill>
                  <a:schemeClr val="lt1"/>
                </a:solidFill>
              </a:defRPr>
            </a:lvl6pPr>
            <a:lvl7pPr lvl="6" algn="l">
              <a:lnSpc>
                <a:spcPct val="90000"/>
              </a:lnSpc>
              <a:spcBef>
                <a:spcPts val="0"/>
              </a:spcBef>
              <a:spcAft>
                <a:spcPts val="0"/>
              </a:spcAft>
              <a:buClr>
                <a:schemeClr val="lt1"/>
              </a:buClr>
              <a:buSzPts val="3300"/>
              <a:buNone/>
              <a:defRPr sz="3300">
                <a:solidFill>
                  <a:schemeClr val="lt1"/>
                </a:solidFill>
              </a:defRPr>
            </a:lvl7pPr>
            <a:lvl8pPr lvl="7" algn="l">
              <a:lnSpc>
                <a:spcPct val="90000"/>
              </a:lnSpc>
              <a:spcBef>
                <a:spcPts val="0"/>
              </a:spcBef>
              <a:spcAft>
                <a:spcPts val="0"/>
              </a:spcAft>
              <a:buClr>
                <a:schemeClr val="lt1"/>
              </a:buClr>
              <a:buSzPts val="3300"/>
              <a:buNone/>
              <a:defRPr sz="3300">
                <a:solidFill>
                  <a:schemeClr val="lt1"/>
                </a:solidFill>
              </a:defRPr>
            </a:lvl8pPr>
            <a:lvl9pPr lvl="8" algn="l">
              <a:lnSpc>
                <a:spcPct val="90000"/>
              </a:lnSpc>
              <a:spcBef>
                <a:spcPts val="0"/>
              </a:spcBef>
              <a:spcAft>
                <a:spcPts val="0"/>
              </a:spcAft>
              <a:buClr>
                <a:schemeClr val="lt1"/>
              </a:buClr>
              <a:buSzPts val="3300"/>
              <a:buNone/>
              <a:defRPr sz="3300">
                <a:solidFill>
                  <a:schemeClr val="lt1"/>
                </a:solidFill>
              </a:defRPr>
            </a:lvl9pPr>
          </a:lstStyle>
          <a:p/>
        </p:txBody>
      </p:sp>
      <p:sp>
        <p:nvSpPr>
          <p:cNvPr id="871" name="Google Shape;871;h44ba9557397ad1d7_0_1983"/>
          <p:cNvSpPr txBox="1"/>
          <p:nvPr>
            <p:ph idx="1" type="subTitle"/>
          </p:nvPr>
        </p:nvSpPr>
        <p:spPr>
          <a:xfrm>
            <a:off x="326575" y="4157603"/>
            <a:ext cx="2467200" cy="13368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872" name="Google Shape;872;h44ba9557397ad1d7_0_1983"/>
          <p:cNvSpPr/>
          <p:nvPr/>
        </p:nvSpPr>
        <p:spPr>
          <a:xfrm>
            <a:off x="-52915" y="4049633"/>
            <a:ext cx="2694600" cy="549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
        <p:nvSpPr>
          <p:cNvPr id="873" name="Google Shape;873;h44ba9557397ad1d7_0_1983"/>
          <p:cNvSpPr/>
          <p:nvPr/>
        </p:nvSpPr>
        <p:spPr>
          <a:xfrm>
            <a:off x="3008203" y="3017000"/>
            <a:ext cx="9183600" cy="3840900"/>
          </a:xfrm>
          <a:prstGeom prst="rect">
            <a:avLst/>
          </a:prstGeom>
          <a:gradFill>
            <a:gsLst>
              <a:gs pos="0">
                <a:srgbClr val="FFFFFF">
                  <a:alpha val="0"/>
                </a:srgbClr>
              </a:gs>
              <a:gs pos="100000">
                <a:srgbClr val="F3F3F3"/>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874" name="Google Shape;874;h44ba9557397ad1d7_0_1983"/>
          <p:cNvPicPr preferRelativeResize="0"/>
          <p:nvPr/>
        </p:nvPicPr>
        <p:blipFill rotWithShape="1">
          <a:blip r:embed="rId3">
            <a:alphaModFix/>
          </a:blip>
          <a:srcRect b="0" l="0" r="0" t="0"/>
          <a:stretch/>
        </p:blipFill>
        <p:spPr>
          <a:xfrm>
            <a:off x="326575" y="6372251"/>
            <a:ext cx="2394132" cy="232360"/>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wo-Column Content - dark">
  <p:cSld name="TITLE_AND_TWO_COLUMNS_2_1_3">
    <p:bg>
      <p:bgPr>
        <a:solidFill>
          <a:schemeClr val="dk1"/>
        </a:solidFill>
      </p:bgPr>
    </p:bg>
    <p:spTree>
      <p:nvGrpSpPr>
        <p:cNvPr id="875" name="Shape 875"/>
        <p:cNvGrpSpPr/>
        <p:nvPr/>
      </p:nvGrpSpPr>
      <p:grpSpPr>
        <a:xfrm>
          <a:off x="0" y="0"/>
          <a:ext cx="0" cy="0"/>
          <a:chOff x="0" y="0"/>
          <a:chExt cx="0" cy="0"/>
        </a:xfrm>
      </p:grpSpPr>
      <p:sp>
        <p:nvSpPr>
          <p:cNvPr id="876" name="Google Shape;876;h44ba9557397ad1d7_0_1992"/>
          <p:cNvSpPr txBox="1"/>
          <p:nvPr>
            <p:ph idx="1" type="body"/>
          </p:nvPr>
        </p:nvSpPr>
        <p:spPr>
          <a:xfrm>
            <a:off x="6443028"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6"/>
              </a:buClr>
              <a:buSzPts val="1900"/>
              <a:buChar char="●"/>
              <a:defRPr>
                <a:solidFill>
                  <a:schemeClr val="lt1"/>
                </a:solidFill>
              </a:defRPr>
            </a:lvl1pPr>
            <a:lvl2pPr indent="-330200" lvl="1" marL="914400" algn="l">
              <a:lnSpc>
                <a:spcPct val="100000"/>
              </a:lnSpc>
              <a:spcBef>
                <a:spcPts val="1900"/>
              </a:spcBef>
              <a:spcAft>
                <a:spcPts val="0"/>
              </a:spcAft>
              <a:buClr>
                <a:schemeClr val="accent6"/>
              </a:buClr>
              <a:buSzPts val="1600"/>
              <a:buChar char="○"/>
              <a:defRPr sz="1600">
                <a:solidFill>
                  <a:schemeClr val="lt1"/>
                </a:solidFill>
              </a:defRPr>
            </a:lvl2pPr>
            <a:lvl3pPr indent="-311150" lvl="2" marL="1371600" algn="l">
              <a:lnSpc>
                <a:spcPct val="100000"/>
              </a:lnSpc>
              <a:spcBef>
                <a:spcPts val="1600"/>
              </a:spcBef>
              <a:spcAft>
                <a:spcPts val="0"/>
              </a:spcAft>
              <a:buClr>
                <a:schemeClr val="accent6"/>
              </a:buClr>
              <a:buSzPts val="1300"/>
              <a:buChar char="■"/>
              <a:defRPr>
                <a:solidFill>
                  <a:schemeClr val="lt1"/>
                </a:solidFill>
              </a:defRPr>
            </a:lvl3pPr>
            <a:lvl4pPr indent="-311150" lvl="3" marL="1828800" algn="l">
              <a:lnSpc>
                <a:spcPct val="100000"/>
              </a:lnSpc>
              <a:spcBef>
                <a:spcPts val="1300"/>
              </a:spcBef>
              <a:spcAft>
                <a:spcPts val="0"/>
              </a:spcAft>
              <a:buClr>
                <a:schemeClr val="accent6"/>
              </a:buClr>
              <a:buSzPts val="1300"/>
              <a:buChar char="●"/>
              <a:defRPr>
                <a:solidFill>
                  <a:schemeClr val="lt1"/>
                </a:solidFill>
              </a:defRPr>
            </a:lvl4pPr>
            <a:lvl5pPr indent="-311150" lvl="4" marL="2286000" algn="l">
              <a:lnSpc>
                <a:spcPct val="100000"/>
              </a:lnSpc>
              <a:spcBef>
                <a:spcPts val="1100"/>
              </a:spcBef>
              <a:spcAft>
                <a:spcPts val="0"/>
              </a:spcAft>
              <a:buClr>
                <a:schemeClr val="accent6"/>
              </a:buClr>
              <a:buSzPts val="1300"/>
              <a:buChar char="○"/>
              <a:defRPr>
                <a:solidFill>
                  <a:schemeClr val="lt1"/>
                </a:solidFill>
              </a:defRPr>
            </a:lvl5pPr>
            <a:lvl6pPr indent="-311150" lvl="5" marL="2743200" algn="l">
              <a:lnSpc>
                <a:spcPct val="100000"/>
              </a:lnSpc>
              <a:spcBef>
                <a:spcPts val="800"/>
              </a:spcBef>
              <a:spcAft>
                <a:spcPts val="0"/>
              </a:spcAft>
              <a:buClr>
                <a:schemeClr val="accent6"/>
              </a:buClr>
              <a:buSzPts val="1300"/>
              <a:buChar char="■"/>
              <a:defRPr>
                <a:solidFill>
                  <a:schemeClr val="lt1"/>
                </a:solidFill>
              </a:defRPr>
            </a:lvl6pPr>
            <a:lvl7pPr indent="-311150" lvl="6" marL="3200400" algn="l">
              <a:lnSpc>
                <a:spcPct val="100000"/>
              </a:lnSpc>
              <a:spcBef>
                <a:spcPts val="500"/>
              </a:spcBef>
              <a:spcAft>
                <a:spcPts val="0"/>
              </a:spcAft>
              <a:buClr>
                <a:schemeClr val="accent6"/>
              </a:buClr>
              <a:buSzPts val="1300"/>
              <a:buChar char="●"/>
              <a:defRPr>
                <a:solidFill>
                  <a:schemeClr val="lt1"/>
                </a:solidFill>
              </a:defRPr>
            </a:lvl7pPr>
            <a:lvl8pPr indent="-311150" lvl="7" marL="3657600" algn="l">
              <a:lnSpc>
                <a:spcPct val="100000"/>
              </a:lnSpc>
              <a:spcBef>
                <a:spcPts val="500"/>
              </a:spcBef>
              <a:spcAft>
                <a:spcPts val="0"/>
              </a:spcAft>
              <a:buClr>
                <a:schemeClr val="accent6"/>
              </a:buClr>
              <a:buSzPts val="1300"/>
              <a:buChar char="○"/>
              <a:defRPr>
                <a:solidFill>
                  <a:schemeClr val="lt1"/>
                </a:solidFill>
              </a:defRPr>
            </a:lvl8pPr>
            <a:lvl9pPr indent="-311150" lvl="8" marL="4114800" algn="l">
              <a:lnSpc>
                <a:spcPct val="100000"/>
              </a:lnSpc>
              <a:spcBef>
                <a:spcPts val="500"/>
              </a:spcBef>
              <a:spcAft>
                <a:spcPts val="500"/>
              </a:spcAft>
              <a:buClr>
                <a:schemeClr val="accent6"/>
              </a:buClr>
              <a:buSzPts val="1300"/>
              <a:buChar char="■"/>
              <a:defRPr>
                <a:solidFill>
                  <a:schemeClr val="lt1"/>
                </a:solidFill>
              </a:defRPr>
            </a:lvl9pPr>
          </a:lstStyle>
          <a:p/>
        </p:txBody>
      </p:sp>
      <p:sp>
        <p:nvSpPr>
          <p:cNvPr id="877" name="Google Shape;877;h44ba9557397ad1d7_0_1992"/>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Clr>
                <a:schemeClr val="lt1"/>
              </a:buClr>
              <a:buSzPts val="2700"/>
              <a:buNone/>
              <a:defRPr>
                <a:solidFill>
                  <a:schemeClr val="lt1"/>
                </a:solidFill>
              </a:defRPr>
            </a:lvl2pPr>
            <a:lvl3pPr lvl="2" algn="l">
              <a:lnSpc>
                <a:spcPct val="100000"/>
              </a:lnSpc>
              <a:spcBef>
                <a:spcPts val="0"/>
              </a:spcBef>
              <a:spcAft>
                <a:spcPts val="0"/>
              </a:spcAft>
              <a:buClr>
                <a:schemeClr val="lt1"/>
              </a:buClr>
              <a:buSzPts val="2700"/>
              <a:buNone/>
              <a:defRPr>
                <a:solidFill>
                  <a:schemeClr val="lt1"/>
                </a:solidFill>
              </a:defRPr>
            </a:lvl3pPr>
            <a:lvl4pPr lvl="3" algn="l">
              <a:lnSpc>
                <a:spcPct val="100000"/>
              </a:lnSpc>
              <a:spcBef>
                <a:spcPts val="0"/>
              </a:spcBef>
              <a:spcAft>
                <a:spcPts val="0"/>
              </a:spcAft>
              <a:buClr>
                <a:schemeClr val="lt1"/>
              </a:buClr>
              <a:buSzPts val="2700"/>
              <a:buNone/>
              <a:defRPr>
                <a:solidFill>
                  <a:schemeClr val="lt1"/>
                </a:solidFill>
              </a:defRPr>
            </a:lvl4pPr>
            <a:lvl5pPr lvl="4" algn="l">
              <a:lnSpc>
                <a:spcPct val="100000"/>
              </a:lnSpc>
              <a:spcBef>
                <a:spcPts val="0"/>
              </a:spcBef>
              <a:spcAft>
                <a:spcPts val="0"/>
              </a:spcAft>
              <a:buClr>
                <a:schemeClr val="lt1"/>
              </a:buClr>
              <a:buSzPts val="2700"/>
              <a:buNone/>
              <a:defRPr>
                <a:solidFill>
                  <a:schemeClr val="lt1"/>
                </a:solidFill>
              </a:defRPr>
            </a:lvl5pPr>
            <a:lvl6pPr lvl="5" algn="l">
              <a:lnSpc>
                <a:spcPct val="100000"/>
              </a:lnSpc>
              <a:spcBef>
                <a:spcPts val="0"/>
              </a:spcBef>
              <a:spcAft>
                <a:spcPts val="0"/>
              </a:spcAft>
              <a:buClr>
                <a:schemeClr val="lt1"/>
              </a:buClr>
              <a:buSzPts val="2700"/>
              <a:buNone/>
              <a:defRPr>
                <a:solidFill>
                  <a:schemeClr val="lt1"/>
                </a:solidFill>
              </a:defRPr>
            </a:lvl6pPr>
            <a:lvl7pPr lvl="6" algn="l">
              <a:lnSpc>
                <a:spcPct val="100000"/>
              </a:lnSpc>
              <a:spcBef>
                <a:spcPts val="0"/>
              </a:spcBef>
              <a:spcAft>
                <a:spcPts val="0"/>
              </a:spcAft>
              <a:buClr>
                <a:schemeClr val="lt1"/>
              </a:buClr>
              <a:buSzPts val="2700"/>
              <a:buNone/>
              <a:defRPr>
                <a:solidFill>
                  <a:schemeClr val="lt1"/>
                </a:solidFill>
              </a:defRPr>
            </a:lvl7pPr>
            <a:lvl8pPr lvl="7" algn="l">
              <a:lnSpc>
                <a:spcPct val="100000"/>
              </a:lnSpc>
              <a:spcBef>
                <a:spcPts val="0"/>
              </a:spcBef>
              <a:spcAft>
                <a:spcPts val="0"/>
              </a:spcAft>
              <a:buClr>
                <a:schemeClr val="lt1"/>
              </a:buClr>
              <a:buSzPts val="2700"/>
              <a:buNone/>
              <a:defRPr>
                <a:solidFill>
                  <a:schemeClr val="lt1"/>
                </a:solidFill>
              </a:defRPr>
            </a:lvl8pPr>
            <a:lvl9pPr lvl="8" algn="l">
              <a:lnSpc>
                <a:spcPct val="100000"/>
              </a:lnSpc>
              <a:spcBef>
                <a:spcPts val="0"/>
              </a:spcBef>
              <a:spcAft>
                <a:spcPts val="0"/>
              </a:spcAft>
              <a:buClr>
                <a:schemeClr val="lt1"/>
              </a:buClr>
              <a:buSzPts val="2700"/>
              <a:buNone/>
              <a:defRPr>
                <a:solidFill>
                  <a:schemeClr val="lt1"/>
                </a:solidFill>
              </a:defRPr>
            </a:lvl9pPr>
          </a:lstStyle>
          <a:p/>
        </p:txBody>
      </p:sp>
      <p:sp>
        <p:nvSpPr>
          <p:cNvPr id="878" name="Google Shape;878;h44ba9557397ad1d7_0_1992"/>
          <p:cNvSpPr txBox="1"/>
          <p:nvPr>
            <p:ph idx="2" type="body"/>
          </p:nvPr>
        </p:nvSpPr>
        <p:spPr>
          <a:xfrm>
            <a:off x="415589" y="1036320"/>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Clr>
                <a:schemeClr val="accent6"/>
              </a:buClr>
              <a:buSzPts val="1900"/>
              <a:buChar char="●"/>
              <a:defRPr>
                <a:solidFill>
                  <a:schemeClr val="lt1"/>
                </a:solidFill>
              </a:defRPr>
            </a:lvl1pPr>
            <a:lvl2pPr indent="-330200" lvl="1" marL="914400" algn="l">
              <a:lnSpc>
                <a:spcPct val="100000"/>
              </a:lnSpc>
              <a:spcBef>
                <a:spcPts val="1900"/>
              </a:spcBef>
              <a:spcAft>
                <a:spcPts val="0"/>
              </a:spcAft>
              <a:buClr>
                <a:schemeClr val="accent6"/>
              </a:buClr>
              <a:buSzPts val="1600"/>
              <a:buChar char="○"/>
              <a:defRPr sz="1600">
                <a:solidFill>
                  <a:schemeClr val="lt1"/>
                </a:solidFill>
              </a:defRPr>
            </a:lvl2pPr>
            <a:lvl3pPr indent="-311150" lvl="2" marL="1371600" algn="l">
              <a:lnSpc>
                <a:spcPct val="100000"/>
              </a:lnSpc>
              <a:spcBef>
                <a:spcPts val="1600"/>
              </a:spcBef>
              <a:spcAft>
                <a:spcPts val="0"/>
              </a:spcAft>
              <a:buClr>
                <a:schemeClr val="accent6"/>
              </a:buClr>
              <a:buSzPts val="1300"/>
              <a:buChar char="■"/>
              <a:defRPr>
                <a:solidFill>
                  <a:schemeClr val="lt1"/>
                </a:solidFill>
              </a:defRPr>
            </a:lvl3pPr>
            <a:lvl4pPr indent="-311150" lvl="3" marL="1828800" algn="l">
              <a:lnSpc>
                <a:spcPct val="100000"/>
              </a:lnSpc>
              <a:spcBef>
                <a:spcPts val="1300"/>
              </a:spcBef>
              <a:spcAft>
                <a:spcPts val="0"/>
              </a:spcAft>
              <a:buClr>
                <a:schemeClr val="accent6"/>
              </a:buClr>
              <a:buSzPts val="1300"/>
              <a:buChar char="●"/>
              <a:defRPr>
                <a:solidFill>
                  <a:schemeClr val="lt1"/>
                </a:solidFill>
              </a:defRPr>
            </a:lvl4pPr>
            <a:lvl5pPr indent="-311150" lvl="4" marL="2286000" algn="l">
              <a:lnSpc>
                <a:spcPct val="100000"/>
              </a:lnSpc>
              <a:spcBef>
                <a:spcPts val="1100"/>
              </a:spcBef>
              <a:spcAft>
                <a:spcPts val="0"/>
              </a:spcAft>
              <a:buClr>
                <a:schemeClr val="accent6"/>
              </a:buClr>
              <a:buSzPts val="1300"/>
              <a:buChar char="○"/>
              <a:defRPr>
                <a:solidFill>
                  <a:schemeClr val="lt1"/>
                </a:solidFill>
              </a:defRPr>
            </a:lvl5pPr>
            <a:lvl6pPr indent="-311150" lvl="5" marL="2743200" algn="l">
              <a:lnSpc>
                <a:spcPct val="100000"/>
              </a:lnSpc>
              <a:spcBef>
                <a:spcPts val="800"/>
              </a:spcBef>
              <a:spcAft>
                <a:spcPts val="0"/>
              </a:spcAft>
              <a:buClr>
                <a:schemeClr val="accent6"/>
              </a:buClr>
              <a:buSzPts val="1300"/>
              <a:buChar char="■"/>
              <a:defRPr>
                <a:solidFill>
                  <a:schemeClr val="lt1"/>
                </a:solidFill>
              </a:defRPr>
            </a:lvl6pPr>
            <a:lvl7pPr indent="-311150" lvl="6" marL="3200400" algn="l">
              <a:lnSpc>
                <a:spcPct val="100000"/>
              </a:lnSpc>
              <a:spcBef>
                <a:spcPts val="500"/>
              </a:spcBef>
              <a:spcAft>
                <a:spcPts val="0"/>
              </a:spcAft>
              <a:buClr>
                <a:schemeClr val="accent6"/>
              </a:buClr>
              <a:buSzPts val="1300"/>
              <a:buChar char="●"/>
              <a:defRPr>
                <a:solidFill>
                  <a:schemeClr val="lt1"/>
                </a:solidFill>
              </a:defRPr>
            </a:lvl7pPr>
            <a:lvl8pPr indent="-311150" lvl="7" marL="3657600" algn="l">
              <a:lnSpc>
                <a:spcPct val="100000"/>
              </a:lnSpc>
              <a:spcBef>
                <a:spcPts val="500"/>
              </a:spcBef>
              <a:spcAft>
                <a:spcPts val="0"/>
              </a:spcAft>
              <a:buClr>
                <a:schemeClr val="accent6"/>
              </a:buClr>
              <a:buSzPts val="1300"/>
              <a:buChar char="○"/>
              <a:defRPr>
                <a:solidFill>
                  <a:schemeClr val="lt1"/>
                </a:solidFill>
              </a:defRPr>
            </a:lvl8pPr>
            <a:lvl9pPr indent="-311150" lvl="8" marL="4114800" algn="l">
              <a:lnSpc>
                <a:spcPct val="100000"/>
              </a:lnSpc>
              <a:spcBef>
                <a:spcPts val="500"/>
              </a:spcBef>
              <a:spcAft>
                <a:spcPts val="500"/>
              </a:spcAft>
              <a:buClr>
                <a:schemeClr val="accent6"/>
              </a:buClr>
              <a:buSzPts val="1300"/>
              <a:buChar char="■"/>
              <a:defRPr>
                <a:solidFill>
                  <a:schemeClr val="lt1"/>
                </a:solidFill>
              </a:defRPr>
            </a:lvl9pPr>
          </a:lstStyle>
          <a:p/>
        </p:txBody>
      </p:sp>
      <p:sp>
        <p:nvSpPr>
          <p:cNvPr id="879" name="Google Shape;879;h44ba9557397ad1d7_0_1992"/>
          <p:cNvSpPr/>
          <p:nvPr/>
        </p:nvSpPr>
        <p:spPr>
          <a:xfrm>
            <a:off x="0" y="308100"/>
            <a:ext cx="12489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80" name="Google Shape;880;h44ba9557397ad1d7_0_1992"/>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81" name="Google Shape;881;h44ba9557397ad1d7_0_1992"/>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882" name="Google Shape;882;h44ba9557397ad1d7_0_1992"/>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itle Only - dark">
  <p:cSld name="TITLE_ONLY_2_1_3">
    <p:bg>
      <p:bgPr>
        <a:solidFill>
          <a:schemeClr val="dk1"/>
        </a:solidFill>
      </p:bgPr>
    </p:bg>
    <p:spTree>
      <p:nvGrpSpPr>
        <p:cNvPr id="883" name="Shape 883"/>
        <p:cNvGrpSpPr/>
        <p:nvPr/>
      </p:nvGrpSpPr>
      <p:grpSpPr>
        <a:xfrm>
          <a:off x="0" y="0"/>
          <a:ext cx="0" cy="0"/>
          <a:chOff x="0" y="0"/>
          <a:chExt cx="0" cy="0"/>
        </a:xfrm>
      </p:grpSpPr>
      <p:sp>
        <p:nvSpPr>
          <p:cNvPr id="884" name="Google Shape;884;h44ba9557397ad1d7_0_2000"/>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400"/>
              <a:buNone/>
              <a:defRPr>
                <a:solidFill>
                  <a:schemeClr val="lt1"/>
                </a:solidFill>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885" name="Google Shape;885;h44ba9557397ad1d7_0_2000"/>
          <p:cNvSpPr/>
          <p:nvPr/>
        </p:nvSpPr>
        <p:spPr>
          <a:xfrm>
            <a:off x="0" y="308100"/>
            <a:ext cx="12489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86" name="Google Shape;886;h44ba9557397ad1d7_0_2000"/>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87" name="Google Shape;887;h44ba9557397ad1d7_0_2000"/>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888" name="Google Shape;888;h44ba9557397ad1d7_0_2000"/>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Blank - dark">
  <p:cSld name="BLANK_3_1_3">
    <p:bg>
      <p:bgPr>
        <a:solidFill>
          <a:schemeClr val="dk1"/>
        </a:solidFill>
      </p:bgPr>
    </p:bg>
    <p:spTree>
      <p:nvGrpSpPr>
        <p:cNvPr id="889" name="Shape 889"/>
        <p:cNvGrpSpPr/>
        <p:nvPr/>
      </p:nvGrpSpPr>
      <p:grpSpPr>
        <a:xfrm>
          <a:off x="0" y="0"/>
          <a:ext cx="0" cy="0"/>
          <a:chOff x="0" y="0"/>
          <a:chExt cx="0" cy="0"/>
        </a:xfrm>
      </p:grpSpPr>
      <p:sp>
        <p:nvSpPr>
          <p:cNvPr id="890" name="Google Shape;890;h44ba9557397ad1d7_0_2006"/>
          <p:cNvSpPr/>
          <p:nvPr/>
        </p:nvSpPr>
        <p:spPr>
          <a:xfrm>
            <a:off x="0" y="6496033"/>
            <a:ext cx="12191700" cy="3621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891" name="Google Shape;891;h44ba9557397ad1d7_0_2006"/>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pic>
        <p:nvPicPr>
          <p:cNvPr id="892" name="Google Shape;892;h44ba9557397ad1d7_0_2006"/>
          <p:cNvPicPr preferRelativeResize="0"/>
          <p:nvPr/>
        </p:nvPicPr>
        <p:blipFill rotWithShape="1">
          <a:blip r:embed="rId2">
            <a:alphaModFix/>
          </a:blip>
          <a:srcRect b="0" l="0" r="0" t="0"/>
          <a:stretch/>
        </p:blipFill>
        <p:spPr>
          <a:xfrm>
            <a:off x="9888765" y="6575383"/>
            <a:ext cx="2072847" cy="201163"/>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One-Column Content - light" type="tx">
  <p:cSld name="TITLE_AND_BODY">
    <p:spTree>
      <p:nvGrpSpPr>
        <p:cNvPr id="893" name="Shape 893"/>
        <p:cNvGrpSpPr/>
        <p:nvPr/>
      </p:nvGrpSpPr>
      <p:grpSpPr>
        <a:xfrm>
          <a:off x="0" y="0"/>
          <a:ext cx="0" cy="0"/>
          <a:chOff x="0" y="0"/>
          <a:chExt cx="0" cy="0"/>
        </a:xfrm>
      </p:grpSpPr>
      <p:sp>
        <p:nvSpPr>
          <p:cNvPr id="894" name="Google Shape;894;h44ba9557397ad1d7_0_2010"/>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95" name="Google Shape;895;h44ba9557397ad1d7_0_2010"/>
          <p:cNvSpPr txBox="1"/>
          <p:nvPr>
            <p:ph idx="1" type="body"/>
          </p:nvPr>
        </p:nvSpPr>
        <p:spPr>
          <a:xfrm>
            <a:off x="415589" y="1036320"/>
            <a:ext cx="113604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a:lvl1pPr>
            <a:lvl2pPr indent="-330200" lvl="1" marL="914400" algn="l">
              <a:lnSpc>
                <a:spcPct val="100000"/>
              </a:lnSpc>
              <a:spcBef>
                <a:spcPts val="1900"/>
              </a:spcBef>
              <a:spcAft>
                <a:spcPts val="0"/>
              </a:spcAft>
              <a:buSzPts val="1600"/>
              <a:buChar char="○"/>
              <a:defRPr sz="1600"/>
            </a:lvl2pPr>
            <a:lvl3pPr indent="-311150" lvl="2" marL="1371600" algn="l">
              <a:lnSpc>
                <a:spcPct val="100000"/>
              </a:lnSpc>
              <a:spcBef>
                <a:spcPts val="1600"/>
              </a:spcBef>
              <a:spcAft>
                <a:spcPts val="0"/>
              </a:spcAft>
              <a:buSzPts val="1300"/>
              <a:buChar char="■"/>
              <a:defRPr/>
            </a:lvl3pPr>
            <a:lvl4pPr indent="-311150" lvl="3" marL="1828800" algn="l">
              <a:lnSpc>
                <a:spcPct val="100000"/>
              </a:lnSpc>
              <a:spcBef>
                <a:spcPts val="1300"/>
              </a:spcBef>
              <a:spcAft>
                <a:spcPts val="0"/>
              </a:spcAft>
              <a:buSzPts val="1300"/>
              <a:buChar char="●"/>
              <a:defRPr/>
            </a:lvl4pPr>
            <a:lvl5pPr indent="-311150" lvl="4" marL="2286000" algn="l">
              <a:lnSpc>
                <a:spcPct val="100000"/>
              </a:lnSpc>
              <a:spcBef>
                <a:spcPts val="1100"/>
              </a:spcBef>
              <a:spcAft>
                <a:spcPts val="0"/>
              </a:spcAft>
              <a:buSzPts val="1300"/>
              <a:buChar char="○"/>
              <a:defRPr/>
            </a:lvl5pPr>
            <a:lvl6pPr indent="-311150" lvl="5" marL="2743200" algn="l">
              <a:lnSpc>
                <a:spcPct val="100000"/>
              </a:lnSpc>
              <a:spcBef>
                <a:spcPts val="800"/>
              </a:spcBef>
              <a:spcAft>
                <a:spcPts val="0"/>
              </a:spcAft>
              <a:buSzPts val="1300"/>
              <a:buChar char="■"/>
              <a:defRPr/>
            </a:lvl6pPr>
            <a:lvl7pPr indent="-311150" lvl="6" marL="3200400" algn="l">
              <a:lnSpc>
                <a:spcPct val="100000"/>
              </a:lnSpc>
              <a:spcBef>
                <a:spcPts val="500"/>
              </a:spcBef>
              <a:spcAft>
                <a:spcPts val="0"/>
              </a:spcAft>
              <a:buSzPts val="1300"/>
              <a:buChar char="●"/>
              <a:defRPr/>
            </a:lvl7pPr>
            <a:lvl8pPr indent="-311150" lvl="7" marL="3657600" algn="l">
              <a:lnSpc>
                <a:spcPct val="100000"/>
              </a:lnSpc>
              <a:spcBef>
                <a:spcPts val="500"/>
              </a:spcBef>
              <a:spcAft>
                <a:spcPts val="0"/>
              </a:spcAft>
              <a:buSzPts val="1300"/>
              <a:buChar char="○"/>
              <a:defRPr/>
            </a:lvl8pPr>
            <a:lvl9pPr indent="-311150" lvl="8" marL="4114800" algn="l">
              <a:lnSpc>
                <a:spcPct val="100000"/>
              </a:lnSpc>
              <a:spcBef>
                <a:spcPts val="500"/>
              </a:spcBef>
              <a:spcAft>
                <a:spcPts val="500"/>
              </a:spcAft>
              <a:buSzPts val="1300"/>
              <a:buChar char="■"/>
              <a:defRPr/>
            </a:lvl9pPr>
          </a:lstStyle>
          <a:p/>
        </p:txBody>
      </p:sp>
      <p:sp>
        <p:nvSpPr>
          <p:cNvPr id="896" name="Google Shape;896;h44ba9557397ad1d7_0_2010"/>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itle Only - light" type="titleOnly">
  <p:cSld name="TITLE_ONLY">
    <p:spTree>
      <p:nvGrpSpPr>
        <p:cNvPr id="897" name="Shape 897"/>
        <p:cNvGrpSpPr/>
        <p:nvPr/>
      </p:nvGrpSpPr>
      <p:grpSpPr>
        <a:xfrm>
          <a:off x="0" y="0"/>
          <a:ext cx="0" cy="0"/>
          <a:chOff x="0" y="0"/>
          <a:chExt cx="0" cy="0"/>
        </a:xfrm>
      </p:grpSpPr>
      <p:sp>
        <p:nvSpPr>
          <p:cNvPr id="898" name="Google Shape;898;h44ba9557397ad1d7_0_2014"/>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700"/>
              <a:buNone/>
              <a:defRPr/>
            </a:lvl2pPr>
            <a:lvl3pPr lvl="2" algn="l">
              <a:lnSpc>
                <a:spcPct val="100000"/>
              </a:lnSpc>
              <a:spcBef>
                <a:spcPts val="0"/>
              </a:spcBef>
              <a:spcAft>
                <a:spcPts val="0"/>
              </a:spcAft>
              <a:buSzPts val="2700"/>
              <a:buNone/>
              <a:defRPr/>
            </a:lvl3pPr>
            <a:lvl4pPr lvl="3" algn="l">
              <a:lnSpc>
                <a:spcPct val="100000"/>
              </a:lnSpc>
              <a:spcBef>
                <a:spcPts val="0"/>
              </a:spcBef>
              <a:spcAft>
                <a:spcPts val="0"/>
              </a:spcAft>
              <a:buSzPts val="2700"/>
              <a:buNone/>
              <a:defRPr/>
            </a:lvl4pPr>
            <a:lvl5pPr lvl="4" algn="l">
              <a:lnSpc>
                <a:spcPct val="100000"/>
              </a:lnSpc>
              <a:spcBef>
                <a:spcPts val="0"/>
              </a:spcBef>
              <a:spcAft>
                <a:spcPts val="0"/>
              </a:spcAft>
              <a:buSzPts val="2700"/>
              <a:buNone/>
              <a:defRPr/>
            </a:lvl5pPr>
            <a:lvl6pPr lvl="5" algn="l">
              <a:lnSpc>
                <a:spcPct val="100000"/>
              </a:lnSpc>
              <a:spcBef>
                <a:spcPts val="0"/>
              </a:spcBef>
              <a:spcAft>
                <a:spcPts val="0"/>
              </a:spcAft>
              <a:buSzPts val="2700"/>
              <a:buNone/>
              <a:defRPr/>
            </a:lvl6pPr>
            <a:lvl7pPr lvl="6" algn="l">
              <a:lnSpc>
                <a:spcPct val="100000"/>
              </a:lnSpc>
              <a:spcBef>
                <a:spcPts val="0"/>
              </a:spcBef>
              <a:spcAft>
                <a:spcPts val="0"/>
              </a:spcAft>
              <a:buSzPts val="2700"/>
              <a:buNone/>
              <a:defRPr/>
            </a:lvl7pPr>
            <a:lvl8pPr lvl="7" algn="l">
              <a:lnSpc>
                <a:spcPct val="100000"/>
              </a:lnSpc>
              <a:spcBef>
                <a:spcPts val="0"/>
              </a:spcBef>
              <a:spcAft>
                <a:spcPts val="0"/>
              </a:spcAft>
              <a:buSzPts val="2700"/>
              <a:buNone/>
              <a:defRPr/>
            </a:lvl8pPr>
            <a:lvl9pPr lvl="8" algn="l">
              <a:lnSpc>
                <a:spcPct val="100000"/>
              </a:lnSpc>
              <a:spcBef>
                <a:spcPts val="0"/>
              </a:spcBef>
              <a:spcAft>
                <a:spcPts val="0"/>
              </a:spcAft>
              <a:buSzPts val="2700"/>
              <a:buNone/>
              <a:defRPr/>
            </a:lvl9pPr>
          </a:lstStyle>
          <a:p/>
        </p:txBody>
      </p:sp>
      <p:sp>
        <p:nvSpPr>
          <p:cNvPr id="899" name="Google Shape;899;h44ba9557397ad1d7_0_2014"/>
          <p:cNvSpPr/>
          <p:nvPr/>
        </p:nvSpPr>
        <p:spPr>
          <a:xfrm>
            <a:off x="0" y="308100"/>
            <a:ext cx="12489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Side Bar Title - light">
  <p:cSld name="BLANK_2">
    <p:spTree>
      <p:nvGrpSpPr>
        <p:cNvPr id="900" name="Shape 900"/>
        <p:cNvGrpSpPr/>
        <p:nvPr/>
      </p:nvGrpSpPr>
      <p:grpSpPr>
        <a:xfrm>
          <a:off x="0" y="0"/>
          <a:ext cx="0" cy="0"/>
          <a:chOff x="0" y="0"/>
          <a:chExt cx="0" cy="0"/>
        </a:xfrm>
      </p:grpSpPr>
      <p:sp>
        <p:nvSpPr>
          <p:cNvPr id="901" name="Google Shape;901;h44ba9557397ad1d7_0_2017"/>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02" name="Google Shape;902;h44ba9557397ad1d7_0_2017"/>
          <p:cNvPicPr preferRelativeResize="0"/>
          <p:nvPr/>
        </p:nvPicPr>
        <p:blipFill rotWithShape="1">
          <a:blip r:embed="rId2">
            <a:alphaModFix amt="7000"/>
          </a:blip>
          <a:srcRect b="5927" l="0" r="37375" t="0"/>
          <a:stretch/>
        </p:blipFill>
        <p:spPr>
          <a:xfrm>
            <a:off x="6332117" y="406400"/>
            <a:ext cx="5859640" cy="6451602"/>
          </a:xfrm>
          <a:prstGeom prst="rect">
            <a:avLst/>
          </a:prstGeom>
          <a:noFill/>
          <a:ln>
            <a:noFill/>
          </a:ln>
        </p:spPr>
      </p:pic>
      <p:sp>
        <p:nvSpPr>
          <p:cNvPr id="903" name="Google Shape;903;h44ba9557397ad1d7_0_2017"/>
          <p:cNvSpPr/>
          <p:nvPr/>
        </p:nvSpPr>
        <p:spPr>
          <a:xfrm>
            <a:off x="-52915" y="0"/>
            <a:ext cx="3061200" cy="6858000"/>
          </a:xfrm>
          <a:prstGeom prst="rect">
            <a:avLst/>
          </a:prstGeom>
          <a:gradFill>
            <a:gsLst>
              <a:gs pos="0">
                <a:srgbClr val="B23808"/>
              </a:gs>
              <a:gs pos="100000">
                <a:srgbClr val="FA582D"/>
              </a:gs>
            </a:gsLst>
            <a:lin ang="16200038"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04" name="Google Shape;904;h44ba9557397ad1d7_0_2017"/>
          <p:cNvPicPr preferRelativeResize="0"/>
          <p:nvPr/>
        </p:nvPicPr>
        <p:blipFill rotWithShape="1">
          <a:blip r:embed="rId3">
            <a:alphaModFix/>
          </a:blip>
          <a:srcRect b="0" l="0" r="0" t="0"/>
          <a:stretch/>
        </p:blipFill>
        <p:spPr>
          <a:xfrm>
            <a:off x="326575" y="6347467"/>
            <a:ext cx="1541409" cy="281926"/>
          </a:xfrm>
          <a:prstGeom prst="rect">
            <a:avLst/>
          </a:prstGeom>
          <a:noFill/>
          <a:ln>
            <a:noFill/>
          </a:ln>
        </p:spPr>
      </p:pic>
      <p:sp>
        <p:nvSpPr>
          <p:cNvPr id="905" name="Google Shape;905;h44ba9557397ad1d7_0_2017"/>
          <p:cNvSpPr txBox="1"/>
          <p:nvPr>
            <p:ph type="ctrTitle"/>
          </p:nvPr>
        </p:nvSpPr>
        <p:spPr>
          <a:xfrm>
            <a:off x="326575" y="546067"/>
            <a:ext cx="2467200" cy="2256900"/>
          </a:xfrm>
          <a:prstGeom prst="rect">
            <a:avLst/>
          </a:prstGeom>
          <a:noFill/>
          <a:ln>
            <a:noFill/>
          </a:ln>
        </p:spPr>
        <p:txBody>
          <a:bodyPr anchorCtr="0" anchor="t" bIns="121900" lIns="121900" spcFirstLastPara="1" rIns="121900" wrap="square" tIns="12190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lgn="l">
              <a:lnSpc>
                <a:spcPct val="90000"/>
              </a:lnSpc>
              <a:spcBef>
                <a:spcPts val="0"/>
              </a:spcBef>
              <a:spcAft>
                <a:spcPts val="0"/>
              </a:spcAft>
              <a:buClr>
                <a:schemeClr val="lt1"/>
              </a:buClr>
              <a:buSzPts val="3300"/>
              <a:buNone/>
              <a:defRPr sz="3300">
                <a:solidFill>
                  <a:schemeClr val="lt1"/>
                </a:solidFill>
              </a:defRPr>
            </a:lvl2pPr>
            <a:lvl3pPr lvl="2" algn="l">
              <a:lnSpc>
                <a:spcPct val="90000"/>
              </a:lnSpc>
              <a:spcBef>
                <a:spcPts val="0"/>
              </a:spcBef>
              <a:spcAft>
                <a:spcPts val="0"/>
              </a:spcAft>
              <a:buClr>
                <a:schemeClr val="lt1"/>
              </a:buClr>
              <a:buSzPts val="3300"/>
              <a:buNone/>
              <a:defRPr sz="3300">
                <a:solidFill>
                  <a:schemeClr val="lt1"/>
                </a:solidFill>
              </a:defRPr>
            </a:lvl3pPr>
            <a:lvl4pPr lvl="3" algn="l">
              <a:lnSpc>
                <a:spcPct val="90000"/>
              </a:lnSpc>
              <a:spcBef>
                <a:spcPts val="0"/>
              </a:spcBef>
              <a:spcAft>
                <a:spcPts val="0"/>
              </a:spcAft>
              <a:buClr>
                <a:schemeClr val="lt1"/>
              </a:buClr>
              <a:buSzPts val="3300"/>
              <a:buNone/>
              <a:defRPr sz="3300">
                <a:solidFill>
                  <a:schemeClr val="lt1"/>
                </a:solidFill>
              </a:defRPr>
            </a:lvl4pPr>
            <a:lvl5pPr lvl="4" algn="l">
              <a:lnSpc>
                <a:spcPct val="90000"/>
              </a:lnSpc>
              <a:spcBef>
                <a:spcPts val="0"/>
              </a:spcBef>
              <a:spcAft>
                <a:spcPts val="0"/>
              </a:spcAft>
              <a:buClr>
                <a:schemeClr val="lt1"/>
              </a:buClr>
              <a:buSzPts val="3300"/>
              <a:buNone/>
              <a:defRPr sz="3300">
                <a:solidFill>
                  <a:schemeClr val="lt1"/>
                </a:solidFill>
              </a:defRPr>
            </a:lvl5pPr>
            <a:lvl6pPr lvl="5" algn="l">
              <a:lnSpc>
                <a:spcPct val="90000"/>
              </a:lnSpc>
              <a:spcBef>
                <a:spcPts val="0"/>
              </a:spcBef>
              <a:spcAft>
                <a:spcPts val="0"/>
              </a:spcAft>
              <a:buClr>
                <a:schemeClr val="lt1"/>
              </a:buClr>
              <a:buSzPts val="3300"/>
              <a:buNone/>
              <a:defRPr sz="3300">
                <a:solidFill>
                  <a:schemeClr val="lt1"/>
                </a:solidFill>
              </a:defRPr>
            </a:lvl6pPr>
            <a:lvl7pPr lvl="6" algn="l">
              <a:lnSpc>
                <a:spcPct val="90000"/>
              </a:lnSpc>
              <a:spcBef>
                <a:spcPts val="0"/>
              </a:spcBef>
              <a:spcAft>
                <a:spcPts val="0"/>
              </a:spcAft>
              <a:buClr>
                <a:schemeClr val="lt1"/>
              </a:buClr>
              <a:buSzPts val="3300"/>
              <a:buNone/>
              <a:defRPr sz="3300">
                <a:solidFill>
                  <a:schemeClr val="lt1"/>
                </a:solidFill>
              </a:defRPr>
            </a:lvl7pPr>
            <a:lvl8pPr lvl="7" algn="l">
              <a:lnSpc>
                <a:spcPct val="90000"/>
              </a:lnSpc>
              <a:spcBef>
                <a:spcPts val="0"/>
              </a:spcBef>
              <a:spcAft>
                <a:spcPts val="0"/>
              </a:spcAft>
              <a:buClr>
                <a:schemeClr val="lt1"/>
              </a:buClr>
              <a:buSzPts val="3300"/>
              <a:buNone/>
              <a:defRPr sz="3300">
                <a:solidFill>
                  <a:schemeClr val="lt1"/>
                </a:solidFill>
              </a:defRPr>
            </a:lvl8pPr>
            <a:lvl9pPr lvl="8" algn="l">
              <a:lnSpc>
                <a:spcPct val="90000"/>
              </a:lnSpc>
              <a:spcBef>
                <a:spcPts val="0"/>
              </a:spcBef>
              <a:spcAft>
                <a:spcPts val="0"/>
              </a:spcAft>
              <a:buClr>
                <a:schemeClr val="lt1"/>
              </a:buClr>
              <a:buSzPts val="3300"/>
              <a:buNone/>
              <a:defRPr sz="3300">
                <a:solidFill>
                  <a:schemeClr val="lt1"/>
                </a:solidFill>
              </a:defRPr>
            </a:lvl9pPr>
          </a:lstStyle>
          <a:p/>
        </p:txBody>
      </p:sp>
      <p:sp>
        <p:nvSpPr>
          <p:cNvPr id="906" name="Google Shape;906;h44ba9557397ad1d7_0_2017"/>
          <p:cNvSpPr txBox="1"/>
          <p:nvPr>
            <p:ph idx="1" type="subTitle"/>
          </p:nvPr>
        </p:nvSpPr>
        <p:spPr>
          <a:xfrm>
            <a:off x="326575" y="4157603"/>
            <a:ext cx="2467200" cy="13368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Clr>
                <a:schemeClr val="lt1"/>
              </a:buClr>
              <a:buSzPts val="2000"/>
              <a:buNone/>
              <a:defRPr sz="2000">
                <a:solidFill>
                  <a:schemeClr val="lt1"/>
                </a:solidFill>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907" name="Google Shape;907;h44ba9557397ad1d7_0_2017"/>
          <p:cNvSpPr/>
          <p:nvPr/>
        </p:nvSpPr>
        <p:spPr>
          <a:xfrm>
            <a:off x="-52915" y="4049633"/>
            <a:ext cx="2694600" cy="549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hank You Slide - light">
  <p:cSld name="TITLE_2">
    <p:spTree>
      <p:nvGrpSpPr>
        <p:cNvPr id="908" name="Shape 908"/>
        <p:cNvGrpSpPr/>
        <p:nvPr/>
      </p:nvGrpSpPr>
      <p:grpSpPr>
        <a:xfrm>
          <a:off x="0" y="0"/>
          <a:ext cx="0" cy="0"/>
          <a:chOff x="0" y="0"/>
          <a:chExt cx="0" cy="0"/>
        </a:xfrm>
      </p:grpSpPr>
      <p:sp>
        <p:nvSpPr>
          <p:cNvPr id="909" name="Google Shape;909;h44ba9557397ad1d7_0_2025"/>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10" name="Google Shape;910;h44ba9557397ad1d7_0_2025"/>
          <p:cNvPicPr preferRelativeResize="0"/>
          <p:nvPr/>
        </p:nvPicPr>
        <p:blipFill rotWithShape="1">
          <a:blip r:embed="rId2">
            <a:alphaModFix/>
          </a:blip>
          <a:srcRect b="0" l="0" r="0" t="0"/>
          <a:stretch/>
        </p:blipFill>
        <p:spPr>
          <a:xfrm>
            <a:off x="550485" y="480067"/>
            <a:ext cx="1541409" cy="281926"/>
          </a:xfrm>
          <a:prstGeom prst="rect">
            <a:avLst/>
          </a:prstGeom>
          <a:noFill/>
          <a:ln>
            <a:noFill/>
          </a:ln>
        </p:spPr>
      </p:pic>
      <p:sp>
        <p:nvSpPr>
          <p:cNvPr id="911" name="Google Shape;911;h44ba9557397ad1d7_0_2025"/>
          <p:cNvSpPr/>
          <p:nvPr/>
        </p:nvSpPr>
        <p:spPr>
          <a:xfrm>
            <a:off x="-52915" y="2951750"/>
            <a:ext cx="51936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12" name="Google Shape;912;h44ba9557397ad1d7_0_2025"/>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rgbClr val="000000"/>
                </a:solidFill>
                <a:latin typeface="Helvetica Neue"/>
                <a:ea typeface="Helvetica Neue"/>
                <a:cs typeface="Helvetica Neue"/>
                <a:sym typeface="Helvetica Neue"/>
              </a:rPr>
              <a:t>Thank You</a:t>
            </a:r>
            <a:endParaRPr b="1" i="0" sz="4100" u="none" cap="none" strike="noStrike">
              <a:solidFill>
                <a:schemeClr val="dk2"/>
              </a:solidFill>
              <a:latin typeface="Helvetica Neue"/>
              <a:ea typeface="Helvetica Neue"/>
              <a:cs typeface="Helvetica Neue"/>
              <a:sym typeface="Helvetica Neue"/>
            </a:endParaRPr>
          </a:p>
        </p:txBody>
      </p:sp>
      <p:sp>
        <p:nvSpPr>
          <p:cNvPr id="913" name="Google Shape;913;h44ba9557397ad1d7_0_2025"/>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Helvetica Neue"/>
                <a:ea typeface="Helvetica Neue"/>
                <a:cs typeface="Helvetica Neue"/>
                <a:sym typeface="Helvetica Neue"/>
              </a:rPr>
              <a:t>paloaltonetworks.com</a:t>
            </a:r>
            <a:endParaRPr b="1" i="0" sz="1300" u="none" cap="none" strike="noStrike">
              <a:solidFill>
                <a:schemeClr val="dk1"/>
              </a:solidFill>
              <a:latin typeface="Helvetica Neue"/>
              <a:ea typeface="Helvetica Neue"/>
              <a:cs typeface="Helvetica Neue"/>
              <a:sym typeface="Helvetica Neue"/>
            </a:endParaRPr>
          </a:p>
        </p:txBody>
      </p:sp>
      <p:pic>
        <p:nvPicPr>
          <p:cNvPr id="914" name="Google Shape;914;h44ba9557397ad1d7_0_2025"/>
          <p:cNvPicPr preferRelativeResize="0"/>
          <p:nvPr/>
        </p:nvPicPr>
        <p:blipFill rotWithShape="1">
          <a:blip r:embed="rId3">
            <a:alphaModFix/>
          </a:blip>
          <a:srcRect b="29839" l="0" r="42772" t="0"/>
          <a:stretch/>
        </p:blipFill>
        <p:spPr>
          <a:xfrm>
            <a:off x="5925559" y="1227283"/>
            <a:ext cx="6266199" cy="5630716"/>
          </a:xfrm>
          <a:prstGeom prst="rect">
            <a:avLst/>
          </a:prstGeom>
          <a:noFill/>
          <a:ln>
            <a:noFill/>
          </a:ln>
        </p:spPr>
      </p:pic>
      <p:sp>
        <p:nvSpPr>
          <p:cNvPr id="915" name="Google Shape;915;h44ba9557397ad1d7_0_202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W Thank You Slide - dark">
  <p:cSld name="TITLE_2_1">
    <p:spTree>
      <p:nvGrpSpPr>
        <p:cNvPr id="916" name="Shape 916"/>
        <p:cNvGrpSpPr/>
        <p:nvPr/>
      </p:nvGrpSpPr>
      <p:grpSpPr>
        <a:xfrm>
          <a:off x="0" y="0"/>
          <a:ext cx="0" cy="0"/>
          <a:chOff x="0" y="0"/>
          <a:chExt cx="0" cy="0"/>
        </a:xfrm>
      </p:grpSpPr>
      <p:sp>
        <p:nvSpPr>
          <p:cNvPr id="917" name="Google Shape;917;h44ba9557397ad1d7_0_2033"/>
          <p:cNvSpPr/>
          <p:nvPr/>
        </p:nvSpPr>
        <p:spPr>
          <a:xfrm>
            <a:off x="-52915" y="-40100"/>
            <a:ext cx="12244800" cy="68982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18" name="Google Shape;918;h44ba9557397ad1d7_0_2033"/>
          <p:cNvSpPr/>
          <p:nvPr/>
        </p:nvSpPr>
        <p:spPr>
          <a:xfrm>
            <a:off x="-52915" y="-40100"/>
            <a:ext cx="12244800" cy="3028500"/>
          </a:xfrm>
          <a:prstGeom prst="rect">
            <a:avLst/>
          </a:prstGeom>
          <a:gradFill>
            <a:gsLst>
              <a:gs pos="0">
                <a:srgbClr val="FA582D">
                  <a:alpha val="25490"/>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19" name="Google Shape;919;h44ba9557397ad1d7_0_2033"/>
          <p:cNvPicPr preferRelativeResize="0"/>
          <p:nvPr/>
        </p:nvPicPr>
        <p:blipFill rotWithShape="1">
          <a:blip r:embed="rId2">
            <a:alphaModFix/>
          </a:blip>
          <a:srcRect b="29997" l="0" r="42903" t="0"/>
          <a:stretch/>
        </p:blipFill>
        <p:spPr>
          <a:xfrm>
            <a:off x="5925559" y="1227283"/>
            <a:ext cx="6266199" cy="5630716"/>
          </a:xfrm>
          <a:prstGeom prst="rect">
            <a:avLst/>
          </a:prstGeom>
          <a:noFill/>
          <a:ln>
            <a:noFill/>
          </a:ln>
        </p:spPr>
      </p:pic>
      <p:sp>
        <p:nvSpPr>
          <p:cNvPr id="920" name="Google Shape;920;h44ba9557397ad1d7_0_2033"/>
          <p:cNvSpPr/>
          <p:nvPr/>
        </p:nvSpPr>
        <p:spPr>
          <a:xfrm>
            <a:off x="-52915" y="2186567"/>
            <a:ext cx="122448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21" name="Google Shape;921;h44ba9557397ad1d7_0_2033"/>
          <p:cNvPicPr preferRelativeResize="0"/>
          <p:nvPr/>
        </p:nvPicPr>
        <p:blipFill rotWithShape="1">
          <a:blip r:embed="rId3">
            <a:alphaModFix/>
          </a:blip>
          <a:srcRect b="50" l="0" r="0" t="60"/>
          <a:stretch/>
        </p:blipFill>
        <p:spPr>
          <a:xfrm>
            <a:off x="550485" y="480067"/>
            <a:ext cx="1541412" cy="281926"/>
          </a:xfrm>
          <a:prstGeom prst="rect">
            <a:avLst/>
          </a:prstGeom>
          <a:noFill/>
          <a:ln>
            <a:noFill/>
          </a:ln>
        </p:spPr>
      </p:pic>
      <p:sp>
        <p:nvSpPr>
          <p:cNvPr id="922" name="Google Shape;922;h44ba9557397ad1d7_0_2033"/>
          <p:cNvSpPr/>
          <p:nvPr/>
        </p:nvSpPr>
        <p:spPr>
          <a:xfrm>
            <a:off x="-52915" y="2951750"/>
            <a:ext cx="5193600" cy="549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23" name="Google Shape;923;h44ba9557397ad1d7_0_2033"/>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chemeClr val="lt1"/>
                </a:solidFill>
                <a:latin typeface="Helvetica Neue"/>
                <a:ea typeface="Helvetica Neue"/>
                <a:cs typeface="Helvetica Neue"/>
                <a:sym typeface="Helvetica Neue"/>
              </a:rPr>
              <a:t>Thank You</a:t>
            </a:r>
            <a:endParaRPr b="1" i="0" sz="4100" u="none" cap="none" strike="noStrike">
              <a:solidFill>
                <a:schemeClr val="lt1"/>
              </a:solidFill>
              <a:latin typeface="Helvetica Neue"/>
              <a:ea typeface="Helvetica Neue"/>
              <a:cs typeface="Helvetica Neue"/>
              <a:sym typeface="Helvetica Neue"/>
            </a:endParaRPr>
          </a:p>
        </p:txBody>
      </p:sp>
      <p:sp>
        <p:nvSpPr>
          <p:cNvPr id="924" name="Google Shape;924;h44ba9557397ad1d7_0_2033"/>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Helvetica Neue"/>
                <a:ea typeface="Helvetica Neue"/>
                <a:cs typeface="Helvetica Neue"/>
                <a:sym typeface="Helvetica Neue"/>
              </a:rPr>
              <a:t>paloaltonetworks.com</a:t>
            </a:r>
            <a:endParaRPr b="1" i="0" sz="1300" u="none" cap="none" strike="noStrike">
              <a:solidFill>
                <a:schemeClr val="lt1"/>
              </a:solidFill>
              <a:latin typeface="Helvetica Neue"/>
              <a:ea typeface="Helvetica Neue"/>
              <a:cs typeface="Helvetica Neue"/>
              <a:sym typeface="Helvetica Neue"/>
            </a:endParaRPr>
          </a:p>
        </p:txBody>
      </p:sp>
      <p:sp>
        <p:nvSpPr>
          <p:cNvPr id="925" name="Google Shape;925;h44ba9557397ad1d7_0_2033"/>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hank You Slide - light">
  <p:cSld name="TITLE_1_2_2">
    <p:spTree>
      <p:nvGrpSpPr>
        <p:cNvPr id="926" name="Shape 926"/>
        <p:cNvGrpSpPr/>
        <p:nvPr/>
      </p:nvGrpSpPr>
      <p:grpSpPr>
        <a:xfrm>
          <a:off x="0" y="0"/>
          <a:ext cx="0" cy="0"/>
          <a:chOff x="0" y="0"/>
          <a:chExt cx="0" cy="0"/>
        </a:xfrm>
      </p:grpSpPr>
      <p:sp>
        <p:nvSpPr>
          <p:cNvPr id="927" name="Google Shape;927;h44ba9557397ad1d7_0_2043"/>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28" name="Google Shape;928;h44ba9557397ad1d7_0_2043"/>
          <p:cNvPicPr preferRelativeResize="0"/>
          <p:nvPr/>
        </p:nvPicPr>
        <p:blipFill rotWithShape="1">
          <a:blip r:embed="rId2">
            <a:alphaModFix/>
          </a:blip>
          <a:srcRect b="0" l="0" r="0" t="0"/>
          <a:stretch/>
        </p:blipFill>
        <p:spPr>
          <a:xfrm>
            <a:off x="536852" y="480067"/>
            <a:ext cx="2886979" cy="281926"/>
          </a:xfrm>
          <a:prstGeom prst="rect">
            <a:avLst/>
          </a:prstGeom>
          <a:noFill/>
          <a:ln>
            <a:noFill/>
          </a:ln>
        </p:spPr>
      </p:pic>
      <p:pic>
        <p:nvPicPr>
          <p:cNvPr id="929" name="Google Shape;929;h44ba9557397ad1d7_0_2043"/>
          <p:cNvPicPr preferRelativeResize="0"/>
          <p:nvPr/>
        </p:nvPicPr>
        <p:blipFill rotWithShape="1">
          <a:blip r:embed="rId3">
            <a:alphaModFix/>
          </a:blip>
          <a:srcRect b="17410" l="0" r="15662" t="0"/>
          <a:stretch/>
        </p:blipFill>
        <p:spPr>
          <a:xfrm>
            <a:off x="6059422" y="790001"/>
            <a:ext cx="6195835" cy="6067999"/>
          </a:xfrm>
          <a:prstGeom prst="rect">
            <a:avLst/>
          </a:prstGeom>
          <a:noFill/>
          <a:ln>
            <a:noFill/>
          </a:ln>
        </p:spPr>
      </p:pic>
      <p:sp>
        <p:nvSpPr>
          <p:cNvPr id="930" name="Google Shape;930;h44ba9557397ad1d7_0_2043"/>
          <p:cNvSpPr/>
          <p:nvPr/>
        </p:nvSpPr>
        <p:spPr>
          <a:xfrm>
            <a:off x="-52915" y="2951750"/>
            <a:ext cx="51936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31" name="Google Shape;931;h44ba9557397ad1d7_0_2043"/>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rgbClr val="000000"/>
                </a:solidFill>
                <a:latin typeface="Helvetica Neue"/>
                <a:ea typeface="Helvetica Neue"/>
                <a:cs typeface="Helvetica Neue"/>
                <a:sym typeface="Helvetica Neue"/>
              </a:rPr>
              <a:t>Thank You</a:t>
            </a:r>
            <a:endParaRPr b="1" i="0" sz="4100" u="none" cap="none" strike="noStrike">
              <a:solidFill>
                <a:schemeClr val="dk2"/>
              </a:solidFill>
              <a:latin typeface="Helvetica Neue"/>
              <a:ea typeface="Helvetica Neue"/>
              <a:cs typeface="Helvetica Neue"/>
              <a:sym typeface="Helvetica Neue"/>
            </a:endParaRPr>
          </a:p>
        </p:txBody>
      </p:sp>
      <p:sp>
        <p:nvSpPr>
          <p:cNvPr id="932" name="Google Shape;932;h44ba9557397ad1d7_0_2043"/>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Helvetica Neue"/>
                <a:ea typeface="Helvetica Neue"/>
                <a:cs typeface="Helvetica Neue"/>
                <a:sym typeface="Helvetica Neue"/>
              </a:rPr>
              <a:t>paloaltonetworks.com</a:t>
            </a:r>
            <a:endParaRPr b="1" i="0" sz="1300" u="none" cap="none" strike="noStrike">
              <a:solidFill>
                <a:schemeClr val="dk1"/>
              </a:solidFill>
              <a:latin typeface="Helvetica Neue"/>
              <a:ea typeface="Helvetica Neue"/>
              <a:cs typeface="Helvetica Neue"/>
              <a:sym typeface="Helvetica Neue"/>
            </a:endParaRPr>
          </a:p>
        </p:txBody>
      </p:sp>
      <p:sp>
        <p:nvSpPr>
          <p:cNvPr id="933" name="Google Shape;933;h44ba9557397ad1d7_0_2043"/>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a Thank You Slide - dark">
  <p:cSld name="TITLE_1_2_3_2">
    <p:spTree>
      <p:nvGrpSpPr>
        <p:cNvPr id="934" name="Shape 934"/>
        <p:cNvGrpSpPr/>
        <p:nvPr/>
      </p:nvGrpSpPr>
      <p:grpSpPr>
        <a:xfrm>
          <a:off x="0" y="0"/>
          <a:ext cx="0" cy="0"/>
          <a:chOff x="0" y="0"/>
          <a:chExt cx="0" cy="0"/>
        </a:xfrm>
      </p:grpSpPr>
      <p:sp>
        <p:nvSpPr>
          <p:cNvPr id="935" name="Google Shape;935;h44ba9557397ad1d7_0_2051"/>
          <p:cNvSpPr/>
          <p:nvPr/>
        </p:nvSpPr>
        <p:spPr>
          <a:xfrm>
            <a:off x="-52915" y="0"/>
            <a:ext cx="123084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36" name="Google Shape;936;h44ba9557397ad1d7_0_2051"/>
          <p:cNvSpPr/>
          <p:nvPr/>
        </p:nvSpPr>
        <p:spPr>
          <a:xfrm>
            <a:off x="-52915" y="0"/>
            <a:ext cx="12308400" cy="3028500"/>
          </a:xfrm>
          <a:prstGeom prst="rect">
            <a:avLst/>
          </a:prstGeom>
          <a:gradFill>
            <a:gsLst>
              <a:gs pos="0">
                <a:srgbClr val="FFCB06">
                  <a:alpha val="31765"/>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37" name="Google Shape;937;h44ba9557397ad1d7_0_2051"/>
          <p:cNvPicPr preferRelativeResize="0"/>
          <p:nvPr/>
        </p:nvPicPr>
        <p:blipFill rotWithShape="1">
          <a:blip r:embed="rId2">
            <a:alphaModFix amt="75000"/>
          </a:blip>
          <a:srcRect b="17410" l="0" r="15662" t="0"/>
          <a:stretch/>
        </p:blipFill>
        <p:spPr>
          <a:xfrm>
            <a:off x="6059422" y="790001"/>
            <a:ext cx="6195835" cy="6067999"/>
          </a:xfrm>
          <a:prstGeom prst="rect">
            <a:avLst/>
          </a:prstGeom>
          <a:noFill/>
          <a:ln>
            <a:noFill/>
          </a:ln>
        </p:spPr>
      </p:pic>
      <p:sp>
        <p:nvSpPr>
          <p:cNvPr id="938" name="Google Shape;938;h44ba9557397ad1d7_0_2051"/>
          <p:cNvSpPr/>
          <p:nvPr/>
        </p:nvSpPr>
        <p:spPr>
          <a:xfrm>
            <a:off x="-52915" y="2186601"/>
            <a:ext cx="123084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39" name="Google Shape;939;h44ba9557397ad1d7_0_2051"/>
          <p:cNvPicPr preferRelativeResize="0"/>
          <p:nvPr/>
        </p:nvPicPr>
        <p:blipFill rotWithShape="1">
          <a:blip r:embed="rId3">
            <a:alphaModFix/>
          </a:blip>
          <a:srcRect b="0" l="0" r="0" t="0"/>
          <a:stretch/>
        </p:blipFill>
        <p:spPr>
          <a:xfrm>
            <a:off x="536852" y="480067"/>
            <a:ext cx="2886979" cy="281926"/>
          </a:xfrm>
          <a:prstGeom prst="rect">
            <a:avLst/>
          </a:prstGeom>
          <a:noFill/>
          <a:ln>
            <a:noFill/>
          </a:ln>
        </p:spPr>
      </p:pic>
      <p:sp>
        <p:nvSpPr>
          <p:cNvPr id="940" name="Google Shape;940;h44ba9557397ad1d7_0_2051"/>
          <p:cNvSpPr/>
          <p:nvPr/>
        </p:nvSpPr>
        <p:spPr>
          <a:xfrm>
            <a:off x="-52915" y="2951750"/>
            <a:ext cx="5193600" cy="54900"/>
          </a:xfrm>
          <a:prstGeom prst="rect">
            <a:avLst/>
          </a:prstGeom>
          <a:gradFill>
            <a:gsLst>
              <a:gs pos="0">
                <a:srgbClr val="FE9F25"/>
              </a:gs>
              <a:gs pos="100000">
                <a:schemeClr val="accent2"/>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41" name="Google Shape;941;h44ba9557397ad1d7_0_2051"/>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chemeClr val="lt1"/>
                </a:solidFill>
                <a:latin typeface="Helvetica Neue"/>
                <a:ea typeface="Helvetica Neue"/>
                <a:cs typeface="Helvetica Neue"/>
                <a:sym typeface="Helvetica Neue"/>
              </a:rPr>
              <a:t>Thank You</a:t>
            </a:r>
            <a:endParaRPr b="1" i="0" sz="4100" u="none" cap="none" strike="noStrike">
              <a:solidFill>
                <a:schemeClr val="lt1"/>
              </a:solidFill>
              <a:latin typeface="Helvetica Neue"/>
              <a:ea typeface="Helvetica Neue"/>
              <a:cs typeface="Helvetica Neue"/>
              <a:sym typeface="Helvetica Neue"/>
            </a:endParaRPr>
          </a:p>
        </p:txBody>
      </p:sp>
      <p:sp>
        <p:nvSpPr>
          <p:cNvPr id="942" name="Google Shape;942;h44ba9557397ad1d7_0_2051"/>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Helvetica Neue"/>
                <a:ea typeface="Helvetica Neue"/>
                <a:cs typeface="Helvetica Neue"/>
                <a:sym typeface="Helvetica Neue"/>
              </a:rPr>
              <a:t>paloaltonetworks.com</a:t>
            </a:r>
            <a:endParaRPr b="1" i="0" sz="1300" u="none" cap="none" strike="noStrike">
              <a:solidFill>
                <a:schemeClr val="lt1"/>
              </a:solidFill>
              <a:latin typeface="Helvetica Neue"/>
              <a:ea typeface="Helvetica Neue"/>
              <a:cs typeface="Helvetica Neue"/>
              <a:sym typeface="Helvetica Neue"/>
            </a:endParaRPr>
          </a:p>
        </p:txBody>
      </p:sp>
      <p:sp>
        <p:nvSpPr>
          <p:cNvPr id="943" name="Google Shape;943;h44ba9557397ad1d7_0_205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hank You Slide - light">
  <p:cSld name="TITLE_1_1_2">
    <p:spTree>
      <p:nvGrpSpPr>
        <p:cNvPr id="944" name="Shape 944"/>
        <p:cNvGrpSpPr/>
        <p:nvPr/>
      </p:nvGrpSpPr>
      <p:grpSpPr>
        <a:xfrm>
          <a:off x="0" y="0"/>
          <a:ext cx="0" cy="0"/>
          <a:chOff x="0" y="0"/>
          <a:chExt cx="0" cy="0"/>
        </a:xfrm>
      </p:grpSpPr>
      <p:sp>
        <p:nvSpPr>
          <p:cNvPr id="945" name="Google Shape;945;h44ba9557397ad1d7_0_2061"/>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46" name="Google Shape;946;h44ba9557397ad1d7_0_2061"/>
          <p:cNvPicPr preferRelativeResize="0"/>
          <p:nvPr/>
        </p:nvPicPr>
        <p:blipFill rotWithShape="1">
          <a:blip r:embed="rId2">
            <a:alphaModFix/>
          </a:blip>
          <a:srcRect b="0" l="0" r="0" t="0"/>
          <a:stretch/>
        </p:blipFill>
        <p:spPr>
          <a:xfrm>
            <a:off x="536852" y="480067"/>
            <a:ext cx="2905789" cy="280409"/>
          </a:xfrm>
          <a:prstGeom prst="rect">
            <a:avLst/>
          </a:prstGeom>
          <a:noFill/>
          <a:ln>
            <a:noFill/>
          </a:ln>
        </p:spPr>
      </p:pic>
      <p:pic>
        <p:nvPicPr>
          <p:cNvPr id="947" name="Google Shape;947;h44ba9557397ad1d7_0_2061"/>
          <p:cNvPicPr preferRelativeResize="0"/>
          <p:nvPr/>
        </p:nvPicPr>
        <p:blipFill rotWithShape="1">
          <a:blip r:embed="rId3">
            <a:alphaModFix/>
          </a:blip>
          <a:srcRect b="27421" l="0" r="21948" t="0"/>
          <a:stretch/>
        </p:blipFill>
        <p:spPr>
          <a:xfrm>
            <a:off x="4817007" y="-2"/>
            <a:ext cx="7374669" cy="6857999"/>
          </a:xfrm>
          <a:prstGeom prst="rect">
            <a:avLst/>
          </a:prstGeom>
          <a:noFill/>
          <a:ln>
            <a:noFill/>
          </a:ln>
        </p:spPr>
      </p:pic>
      <p:sp>
        <p:nvSpPr>
          <p:cNvPr id="948" name="Google Shape;948;h44ba9557397ad1d7_0_2061"/>
          <p:cNvSpPr/>
          <p:nvPr/>
        </p:nvSpPr>
        <p:spPr>
          <a:xfrm>
            <a:off x="-52915" y="2951750"/>
            <a:ext cx="51936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49" name="Google Shape;949;h44ba9557397ad1d7_0_2061"/>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rgbClr val="000000"/>
                </a:solidFill>
                <a:latin typeface="Helvetica Neue"/>
                <a:ea typeface="Helvetica Neue"/>
                <a:cs typeface="Helvetica Neue"/>
                <a:sym typeface="Helvetica Neue"/>
              </a:rPr>
              <a:t>Thank You</a:t>
            </a:r>
            <a:endParaRPr b="1" i="0" sz="4100" u="none" cap="none" strike="noStrike">
              <a:solidFill>
                <a:schemeClr val="dk2"/>
              </a:solidFill>
              <a:latin typeface="Helvetica Neue"/>
              <a:ea typeface="Helvetica Neue"/>
              <a:cs typeface="Helvetica Neue"/>
              <a:sym typeface="Helvetica Neue"/>
            </a:endParaRPr>
          </a:p>
        </p:txBody>
      </p:sp>
      <p:sp>
        <p:nvSpPr>
          <p:cNvPr id="950" name="Google Shape;950;h44ba9557397ad1d7_0_2061"/>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Helvetica Neue"/>
                <a:ea typeface="Helvetica Neue"/>
                <a:cs typeface="Helvetica Neue"/>
                <a:sym typeface="Helvetica Neue"/>
              </a:rPr>
              <a:t>paloaltonetworks.com</a:t>
            </a:r>
            <a:endParaRPr b="1" i="0" sz="1300" u="none" cap="none" strike="noStrike">
              <a:solidFill>
                <a:schemeClr val="dk1"/>
              </a:solidFill>
              <a:latin typeface="Helvetica Neue"/>
              <a:ea typeface="Helvetica Neue"/>
              <a:cs typeface="Helvetica Neue"/>
              <a:sym typeface="Helvetica Neue"/>
            </a:endParaRPr>
          </a:p>
        </p:txBody>
      </p:sp>
      <p:sp>
        <p:nvSpPr>
          <p:cNvPr id="951" name="Google Shape;951;h44ba9557397ad1d7_0_2061"/>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sma Thank You Slide - dark">
  <p:cSld name="TITLE_1_2_3_1_2">
    <p:spTree>
      <p:nvGrpSpPr>
        <p:cNvPr id="952" name="Shape 952"/>
        <p:cNvGrpSpPr/>
        <p:nvPr/>
      </p:nvGrpSpPr>
      <p:grpSpPr>
        <a:xfrm>
          <a:off x="0" y="0"/>
          <a:ext cx="0" cy="0"/>
          <a:chOff x="0" y="0"/>
          <a:chExt cx="0" cy="0"/>
        </a:xfrm>
      </p:grpSpPr>
      <p:sp>
        <p:nvSpPr>
          <p:cNvPr id="953" name="Google Shape;953;h44ba9557397ad1d7_0_2069"/>
          <p:cNvSpPr/>
          <p:nvPr/>
        </p:nvSpPr>
        <p:spPr>
          <a:xfrm>
            <a:off x="-52915" y="0"/>
            <a:ext cx="123084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54" name="Google Shape;954;h44ba9557397ad1d7_0_2069"/>
          <p:cNvSpPr/>
          <p:nvPr/>
        </p:nvSpPr>
        <p:spPr>
          <a:xfrm>
            <a:off x="-52915" y="0"/>
            <a:ext cx="12308400" cy="3028500"/>
          </a:xfrm>
          <a:prstGeom prst="rect">
            <a:avLst/>
          </a:prstGeom>
          <a:gradFill>
            <a:gsLst>
              <a:gs pos="0">
                <a:srgbClr val="00C0E8">
                  <a:alpha val="31765"/>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55" name="Google Shape;955;h44ba9557397ad1d7_0_2069"/>
          <p:cNvPicPr preferRelativeResize="0"/>
          <p:nvPr/>
        </p:nvPicPr>
        <p:blipFill rotWithShape="1">
          <a:blip r:embed="rId2">
            <a:alphaModFix amt="75000"/>
          </a:blip>
          <a:srcRect b="27421" l="0" r="21948" t="0"/>
          <a:stretch/>
        </p:blipFill>
        <p:spPr>
          <a:xfrm>
            <a:off x="4817007" y="-2"/>
            <a:ext cx="7374669" cy="6857999"/>
          </a:xfrm>
          <a:prstGeom prst="rect">
            <a:avLst/>
          </a:prstGeom>
          <a:noFill/>
          <a:ln>
            <a:noFill/>
          </a:ln>
        </p:spPr>
      </p:pic>
      <p:sp>
        <p:nvSpPr>
          <p:cNvPr id="956" name="Google Shape;956;h44ba9557397ad1d7_0_2069"/>
          <p:cNvSpPr/>
          <p:nvPr/>
        </p:nvSpPr>
        <p:spPr>
          <a:xfrm>
            <a:off x="-52915" y="2186601"/>
            <a:ext cx="123084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57" name="Google Shape;957;h44ba9557397ad1d7_0_2069"/>
          <p:cNvPicPr preferRelativeResize="0"/>
          <p:nvPr/>
        </p:nvPicPr>
        <p:blipFill rotWithShape="1">
          <a:blip r:embed="rId3">
            <a:alphaModFix/>
          </a:blip>
          <a:srcRect b="100" l="0" r="0" t="90"/>
          <a:stretch/>
        </p:blipFill>
        <p:spPr>
          <a:xfrm>
            <a:off x="536852" y="480067"/>
            <a:ext cx="2905789" cy="280409"/>
          </a:xfrm>
          <a:prstGeom prst="rect">
            <a:avLst/>
          </a:prstGeom>
          <a:noFill/>
          <a:ln>
            <a:noFill/>
          </a:ln>
        </p:spPr>
      </p:pic>
      <p:sp>
        <p:nvSpPr>
          <p:cNvPr id="958" name="Google Shape;958;h44ba9557397ad1d7_0_2069"/>
          <p:cNvSpPr/>
          <p:nvPr/>
        </p:nvSpPr>
        <p:spPr>
          <a:xfrm>
            <a:off x="-52915" y="2951750"/>
            <a:ext cx="5193600" cy="54900"/>
          </a:xfrm>
          <a:prstGeom prst="rect">
            <a:avLst/>
          </a:prstGeom>
          <a:gradFill>
            <a:gsLst>
              <a:gs pos="0">
                <a:srgbClr val="0196B3"/>
              </a:gs>
              <a:gs pos="100000">
                <a:schemeClr val="accent3"/>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59" name="Google Shape;959;h44ba9557397ad1d7_0_2069"/>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chemeClr val="lt1"/>
                </a:solidFill>
                <a:latin typeface="Helvetica Neue"/>
                <a:ea typeface="Helvetica Neue"/>
                <a:cs typeface="Helvetica Neue"/>
                <a:sym typeface="Helvetica Neue"/>
              </a:rPr>
              <a:t>Thank You</a:t>
            </a:r>
            <a:endParaRPr b="1" i="0" sz="4100" u="none" cap="none" strike="noStrike">
              <a:solidFill>
                <a:schemeClr val="lt1"/>
              </a:solidFill>
              <a:latin typeface="Helvetica Neue"/>
              <a:ea typeface="Helvetica Neue"/>
              <a:cs typeface="Helvetica Neue"/>
              <a:sym typeface="Helvetica Neue"/>
            </a:endParaRPr>
          </a:p>
        </p:txBody>
      </p:sp>
      <p:sp>
        <p:nvSpPr>
          <p:cNvPr id="960" name="Google Shape;960;h44ba9557397ad1d7_0_2069"/>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Helvetica Neue"/>
                <a:ea typeface="Helvetica Neue"/>
                <a:cs typeface="Helvetica Neue"/>
                <a:sym typeface="Helvetica Neue"/>
              </a:rPr>
              <a:t>paloaltonetworks.com</a:t>
            </a:r>
            <a:endParaRPr b="1" i="0" sz="1300" u="none" cap="none" strike="noStrike">
              <a:solidFill>
                <a:schemeClr val="lt1"/>
              </a:solidFill>
              <a:latin typeface="Helvetica Neue"/>
              <a:ea typeface="Helvetica Neue"/>
              <a:cs typeface="Helvetica Neue"/>
              <a:sym typeface="Helvetica Neue"/>
            </a:endParaRPr>
          </a:p>
        </p:txBody>
      </p:sp>
      <p:sp>
        <p:nvSpPr>
          <p:cNvPr id="961" name="Google Shape;961;h44ba9557397ad1d7_0_2069"/>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hank You Slide - light">
  <p:cSld name="TITLE_1_1_1_4">
    <p:spTree>
      <p:nvGrpSpPr>
        <p:cNvPr id="962" name="Shape 962"/>
        <p:cNvGrpSpPr/>
        <p:nvPr/>
      </p:nvGrpSpPr>
      <p:grpSpPr>
        <a:xfrm>
          <a:off x="0" y="0"/>
          <a:ext cx="0" cy="0"/>
          <a:chOff x="0" y="0"/>
          <a:chExt cx="0" cy="0"/>
        </a:xfrm>
      </p:grpSpPr>
      <p:sp>
        <p:nvSpPr>
          <p:cNvPr id="963" name="Google Shape;963;h44ba9557397ad1d7_0_2079"/>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64" name="Google Shape;964;h44ba9557397ad1d7_0_2079"/>
          <p:cNvPicPr preferRelativeResize="0"/>
          <p:nvPr/>
        </p:nvPicPr>
        <p:blipFill rotWithShape="1">
          <a:blip r:embed="rId2">
            <a:alphaModFix/>
          </a:blip>
          <a:srcRect b="0" l="0" r="0" t="0"/>
          <a:stretch/>
        </p:blipFill>
        <p:spPr>
          <a:xfrm>
            <a:off x="536852" y="480067"/>
            <a:ext cx="2986353" cy="280409"/>
          </a:xfrm>
          <a:prstGeom prst="rect">
            <a:avLst/>
          </a:prstGeom>
          <a:noFill/>
          <a:ln>
            <a:noFill/>
          </a:ln>
        </p:spPr>
      </p:pic>
      <p:pic>
        <p:nvPicPr>
          <p:cNvPr id="965" name="Google Shape;965;h44ba9557397ad1d7_0_2079"/>
          <p:cNvPicPr preferRelativeResize="0"/>
          <p:nvPr/>
        </p:nvPicPr>
        <p:blipFill rotWithShape="1">
          <a:blip r:embed="rId3">
            <a:alphaModFix/>
          </a:blip>
          <a:srcRect b="27499" l="16143" r="19028" t="0"/>
          <a:stretch/>
        </p:blipFill>
        <p:spPr>
          <a:xfrm>
            <a:off x="6488710" y="480067"/>
            <a:ext cx="5703045" cy="6377933"/>
          </a:xfrm>
          <a:prstGeom prst="rect">
            <a:avLst/>
          </a:prstGeom>
          <a:noFill/>
          <a:ln>
            <a:noFill/>
          </a:ln>
        </p:spPr>
      </p:pic>
      <p:sp>
        <p:nvSpPr>
          <p:cNvPr id="966" name="Google Shape;966;h44ba9557397ad1d7_0_2079"/>
          <p:cNvSpPr/>
          <p:nvPr/>
        </p:nvSpPr>
        <p:spPr>
          <a:xfrm>
            <a:off x="-52915" y="29517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67" name="Google Shape;967;h44ba9557397ad1d7_0_2079"/>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rgbClr val="000000"/>
                </a:solidFill>
                <a:latin typeface="Helvetica Neue"/>
                <a:ea typeface="Helvetica Neue"/>
                <a:cs typeface="Helvetica Neue"/>
                <a:sym typeface="Helvetica Neue"/>
              </a:rPr>
              <a:t>Thank You</a:t>
            </a:r>
            <a:endParaRPr b="1" i="0" sz="4100" u="none" cap="none" strike="noStrike">
              <a:solidFill>
                <a:schemeClr val="dk2"/>
              </a:solidFill>
              <a:latin typeface="Helvetica Neue"/>
              <a:ea typeface="Helvetica Neue"/>
              <a:cs typeface="Helvetica Neue"/>
              <a:sym typeface="Helvetica Neue"/>
            </a:endParaRPr>
          </a:p>
        </p:txBody>
      </p:sp>
      <p:sp>
        <p:nvSpPr>
          <p:cNvPr id="968" name="Google Shape;968;h44ba9557397ad1d7_0_2079"/>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Helvetica Neue"/>
                <a:ea typeface="Helvetica Neue"/>
                <a:cs typeface="Helvetica Neue"/>
                <a:sym typeface="Helvetica Neue"/>
              </a:rPr>
              <a:t>paloaltonetworks.com</a:t>
            </a:r>
            <a:endParaRPr b="1" i="0" sz="1300" u="none" cap="none" strike="noStrike">
              <a:solidFill>
                <a:schemeClr val="dk1"/>
              </a:solidFill>
              <a:latin typeface="Helvetica Neue"/>
              <a:ea typeface="Helvetica Neue"/>
              <a:cs typeface="Helvetica Neue"/>
              <a:sym typeface="Helvetica Neue"/>
            </a:endParaRPr>
          </a:p>
        </p:txBody>
      </p:sp>
      <p:sp>
        <p:nvSpPr>
          <p:cNvPr id="969" name="Google Shape;969;h44ba9557397ad1d7_0_2079"/>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hank You Slide - light">
  <p:cSld name="TITLE_1_1_1_3_2">
    <p:spTree>
      <p:nvGrpSpPr>
        <p:cNvPr id="970" name="Shape 970"/>
        <p:cNvGrpSpPr/>
        <p:nvPr/>
      </p:nvGrpSpPr>
      <p:grpSpPr>
        <a:xfrm>
          <a:off x="0" y="0"/>
          <a:ext cx="0" cy="0"/>
          <a:chOff x="0" y="0"/>
          <a:chExt cx="0" cy="0"/>
        </a:xfrm>
      </p:grpSpPr>
      <p:sp>
        <p:nvSpPr>
          <p:cNvPr id="971" name="Google Shape;971;h44ba9557397ad1d7_0_2087"/>
          <p:cNvSpPr/>
          <p:nvPr/>
        </p:nvSpPr>
        <p:spPr>
          <a:xfrm>
            <a:off x="-52915" y="0"/>
            <a:ext cx="122448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72" name="Google Shape;972;h44ba9557397ad1d7_0_2087"/>
          <p:cNvPicPr preferRelativeResize="0"/>
          <p:nvPr/>
        </p:nvPicPr>
        <p:blipFill rotWithShape="1">
          <a:blip r:embed="rId2">
            <a:alphaModFix/>
          </a:blip>
          <a:srcRect b="0" l="0" r="0" t="0"/>
          <a:stretch/>
        </p:blipFill>
        <p:spPr>
          <a:xfrm>
            <a:off x="536852" y="480067"/>
            <a:ext cx="2890808" cy="280408"/>
          </a:xfrm>
          <a:prstGeom prst="rect">
            <a:avLst/>
          </a:prstGeom>
          <a:noFill/>
          <a:ln>
            <a:noFill/>
          </a:ln>
        </p:spPr>
      </p:pic>
      <p:pic>
        <p:nvPicPr>
          <p:cNvPr id="973" name="Google Shape;973;h44ba9557397ad1d7_0_2087"/>
          <p:cNvPicPr preferRelativeResize="0"/>
          <p:nvPr/>
        </p:nvPicPr>
        <p:blipFill rotWithShape="1">
          <a:blip r:embed="rId3">
            <a:alphaModFix/>
          </a:blip>
          <a:srcRect b="24841" l="0" r="20616" t="8077"/>
          <a:stretch/>
        </p:blipFill>
        <p:spPr>
          <a:xfrm>
            <a:off x="4797672" y="609600"/>
            <a:ext cx="7394089" cy="6248402"/>
          </a:xfrm>
          <a:prstGeom prst="rect">
            <a:avLst/>
          </a:prstGeom>
          <a:noFill/>
          <a:ln>
            <a:noFill/>
          </a:ln>
        </p:spPr>
      </p:pic>
      <p:sp>
        <p:nvSpPr>
          <p:cNvPr id="974" name="Google Shape;974;h44ba9557397ad1d7_0_2087"/>
          <p:cNvSpPr/>
          <p:nvPr/>
        </p:nvSpPr>
        <p:spPr>
          <a:xfrm>
            <a:off x="-52915" y="2951750"/>
            <a:ext cx="51936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75" name="Google Shape;975;h44ba9557397ad1d7_0_2087"/>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rgbClr val="000000"/>
                </a:solidFill>
                <a:latin typeface="Helvetica Neue"/>
                <a:ea typeface="Helvetica Neue"/>
                <a:cs typeface="Helvetica Neue"/>
                <a:sym typeface="Helvetica Neue"/>
              </a:rPr>
              <a:t>Thank You</a:t>
            </a:r>
            <a:endParaRPr b="1" i="0" sz="4100" u="none" cap="none" strike="noStrike">
              <a:solidFill>
                <a:schemeClr val="dk2"/>
              </a:solidFill>
              <a:latin typeface="Helvetica Neue"/>
              <a:ea typeface="Helvetica Neue"/>
              <a:cs typeface="Helvetica Neue"/>
              <a:sym typeface="Helvetica Neue"/>
            </a:endParaRPr>
          </a:p>
        </p:txBody>
      </p:sp>
      <p:sp>
        <p:nvSpPr>
          <p:cNvPr id="976" name="Google Shape;976;h44ba9557397ad1d7_0_2087"/>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Helvetica Neue"/>
                <a:ea typeface="Helvetica Neue"/>
                <a:cs typeface="Helvetica Neue"/>
                <a:sym typeface="Helvetica Neue"/>
              </a:rPr>
              <a:t>paloaltonetworks.com</a:t>
            </a:r>
            <a:endParaRPr b="1" i="0" sz="1300" u="none" cap="none" strike="noStrike">
              <a:solidFill>
                <a:schemeClr val="dk1"/>
              </a:solidFill>
              <a:latin typeface="Helvetica Neue"/>
              <a:ea typeface="Helvetica Neue"/>
              <a:cs typeface="Helvetica Neue"/>
              <a:sym typeface="Helvetica Neue"/>
            </a:endParaRPr>
          </a:p>
        </p:txBody>
      </p:sp>
      <p:sp>
        <p:nvSpPr>
          <p:cNvPr id="977" name="Google Shape;977;h44ba9557397ad1d7_0_2087"/>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Helvetica Neue"/>
                <a:ea typeface="Helvetica Neue"/>
                <a:cs typeface="Helvetica Neue"/>
                <a:sym typeface="Helvetica Neue"/>
              </a:rPr>
              <a:t>. .</a:t>
            </a:r>
            <a:endParaRPr b="0" i="0" sz="800" u="none" cap="none" strike="noStrike">
              <a:solidFill>
                <a:schemeClr val="dk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it42 Thank You Slide - dark">
  <p:cSld name="TITLE_1_1_1_3_1_1">
    <p:spTree>
      <p:nvGrpSpPr>
        <p:cNvPr id="978" name="Shape 978"/>
        <p:cNvGrpSpPr/>
        <p:nvPr/>
      </p:nvGrpSpPr>
      <p:grpSpPr>
        <a:xfrm>
          <a:off x="0" y="0"/>
          <a:ext cx="0" cy="0"/>
          <a:chOff x="0" y="0"/>
          <a:chExt cx="0" cy="0"/>
        </a:xfrm>
      </p:grpSpPr>
      <p:sp>
        <p:nvSpPr>
          <p:cNvPr id="979" name="Google Shape;979;h44ba9557397ad1d7_0_2095"/>
          <p:cNvSpPr/>
          <p:nvPr/>
        </p:nvSpPr>
        <p:spPr>
          <a:xfrm>
            <a:off x="-52915" y="0"/>
            <a:ext cx="12308100" cy="6858000"/>
          </a:xfrm>
          <a:prstGeom prst="rect">
            <a:avLst/>
          </a:prstGeom>
          <a:solidFill>
            <a:srgbClr val="F3F3F3"/>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80" name="Google Shape;980;h44ba9557397ad1d7_0_2095"/>
          <p:cNvPicPr preferRelativeResize="0"/>
          <p:nvPr/>
        </p:nvPicPr>
        <p:blipFill rotWithShape="1">
          <a:blip r:embed="rId2">
            <a:alphaModFix/>
          </a:blip>
          <a:srcRect b="24841" l="0" r="20616" t="8077"/>
          <a:stretch/>
        </p:blipFill>
        <p:spPr>
          <a:xfrm>
            <a:off x="4822826" y="609600"/>
            <a:ext cx="7432433" cy="6248402"/>
          </a:xfrm>
          <a:prstGeom prst="rect">
            <a:avLst/>
          </a:prstGeom>
          <a:noFill/>
          <a:ln>
            <a:noFill/>
          </a:ln>
        </p:spPr>
      </p:pic>
      <p:sp>
        <p:nvSpPr>
          <p:cNvPr id="981" name="Google Shape;981;h44ba9557397ad1d7_0_2095"/>
          <p:cNvSpPr/>
          <p:nvPr/>
        </p:nvSpPr>
        <p:spPr>
          <a:xfrm>
            <a:off x="-52915" y="0"/>
            <a:ext cx="12308100" cy="68580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82" name="Google Shape;982;h44ba9557397ad1d7_0_2095"/>
          <p:cNvSpPr/>
          <p:nvPr/>
        </p:nvSpPr>
        <p:spPr>
          <a:xfrm>
            <a:off x="-52915" y="0"/>
            <a:ext cx="12308100" cy="3028500"/>
          </a:xfrm>
          <a:prstGeom prst="rect">
            <a:avLst/>
          </a:prstGeom>
          <a:gradFill>
            <a:gsLst>
              <a:gs pos="0">
                <a:srgbClr val="FA582D">
                  <a:alpha val="25490"/>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83" name="Google Shape;983;h44ba9557397ad1d7_0_2095"/>
          <p:cNvPicPr preferRelativeResize="0"/>
          <p:nvPr/>
        </p:nvPicPr>
        <p:blipFill rotWithShape="1">
          <a:blip r:embed="rId2">
            <a:alphaModFix amt="75000"/>
          </a:blip>
          <a:srcRect b="24841" l="0" r="20616" t="8077"/>
          <a:stretch/>
        </p:blipFill>
        <p:spPr>
          <a:xfrm>
            <a:off x="4797672" y="609600"/>
            <a:ext cx="7394089" cy="6248402"/>
          </a:xfrm>
          <a:prstGeom prst="rect">
            <a:avLst/>
          </a:prstGeom>
          <a:noFill/>
          <a:ln>
            <a:noFill/>
          </a:ln>
        </p:spPr>
      </p:pic>
      <p:sp>
        <p:nvSpPr>
          <p:cNvPr id="984" name="Google Shape;984;h44ba9557397ad1d7_0_2095"/>
          <p:cNvSpPr/>
          <p:nvPr/>
        </p:nvSpPr>
        <p:spPr>
          <a:xfrm>
            <a:off x="-52915" y="2186601"/>
            <a:ext cx="12308100" cy="46713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85" name="Google Shape;985;h44ba9557397ad1d7_0_2095"/>
          <p:cNvPicPr preferRelativeResize="0"/>
          <p:nvPr/>
        </p:nvPicPr>
        <p:blipFill rotWithShape="1">
          <a:blip r:embed="rId3">
            <a:alphaModFix/>
          </a:blip>
          <a:srcRect b="80" l="0" r="0" t="90"/>
          <a:stretch/>
        </p:blipFill>
        <p:spPr>
          <a:xfrm>
            <a:off x="536852" y="480067"/>
            <a:ext cx="2890808" cy="280408"/>
          </a:xfrm>
          <a:prstGeom prst="rect">
            <a:avLst/>
          </a:prstGeom>
          <a:noFill/>
          <a:ln>
            <a:noFill/>
          </a:ln>
        </p:spPr>
      </p:pic>
      <p:sp>
        <p:nvSpPr>
          <p:cNvPr id="986" name="Google Shape;986;h44ba9557397ad1d7_0_2095"/>
          <p:cNvSpPr/>
          <p:nvPr/>
        </p:nvSpPr>
        <p:spPr>
          <a:xfrm>
            <a:off x="-52915" y="2951750"/>
            <a:ext cx="5193600" cy="54900"/>
          </a:xfrm>
          <a:prstGeom prst="rect">
            <a:avLst/>
          </a:prstGeom>
          <a:gradFill>
            <a:gsLst>
              <a:gs pos="0">
                <a:srgbClr val="AA251B"/>
              </a:gs>
              <a:gs pos="100000">
                <a:schemeClr val="accent6"/>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87" name="Google Shape;987;h44ba9557397ad1d7_0_2095"/>
          <p:cNvSpPr txBox="1"/>
          <p:nvPr/>
        </p:nvSpPr>
        <p:spPr>
          <a:xfrm>
            <a:off x="415589" y="1752175"/>
            <a:ext cx="5304000" cy="8664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6500"/>
              <a:buFont typeface="Arial"/>
              <a:buNone/>
            </a:pPr>
            <a:r>
              <a:rPr b="1" i="0" lang="en-US" sz="6500" u="none" cap="none" strike="noStrike">
                <a:solidFill>
                  <a:schemeClr val="lt1"/>
                </a:solidFill>
                <a:latin typeface="Helvetica Neue"/>
                <a:ea typeface="Helvetica Neue"/>
                <a:cs typeface="Helvetica Neue"/>
                <a:sym typeface="Helvetica Neue"/>
              </a:rPr>
              <a:t>Thank You</a:t>
            </a:r>
            <a:endParaRPr b="1" i="0" sz="4100" u="none" cap="none" strike="noStrike">
              <a:solidFill>
                <a:schemeClr val="lt1"/>
              </a:solidFill>
              <a:latin typeface="Helvetica Neue"/>
              <a:ea typeface="Helvetica Neue"/>
              <a:cs typeface="Helvetica Neue"/>
              <a:sym typeface="Helvetica Neue"/>
            </a:endParaRPr>
          </a:p>
        </p:txBody>
      </p:sp>
      <p:sp>
        <p:nvSpPr>
          <p:cNvPr id="988" name="Google Shape;988;h44ba9557397ad1d7_0_2095"/>
          <p:cNvSpPr txBox="1"/>
          <p:nvPr/>
        </p:nvSpPr>
        <p:spPr>
          <a:xfrm>
            <a:off x="415589" y="3150971"/>
            <a:ext cx="2337600" cy="47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Helvetica Neue"/>
                <a:ea typeface="Helvetica Neue"/>
                <a:cs typeface="Helvetica Neue"/>
                <a:sym typeface="Helvetica Neue"/>
              </a:rPr>
              <a:t>paloaltonetworks.com</a:t>
            </a:r>
            <a:endParaRPr b="1" i="0" sz="1300" u="none" cap="none" strike="noStrike">
              <a:solidFill>
                <a:schemeClr val="lt1"/>
              </a:solidFill>
              <a:latin typeface="Helvetica Neue"/>
              <a:ea typeface="Helvetica Neue"/>
              <a:cs typeface="Helvetica Neue"/>
              <a:sym typeface="Helvetica Neue"/>
            </a:endParaRPr>
          </a:p>
        </p:txBody>
      </p:sp>
      <p:sp>
        <p:nvSpPr>
          <p:cNvPr id="989" name="Google Shape;989;h44ba9557397ad1d7_0_209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tex Title Slide - dark 1 1 1 1">
  <p:cSld name="TITLE_1_2_3_1_1_2_1_1_1">
    <p:bg>
      <p:bgPr>
        <a:solidFill>
          <a:schemeClr val="dk1"/>
        </a:solidFill>
      </p:bgPr>
    </p:bg>
    <p:spTree>
      <p:nvGrpSpPr>
        <p:cNvPr id="990" name="Shape 990"/>
        <p:cNvGrpSpPr/>
        <p:nvPr/>
      </p:nvGrpSpPr>
      <p:grpSpPr>
        <a:xfrm>
          <a:off x="0" y="0"/>
          <a:ext cx="0" cy="0"/>
          <a:chOff x="0" y="0"/>
          <a:chExt cx="0" cy="0"/>
        </a:xfrm>
      </p:grpSpPr>
      <p:sp>
        <p:nvSpPr>
          <p:cNvPr id="991" name="Google Shape;991;h44ba9557397ad1d7_0_2107"/>
          <p:cNvSpPr/>
          <p:nvPr/>
        </p:nvSpPr>
        <p:spPr>
          <a:xfrm rot="5400000">
            <a:off x="3318581" y="1999683"/>
            <a:ext cx="6892200" cy="2875200"/>
          </a:xfrm>
          <a:prstGeom prst="rect">
            <a:avLst/>
          </a:prstGeom>
          <a:gradFill>
            <a:gsLst>
              <a:gs pos="0">
                <a:srgbClr val="FFFFFF">
                  <a:alpha val="0"/>
                </a:srgbClr>
              </a:gs>
              <a:gs pos="100000">
                <a:schemeClr val="dk1"/>
              </a:gs>
            </a:gsLst>
            <a:lin ang="5400012"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92" name="Google Shape;992;h44ba9557397ad1d7_0_2107"/>
          <p:cNvSpPr/>
          <p:nvPr/>
        </p:nvSpPr>
        <p:spPr>
          <a:xfrm rot="5400000">
            <a:off x="2640758" y="-2679100"/>
            <a:ext cx="6908700" cy="12241500"/>
          </a:xfrm>
          <a:prstGeom prst="rect">
            <a:avLst/>
          </a:prstGeom>
          <a:solidFill>
            <a:schemeClr val="dk1"/>
          </a:soli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93" name="Google Shape;993;h44ba9557397ad1d7_0_2107"/>
          <p:cNvSpPr txBox="1"/>
          <p:nvPr>
            <p:ph type="ctrTitle"/>
          </p:nvPr>
        </p:nvSpPr>
        <p:spPr>
          <a:xfrm>
            <a:off x="415589" y="2549700"/>
            <a:ext cx="5527800" cy="1784100"/>
          </a:xfrm>
          <a:prstGeom prst="rect">
            <a:avLst/>
          </a:prstGeom>
          <a:noFill/>
          <a:ln>
            <a:noFill/>
          </a:ln>
        </p:spPr>
        <p:txBody>
          <a:bodyPr anchorCtr="0" anchor="b" bIns="121900" lIns="121900" spcFirstLastPara="1" rIns="121900" wrap="square" tIns="121900">
            <a:noAutofit/>
          </a:bodyPr>
          <a:lstStyle>
            <a:lvl1pPr lvl="0" algn="l">
              <a:lnSpc>
                <a:spcPct val="90000"/>
              </a:lnSpc>
              <a:spcBef>
                <a:spcPts val="0"/>
              </a:spcBef>
              <a:spcAft>
                <a:spcPts val="0"/>
              </a:spcAft>
              <a:buClr>
                <a:schemeClr val="lt1"/>
              </a:buClr>
              <a:buSzPts val="4800"/>
              <a:buNone/>
              <a:defRPr sz="4800">
                <a:solidFill>
                  <a:schemeClr val="lt1"/>
                </a:solidFill>
              </a:defRPr>
            </a:lvl1pPr>
            <a:lvl2pPr lvl="1" algn="l">
              <a:lnSpc>
                <a:spcPct val="90000"/>
              </a:lnSpc>
              <a:spcBef>
                <a:spcPts val="0"/>
              </a:spcBef>
              <a:spcAft>
                <a:spcPts val="0"/>
              </a:spcAft>
              <a:buClr>
                <a:schemeClr val="lt1"/>
              </a:buClr>
              <a:buSzPts val="4800"/>
              <a:buNone/>
              <a:defRPr sz="4800">
                <a:solidFill>
                  <a:schemeClr val="lt1"/>
                </a:solidFill>
              </a:defRPr>
            </a:lvl2pPr>
            <a:lvl3pPr lvl="2" algn="l">
              <a:lnSpc>
                <a:spcPct val="90000"/>
              </a:lnSpc>
              <a:spcBef>
                <a:spcPts val="0"/>
              </a:spcBef>
              <a:spcAft>
                <a:spcPts val="0"/>
              </a:spcAft>
              <a:buClr>
                <a:schemeClr val="lt1"/>
              </a:buClr>
              <a:buSzPts val="4800"/>
              <a:buNone/>
              <a:defRPr sz="4800">
                <a:solidFill>
                  <a:schemeClr val="lt1"/>
                </a:solidFill>
              </a:defRPr>
            </a:lvl3pPr>
            <a:lvl4pPr lvl="3" algn="l">
              <a:lnSpc>
                <a:spcPct val="90000"/>
              </a:lnSpc>
              <a:spcBef>
                <a:spcPts val="0"/>
              </a:spcBef>
              <a:spcAft>
                <a:spcPts val="0"/>
              </a:spcAft>
              <a:buClr>
                <a:schemeClr val="lt1"/>
              </a:buClr>
              <a:buSzPts val="4800"/>
              <a:buNone/>
              <a:defRPr sz="4800">
                <a:solidFill>
                  <a:schemeClr val="lt1"/>
                </a:solidFill>
              </a:defRPr>
            </a:lvl4pPr>
            <a:lvl5pPr lvl="4" algn="l">
              <a:lnSpc>
                <a:spcPct val="90000"/>
              </a:lnSpc>
              <a:spcBef>
                <a:spcPts val="0"/>
              </a:spcBef>
              <a:spcAft>
                <a:spcPts val="0"/>
              </a:spcAft>
              <a:buClr>
                <a:schemeClr val="lt1"/>
              </a:buClr>
              <a:buSzPts val="4800"/>
              <a:buNone/>
              <a:defRPr sz="4800">
                <a:solidFill>
                  <a:schemeClr val="lt1"/>
                </a:solidFill>
              </a:defRPr>
            </a:lvl5pPr>
            <a:lvl6pPr lvl="5" algn="l">
              <a:lnSpc>
                <a:spcPct val="90000"/>
              </a:lnSpc>
              <a:spcBef>
                <a:spcPts val="0"/>
              </a:spcBef>
              <a:spcAft>
                <a:spcPts val="0"/>
              </a:spcAft>
              <a:buClr>
                <a:schemeClr val="lt1"/>
              </a:buClr>
              <a:buSzPts val="4800"/>
              <a:buNone/>
              <a:defRPr sz="4800">
                <a:solidFill>
                  <a:schemeClr val="lt1"/>
                </a:solidFill>
              </a:defRPr>
            </a:lvl6pPr>
            <a:lvl7pPr lvl="6" algn="l">
              <a:lnSpc>
                <a:spcPct val="90000"/>
              </a:lnSpc>
              <a:spcBef>
                <a:spcPts val="0"/>
              </a:spcBef>
              <a:spcAft>
                <a:spcPts val="0"/>
              </a:spcAft>
              <a:buClr>
                <a:schemeClr val="lt1"/>
              </a:buClr>
              <a:buSzPts val="4800"/>
              <a:buNone/>
              <a:defRPr sz="4800">
                <a:solidFill>
                  <a:schemeClr val="lt1"/>
                </a:solidFill>
              </a:defRPr>
            </a:lvl7pPr>
            <a:lvl8pPr lvl="7" algn="l">
              <a:lnSpc>
                <a:spcPct val="90000"/>
              </a:lnSpc>
              <a:spcBef>
                <a:spcPts val="0"/>
              </a:spcBef>
              <a:spcAft>
                <a:spcPts val="0"/>
              </a:spcAft>
              <a:buClr>
                <a:schemeClr val="lt1"/>
              </a:buClr>
              <a:buSzPts val="4800"/>
              <a:buNone/>
              <a:defRPr sz="4800">
                <a:solidFill>
                  <a:schemeClr val="lt1"/>
                </a:solidFill>
              </a:defRPr>
            </a:lvl8pPr>
            <a:lvl9pPr lvl="8" algn="l">
              <a:lnSpc>
                <a:spcPct val="90000"/>
              </a:lnSpc>
              <a:spcBef>
                <a:spcPts val="0"/>
              </a:spcBef>
              <a:spcAft>
                <a:spcPts val="0"/>
              </a:spcAft>
              <a:buClr>
                <a:schemeClr val="lt1"/>
              </a:buClr>
              <a:buSzPts val="4800"/>
              <a:buNone/>
              <a:defRPr sz="4800">
                <a:solidFill>
                  <a:schemeClr val="lt1"/>
                </a:solidFill>
              </a:defRPr>
            </a:lvl9pPr>
          </a:lstStyle>
          <a:p/>
        </p:txBody>
      </p:sp>
      <p:sp>
        <p:nvSpPr>
          <p:cNvPr id="994" name="Google Shape;994;h44ba9557397ad1d7_0_2107"/>
          <p:cNvSpPr txBox="1"/>
          <p:nvPr>
            <p:ph idx="1"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4"/>
                </a:solidFill>
              </a:defRPr>
            </a:lvl1pPr>
            <a:lvl2pPr lvl="1" algn="l">
              <a:lnSpc>
                <a:spcPct val="100000"/>
              </a:lnSpc>
              <a:spcBef>
                <a:spcPts val="1900"/>
              </a:spcBef>
              <a:spcAft>
                <a:spcPts val="0"/>
              </a:spcAft>
              <a:buSzPts val="1600"/>
              <a:buNone/>
              <a:defRPr b="1" sz="1300">
                <a:solidFill>
                  <a:schemeClr val="accent4"/>
                </a:solidFill>
              </a:defRPr>
            </a:lvl2pPr>
            <a:lvl3pPr lvl="2" algn="l">
              <a:lnSpc>
                <a:spcPct val="100000"/>
              </a:lnSpc>
              <a:spcBef>
                <a:spcPts val="1900"/>
              </a:spcBef>
              <a:spcAft>
                <a:spcPts val="0"/>
              </a:spcAft>
              <a:buSzPts val="1300"/>
              <a:buNone/>
              <a:defRPr b="1" sz="1300">
                <a:solidFill>
                  <a:schemeClr val="accent4"/>
                </a:solidFill>
              </a:defRPr>
            </a:lvl3pPr>
            <a:lvl4pPr lvl="3" algn="l">
              <a:lnSpc>
                <a:spcPct val="100000"/>
              </a:lnSpc>
              <a:spcBef>
                <a:spcPts val="1900"/>
              </a:spcBef>
              <a:spcAft>
                <a:spcPts val="0"/>
              </a:spcAft>
              <a:buSzPts val="1300"/>
              <a:buNone/>
              <a:defRPr b="1" sz="1300">
                <a:solidFill>
                  <a:schemeClr val="accent4"/>
                </a:solidFill>
              </a:defRPr>
            </a:lvl4pPr>
            <a:lvl5pPr lvl="4" algn="l">
              <a:lnSpc>
                <a:spcPct val="100000"/>
              </a:lnSpc>
              <a:spcBef>
                <a:spcPts val="1900"/>
              </a:spcBef>
              <a:spcAft>
                <a:spcPts val="0"/>
              </a:spcAft>
              <a:buSzPts val="1300"/>
              <a:buNone/>
              <a:defRPr b="1" sz="1300">
                <a:solidFill>
                  <a:schemeClr val="accent4"/>
                </a:solidFill>
              </a:defRPr>
            </a:lvl5pPr>
            <a:lvl6pPr lvl="5" algn="l">
              <a:lnSpc>
                <a:spcPct val="100000"/>
              </a:lnSpc>
              <a:spcBef>
                <a:spcPts val="1900"/>
              </a:spcBef>
              <a:spcAft>
                <a:spcPts val="0"/>
              </a:spcAft>
              <a:buSzPts val="1300"/>
              <a:buNone/>
              <a:defRPr b="1" sz="1300">
                <a:solidFill>
                  <a:schemeClr val="accent4"/>
                </a:solidFill>
              </a:defRPr>
            </a:lvl6pPr>
            <a:lvl7pPr lvl="6" algn="l">
              <a:lnSpc>
                <a:spcPct val="100000"/>
              </a:lnSpc>
              <a:spcBef>
                <a:spcPts val="1900"/>
              </a:spcBef>
              <a:spcAft>
                <a:spcPts val="0"/>
              </a:spcAft>
              <a:buSzPts val="1300"/>
              <a:buNone/>
              <a:defRPr b="1" sz="1300">
                <a:solidFill>
                  <a:schemeClr val="accent4"/>
                </a:solidFill>
              </a:defRPr>
            </a:lvl7pPr>
            <a:lvl8pPr lvl="7" algn="l">
              <a:lnSpc>
                <a:spcPct val="100000"/>
              </a:lnSpc>
              <a:spcBef>
                <a:spcPts val="1900"/>
              </a:spcBef>
              <a:spcAft>
                <a:spcPts val="0"/>
              </a:spcAft>
              <a:buSzPts val="1300"/>
              <a:buNone/>
              <a:defRPr b="1" sz="1300">
                <a:solidFill>
                  <a:schemeClr val="accent4"/>
                </a:solidFill>
              </a:defRPr>
            </a:lvl8pPr>
            <a:lvl9pPr lvl="8" algn="l">
              <a:lnSpc>
                <a:spcPct val="100000"/>
              </a:lnSpc>
              <a:spcBef>
                <a:spcPts val="1900"/>
              </a:spcBef>
              <a:spcAft>
                <a:spcPts val="1900"/>
              </a:spcAft>
              <a:buSzPts val="1300"/>
              <a:buNone/>
              <a:defRPr b="1" sz="1300">
                <a:solidFill>
                  <a:schemeClr val="accent4"/>
                </a:solidFill>
              </a:defRPr>
            </a:lvl9pPr>
          </a:lstStyle>
          <a:p/>
        </p:txBody>
      </p:sp>
      <p:sp>
        <p:nvSpPr>
          <p:cNvPr id="995" name="Google Shape;995;h44ba9557397ad1d7_0_2107"/>
          <p:cNvSpPr/>
          <p:nvPr/>
        </p:nvSpPr>
        <p:spPr>
          <a:xfrm>
            <a:off x="-52915" y="52631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996" name="Google Shape;996;h44ba9557397ad1d7_0_2107"/>
          <p:cNvPicPr preferRelativeResize="0"/>
          <p:nvPr/>
        </p:nvPicPr>
        <p:blipFill rotWithShape="1">
          <a:blip r:embed="rId2">
            <a:alphaModFix/>
          </a:blip>
          <a:srcRect b="179" l="0" r="0" t="179"/>
          <a:stretch/>
        </p:blipFill>
        <p:spPr>
          <a:xfrm>
            <a:off x="536852" y="480067"/>
            <a:ext cx="2986353" cy="280409"/>
          </a:xfrm>
          <a:prstGeom prst="rect">
            <a:avLst/>
          </a:prstGeom>
          <a:noFill/>
          <a:ln>
            <a:noFill/>
          </a:ln>
        </p:spPr>
      </p:pic>
      <p:sp>
        <p:nvSpPr>
          <p:cNvPr id="997" name="Google Shape;997;h44ba9557397ad1d7_0_2107"/>
          <p:cNvSpPr/>
          <p:nvPr/>
        </p:nvSpPr>
        <p:spPr>
          <a:xfrm>
            <a:off x="-52915" y="-12700"/>
            <a:ext cx="12244800" cy="3041400"/>
          </a:xfrm>
          <a:prstGeom prst="rect">
            <a:avLst/>
          </a:prstGeom>
          <a:gradFill>
            <a:gsLst>
              <a:gs pos="0">
                <a:srgbClr val="00CC66">
                  <a:alpha val="31373"/>
                </a:srgbClr>
              </a:gs>
              <a:gs pos="100000">
                <a:srgbClr val="FFFFFF">
                  <a:alpha val="0"/>
                </a:srgbClr>
              </a:gs>
            </a:gsLst>
            <a:lin ang="5400700" scaled="0"/>
          </a:gradFill>
          <a:ln>
            <a:noFill/>
          </a:ln>
        </p:spPr>
        <p:txBody>
          <a:bodyPr anchorCtr="0" anchor="ctr" bIns="60950" lIns="60950" spcFirstLastPara="1" rIns="60950" wrap="square" tIns="609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998" name="Google Shape;998;h44ba9557397ad1d7_0_2107"/>
          <p:cNvSpPr txBox="1"/>
          <p:nvPr>
            <p:ph idx="2" type="subTitle"/>
          </p:nvPr>
        </p:nvSpPr>
        <p:spPr>
          <a:xfrm>
            <a:off x="550485" y="5318150"/>
            <a:ext cx="4739400" cy="3621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sz="1300">
                <a:solidFill>
                  <a:schemeClr val="accent4"/>
                </a:solidFill>
              </a:defRPr>
            </a:lvl1pPr>
            <a:lvl2pPr lvl="1" algn="l">
              <a:lnSpc>
                <a:spcPct val="100000"/>
              </a:lnSpc>
              <a:spcBef>
                <a:spcPts val="1900"/>
              </a:spcBef>
              <a:spcAft>
                <a:spcPts val="0"/>
              </a:spcAft>
              <a:buSzPts val="1600"/>
              <a:buNone/>
              <a:defRPr b="1" sz="1300">
                <a:solidFill>
                  <a:schemeClr val="accent4"/>
                </a:solidFill>
              </a:defRPr>
            </a:lvl2pPr>
            <a:lvl3pPr lvl="2" algn="l">
              <a:lnSpc>
                <a:spcPct val="100000"/>
              </a:lnSpc>
              <a:spcBef>
                <a:spcPts val="1900"/>
              </a:spcBef>
              <a:spcAft>
                <a:spcPts val="0"/>
              </a:spcAft>
              <a:buSzPts val="1300"/>
              <a:buNone/>
              <a:defRPr b="1" sz="1300">
                <a:solidFill>
                  <a:schemeClr val="accent4"/>
                </a:solidFill>
              </a:defRPr>
            </a:lvl3pPr>
            <a:lvl4pPr lvl="3" algn="l">
              <a:lnSpc>
                <a:spcPct val="100000"/>
              </a:lnSpc>
              <a:spcBef>
                <a:spcPts val="1900"/>
              </a:spcBef>
              <a:spcAft>
                <a:spcPts val="0"/>
              </a:spcAft>
              <a:buSzPts val="1300"/>
              <a:buNone/>
              <a:defRPr b="1" sz="1300">
                <a:solidFill>
                  <a:schemeClr val="accent4"/>
                </a:solidFill>
              </a:defRPr>
            </a:lvl4pPr>
            <a:lvl5pPr lvl="4" algn="l">
              <a:lnSpc>
                <a:spcPct val="100000"/>
              </a:lnSpc>
              <a:spcBef>
                <a:spcPts val="1900"/>
              </a:spcBef>
              <a:spcAft>
                <a:spcPts val="0"/>
              </a:spcAft>
              <a:buSzPts val="1300"/>
              <a:buNone/>
              <a:defRPr b="1" sz="1300">
                <a:solidFill>
                  <a:schemeClr val="accent4"/>
                </a:solidFill>
              </a:defRPr>
            </a:lvl5pPr>
            <a:lvl6pPr lvl="5" algn="l">
              <a:lnSpc>
                <a:spcPct val="100000"/>
              </a:lnSpc>
              <a:spcBef>
                <a:spcPts val="1900"/>
              </a:spcBef>
              <a:spcAft>
                <a:spcPts val="0"/>
              </a:spcAft>
              <a:buSzPts val="1300"/>
              <a:buNone/>
              <a:defRPr b="1" sz="1300">
                <a:solidFill>
                  <a:schemeClr val="accent4"/>
                </a:solidFill>
              </a:defRPr>
            </a:lvl6pPr>
            <a:lvl7pPr lvl="6" algn="l">
              <a:lnSpc>
                <a:spcPct val="100000"/>
              </a:lnSpc>
              <a:spcBef>
                <a:spcPts val="1900"/>
              </a:spcBef>
              <a:spcAft>
                <a:spcPts val="0"/>
              </a:spcAft>
              <a:buSzPts val="1300"/>
              <a:buNone/>
              <a:defRPr b="1" sz="1300">
                <a:solidFill>
                  <a:schemeClr val="accent4"/>
                </a:solidFill>
              </a:defRPr>
            </a:lvl7pPr>
            <a:lvl8pPr lvl="7" algn="l">
              <a:lnSpc>
                <a:spcPct val="100000"/>
              </a:lnSpc>
              <a:spcBef>
                <a:spcPts val="1900"/>
              </a:spcBef>
              <a:spcAft>
                <a:spcPts val="0"/>
              </a:spcAft>
              <a:buSzPts val="1300"/>
              <a:buNone/>
              <a:defRPr b="1" sz="1300">
                <a:solidFill>
                  <a:schemeClr val="accent4"/>
                </a:solidFill>
              </a:defRPr>
            </a:lvl8pPr>
            <a:lvl9pPr lvl="8" algn="l">
              <a:lnSpc>
                <a:spcPct val="100000"/>
              </a:lnSpc>
              <a:spcBef>
                <a:spcPts val="1900"/>
              </a:spcBef>
              <a:spcAft>
                <a:spcPts val="1900"/>
              </a:spcAft>
              <a:buSzPts val="1300"/>
              <a:buNone/>
              <a:defRPr b="1" sz="1300">
                <a:solidFill>
                  <a:schemeClr val="accent4"/>
                </a:solidFill>
              </a:defRPr>
            </a:lvl9pPr>
          </a:lstStyle>
          <a:p/>
        </p:txBody>
      </p:sp>
      <p:sp>
        <p:nvSpPr>
          <p:cNvPr id="999" name="Google Shape;999;h44ba9557397ad1d7_0_2107"/>
          <p:cNvSpPr/>
          <p:nvPr/>
        </p:nvSpPr>
        <p:spPr>
          <a:xfrm>
            <a:off x="-52915" y="5263150"/>
            <a:ext cx="5193600" cy="54900"/>
          </a:xfrm>
          <a:prstGeom prst="rect">
            <a:avLst/>
          </a:prstGeom>
          <a:gradFill>
            <a:gsLst>
              <a:gs pos="0">
                <a:srgbClr val="0F9347"/>
              </a:gs>
              <a:gs pos="100000">
                <a:schemeClr val="accent4"/>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pic>
        <p:nvPicPr>
          <p:cNvPr id="1000" name="Google Shape;1000;h44ba9557397ad1d7_0_2107"/>
          <p:cNvPicPr preferRelativeResize="0"/>
          <p:nvPr/>
        </p:nvPicPr>
        <p:blipFill rotWithShape="1">
          <a:blip r:embed="rId2">
            <a:alphaModFix/>
          </a:blip>
          <a:srcRect b="179" l="0" r="0" t="179"/>
          <a:stretch/>
        </p:blipFill>
        <p:spPr>
          <a:xfrm>
            <a:off x="536852" y="480067"/>
            <a:ext cx="2986353" cy="280409"/>
          </a:xfrm>
          <a:prstGeom prst="rect">
            <a:avLst/>
          </a:prstGeom>
          <a:noFill/>
          <a:ln>
            <a:noFill/>
          </a:ln>
        </p:spPr>
      </p:pic>
    </p:spTree>
  </p:cSld>
  <p:clrMapOvr>
    <a:masterClrMapping/>
  </p:clrMapOvr>
  <p:extLst>
    <p:ext uri="{DCECCB84-F9BA-43D5-87BE-67443E8EF086}">
      <p15:sldGuideLst>
        <p15:guide id="1" pos="96">
          <p15:clr>
            <a:srgbClr val="FA7B17"/>
          </p15:clr>
        </p15:guide>
        <p15:guide id="2" pos="7584">
          <p15:clr>
            <a:srgbClr val="FA7B17"/>
          </p15:clr>
        </p15:guide>
        <p15:guide id="3" orient="horz" pos="96">
          <p15:clr>
            <a:srgbClr val="FA7B17"/>
          </p15:clr>
        </p15:guide>
        <p15:guide id="4" orient="horz" pos="4224">
          <p15:clr>
            <a:srgbClr val="FA7B17"/>
          </p15:clr>
        </p15:guide>
      </p15:sldGuideLst>
    </p:ext>
  </p:extLst>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option 1">
  <p:cSld name="TITLE_AND_BODY_1">
    <p:spTree>
      <p:nvGrpSpPr>
        <p:cNvPr id="1001" name="Shape 1001"/>
        <p:cNvGrpSpPr/>
        <p:nvPr/>
      </p:nvGrpSpPr>
      <p:grpSpPr>
        <a:xfrm>
          <a:off x="0" y="0"/>
          <a:ext cx="0" cy="0"/>
          <a:chOff x="0" y="0"/>
          <a:chExt cx="0" cy="0"/>
        </a:xfrm>
      </p:grpSpPr>
      <p:sp>
        <p:nvSpPr>
          <p:cNvPr id="1002" name="Google Shape;1002;h44ba9557397ad1d7_0_2118"/>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2900"/>
              <a:buNone/>
              <a:defRPr sz="2900"/>
            </a:lvl1pPr>
            <a:lvl2pPr lvl="1" algn="l">
              <a:lnSpc>
                <a:spcPct val="100000"/>
              </a:lnSpc>
              <a:spcBef>
                <a:spcPts val="0"/>
              </a:spcBef>
              <a:spcAft>
                <a:spcPts val="0"/>
              </a:spcAft>
              <a:buSzPts val="2900"/>
              <a:buNone/>
              <a:defRPr sz="2900"/>
            </a:lvl2pPr>
            <a:lvl3pPr lvl="2" algn="l">
              <a:lnSpc>
                <a:spcPct val="100000"/>
              </a:lnSpc>
              <a:spcBef>
                <a:spcPts val="0"/>
              </a:spcBef>
              <a:spcAft>
                <a:spcPts val="0"/>
              </a:spcAft>
              <a:buSzPts val="2900"/>
              <a:buNone/>
              <a:defRPr sz="2900"/>
            </a:lvl3pPr>
            <a:lvl4pPr lvl="3" algn="l">
              <a:lnSpc>
                <a:spcPct val="100000"/>
              </a:lnSpc>
              <a:spcBef>
                <a:spcPts val="0"/>
              </a:spcBef>
              <a:spcAft>
                <a:spcPts val="0"/>
              </a:spcAft>
              <a:buSzPts val="2900"/>
              <a:buNone/>
              <a:defRPr sz="2900"/>
            </a:lvl4pPr>
            <a:lvl5pPr lvl="4" algn="l">
              <a:lnSpc>
                <a:spcPct val="100000"/>
              </a:lnSpc>
              <a:spcBef>
                <a:spcPts val="0"/>
              </a:spcBef>
              <a:spcAft>
                <a:spcPts val="0"/>
              </a:spcAft>
              <a:buSzPts val="2900"/>
              <a:buNone/>
              <a:defRPr sz="2900"/>
            </a:lvl5pPr>
            <a:lvl6pPr lvl="5" algn="l">
              <a:lnSpc>
                <a:spcPct val="100000"/>
              </a:lnSpc>
              <a:spcBef>
                <a:spcPts val="0"/>
              </a:spcBef>
              <a:spcAft>
                <a:spcPts val="0"/>
              </a:spcAft>
              <a:buSzPts val="2900"/>
              <a:buNone/>
              <a:defRPr sz="2900"/>
            </a:lvl6pPr>
            <a:lvl7pPr lvl="6" algn="l">
              <a:lnSpc>
                <a:spcPct val="100000"/>
              </a:lnSpc>
              <a:spcBef>
                <a:spcPts val="0"/>
              </a:spcBef>
              <a:spcAft>
                <a:spcPts val="0"/>
              </a:spcAft>
              <a:buSzPts val="2900"/>
              <a:buNone/>
              <a:defRPr sz="2900"/>
            </a:lvl7pPr>
            <a:lvl8pPr lvl="7" algn="l">
              <a:lnSpc>
                <a:spcPct val="100000"/>
              </a:lnSpc>
              <a:spcBef>
                <a:spcPts val="0"/>
              </a:spcBef>
              <a:spcAft>
                <a:spcPts val="0"/>
              </a:spcAft>
              <a:buSzPts val="2900"/>
              <a:buNone/>
              <a:defRPr sz="2900"/>
            </a:lvl8pPr>
            <a:lvl9pPr lvl="8" algn="l">
              <a:lnSpc>
                <a:spcPct val="100000"/>
              </a:lnSpc>
              <a:spcBef>
                <a:spcPts val="0"/>
              </a:spcBef>
              <a:spcAft>
                <a:spcPts val="0"/>
              </a:spcAft>
              <a:buSzPts val="2900"/>
              <a:buNone/>
              <a:defRPr sz="2900"/>
            </a:lvl9pPr>
          </a:lstStyle>
          <a:p/>
        </p:txBody>
      </p:sp>
      <p:sp>
        <p:nvSpPr>
          <p:cNvPr id="1003" name="Google Shape;1003;h44ba9557397ad1d7_0_2118"/>
          <p:cNvSpPr txBox="1"/>
          <p:nvPr>
            <p:ph idx="12" type="sldNum"/>
          </p:nvPr>
        </p:nvSpPr>
        <p:spPr>
          <a:xfrm>
            <a:off x="415589" y="6496033"/>
            <a:ext cx="5745300" cy="362100"/>
          </a:xfrm>
          <a:prstGeom prst="rect">
            <a:avLst/>
          </a:prstGeom>
          <a:noFill/>
          <a:ln>
            <a:noFill/>
          </a:ln>
        </p:spPr>
        <p:txBody>
          <a:bodyPr anchorCtr="0" anchor="ctr" bIns="121900" lIns="121900" spcFirstLastPara="1" rIns="121900" wrap="square" tIns="121900">
            <a:noAutofit/>
          </a:bodyPr>
          <a:lstStyle>
            <a:lvl1pPr indent="0" lvl="0"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1pPr>
            <a:lvl2pPr indent="0" lvl="1"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2pPr>
            <a:lvl3pPr indent="0" lvl="2"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3pPr>
            <a:lvl4pPr indent="0" lvl="3"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4pPr>
            <a:lvl5pPr indent="0" lvl="4"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5pPr>
            <a:lvl6pPr indent="0" lvl="5"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6pPr>
            <a:lvl7pPr indent="0" lvl="6"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7pPr>
            <a:lvl8pPr indent="0" lvl="7"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8pPr>
            <a:lvl9pPr indent="0" lvl="8" marL="0" marR="0" rtl="0" algn="l">
              <a:lnSpc>
                <a:spcPct val="100000"/>
              </a:lnSpc>
              <a:spcBef>
                <a:spcPts val="0"/>
              </a:spcBef>
              <a:spcAft>
                <a:spcPts val="0"/>
              </a:spcAft>
              <a:buClr>
                <a:srgbClr val="000000"/>
              </a:buClr>
              <a:buSzPts val="800"/>
              <a:buFont typeface="Arial"/>
              <a:buNone/>
              <a:defRPr b="0" i="0" sz="800" u="none" cap="none" strike="noStrike">
                <a:solidFill>
                  <a:srgbClr val="FFFFFF"/>
                </a:solidFill>
                <a:latin typeface="Montserrat"/>
                <a:ea typeface="Montserrat"/>
                <a:cs typeface="Montserrat"/>
                <a:sym typeface="Montserrat"/>
              </a:defRPr>
            </a:lvl9pPr>
          </a:lstStyle>
          <a:p>
            <a:pPr indent="0" lvl="0" marL="0" rtl="0" algn="l">
              <a:spcBef>
                <a:spcPts val="0"/>
              </a:spcBef>
              <a:spcAft>
                <a:spcPts val="0"/>
              </a:spcAft>
              <a:buNone/>
            </a:pPr>
            <a:r>
              <a:rPr lang="en-US"/>
              <a:t>© 2023 Palo Alto Networks, Inc. .</a:t>
            </a:r>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04" name="Shape 100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2" Type="http://schemas.openxmlformats.org/officeDocument/2006/relationships/theme" Target="../theme/theme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10.xml"/><Relationship Id="rId42" Type="http://schemas.openxmlformats.org/officeDocument/2006/relationships/slideLayout" Target="../slideLayouts/slideLayout112.xml"/><Relationship Id="rId41" Type="http://schemas.openxmlformats.org/officeDocument/2006/relationships/slideLayout" Target="../slideLayouts/slideLayout111.xml"/><Relationship Id="rId44" Type="http://schemas.openxmlformats.org/officeDocument/2006/relationships/slideLayout" Target="../slideLayouts/slideLayout114.xml"/><Relationship Id="rId43" Type="http://schemas.openxmlformats.org/officeDocument/2006/relationships/slideLayout" Target="../slideLayouts/slideLayout113.xml"/><Relationship Id="rId46" Type="http://schemas.openxmlformats.org/officeDocument/2006/relationships/slideLayout" Target="../slideLayouts/slideLayout116.xml"/><Relationship Id="rId45" Type="http://schemas.openxmlformats.org/officeDocument/2006/relationships/slideLayout" Target="../slideLayouts/slideLayout115.xml"/><Relationship Id="rId1" Type="http://schemas.openxmlformats.org/officeDocument/2006/relationships/image" Target="../media/image4.png"/><Relationship Id="rId2" Type="http://schemas.openxmlformats.org/officeDocument/2006/relationships/slideLayout" Target="../slideLayouts/slideLayout72.xml"/><Relationship Id="rId3" Type="http://schemas.openxmlformats.org/officeDocument/2006/relationships/slideLayout" Target="../slideLayouts/slideLayout73.xml"/><Relationship Id="rId4" Type="http://schemas.openxmlformats.org/officeDocument/2006/relationships/slideLayout" Target="../slideLayouts/slideLayout74.xml"/><Relationship Id="rId9" Type="http://schemas.openxmlformats.org/officeDocument/2006/relationships/slideLayout" Target="../slideLayouts/slideLayout79.xml"/><Relationship Id="rId48" Type="http://schemas.openxmlformats.org/officeDocument/2006/relationships/slideLayout" Target="../slideLayouts/slideLayout118.xml"/><Relationship Id="rId47" Type="http://schemas.openxmlformats.org/officeDocument/2006/relationships/slideLayout" Target="../slideLayouts/slideLayout117.xml"/><Relationship Id="rId49" Type="http://schemas.openxmlformats.org/officeDocument/2006/relationships/slideLayout" Target="../slideLayouts/slideLayout119.xml"/><Relationship Id="rId5" Type="http://schemas.openxmlformats.org/officeDocument/2006/relationships/slideLayout" Target="../slideLayouts/slideLayout75.xml"/><Relationship Id="rId6" Type="http://schemas.openxmlformats.org/officeDocument/2006/relationships/slideLayout" Target="../slideLayouts/slideLayout76.xml"/><Relationship Id="rId7" Type="http://schemas.openxmlformats.org/officeDocument/2006/relationships/slideLayout" Target="../slideLayouts/slideLayout77.xml"/><Relationship Id="rId8" Type="http://schemas.openxmlformats.org/officeDocument/2006/relationships/slideLayout" Target="../slideLayouts/slideLayout78.xml"/><Relationship Id="rId72" Type="http://schemas.openxmlformats.org/officeDocument/2006/relationships/theme" Target="../theme/theme4.xml"/><Relationship Id="rId31" Type="http://schemas.openxmlformats.org/officeDocument/2006/relationships/slideLayout" Target="../slideLayouts/slideLayout101.xml"/><Relationship Id="rId30" Type="http://schemas.openxmlformats.org/officeDocument/2006/relationships/slideLayout" Target="../slideLayouts/slideLayout100.xml"/><Relationship Id="rId33" Type="http://schemas.openxmlformats.org/officeDocument/2006/relationships/slideLayout" Target="../slideLayouts/slideLayout103.xml"/><Relationship Id="rId32" Type="http://schemas.openxmlformats.org/officeDocument/2006/relationships/slideLayout" Target="../slideLayouts/slideLayout102.xml"/><Relationship Id="rId35" Type="http://schemas.openxmlformats.org/officeDocument/2006/relationships/slideLayout" Target="../slideLayouts/slideLayout105.xml"/><Relationship Id="rId34" Type="http://schemas.openxmlformats.org/officeDocument/2006/relationships/slideLayout" Target="../slideLayouts/slideLayout104.xml"/><Relationship Id="rId71" Type="http://schemas.openxmlformats.org/officeDocument/2006/relationships/slideLayout" Target="../slideLayouts/slideLayout141.xml"/><Relationship Id="rId70" Type="http://schemas.openxmlformats.org/officeDocument/2006/relationships/slideLayout" Target="../slideLayouts/slideLayout140.xml"/><Relationship Id="rId37" Type="http://schemas.openxmlformats.org/officeDocument/2006/relationships/slideLayout" Target="../slideLayouts/slideLayout107.xml"/><Relationship Id="rId36" Type="http://schemas.openxmlformats.org/officeDocument/2006/relationships/slideLayout" Target="../slideLayouts/slideLayout106.xml"/><Relationship Id="rId39" Type="http://schemas.openxmlformats.org/officeDocument/2006/relationships/slideLayout" Target="../slideLayouts/slideLayout109.xml"/><Relationship Id="rId38" Type="http://schemas.openxmlformats.org/officeDocument/2006/relationships/slideLayout" Target="../slideLayouts/slideLayout108.xml"/><Relationship Id="rId62" Type="http://schemas.openxmlformats.org/officeDocument/2006/relationships/slideLayout" Target="../slideLayouts/slideLayout132.xml"/><Relationship Id="rId61" Type="http://schemas.openxmlformats.org/officeDocument/2006/relationships/slideLayout" Target="../slideLayouts/slideLayout131.xml"/><Relationship Id="rId20" Type="http://schemas.openxmlformats.org/officeDocument/2006/relationships/slideLayout" Target="../slideLayouts/slideLayout90.xml"/><Relationship Id="rId64" Type="http://schemas.openxmlformats.org/officeDocument/2006/relationships/slideLayout" Target="../slideLayouts/slideLayout134.xml"/><Relationship Id="rId63" Type="http://schemas.openxmlformats.org/officeDocument/2006/relationships/slideLayout" Target="../slideLayouts/slideLayout133.xml"/><Relationship Id="rId22" Type="http://schemas.openxmlformats.org/officeDocument/2006/relationships/slideLayout" Target="../slideLayouts/slideLayout92.xml"/><Relationship Id="rId66" Type="http://schemas.openxmlformats.org/officeDocument/2006/relationships/slideLayout" Target="../slideLayouts/slideLayout136.xml"/><Relationship Id="rId21" Type="http://schemas.openxmlformats.org/officeDocument/2006/relationships/slideLayout" Target="../slideLayouts/slideLayout91.xml"/><Relationship Id="rId65" Type="http://schemas.openxmlformats.org/officeDocument/2006/relationships/slideLayout" Target="../slideLayouts/slideLayout135.xml"/><Relationship Id="rId24" Type="http://schemas.openxmlformats.org/officeDocument/2006/relationships/slideLayout" Target="../slideLayouts/slideLayout94.xml"/><Relationship Id="rId68" Type="http://schemas.openxmlformats.org/officeDocument/2006/relationships/slideLayout" Target="../slideLayouts/slideLayout138.xml"/><Relationship Id="rId23" Type="http://schemas.openxmlformats.org/officeDocument/2006/relationships/slideLayout" Target="../slideLayouts/slideLayout93.xml"/><Relationship Id="rId67" Type="http://schemas.openxmlformats.org/officeDocument/2006/relationships/slideLayout" Target="../slideLayouts/slideLayout137.xml"/><Relationship Id="rId60" Type="http://schemas.openxmlformats.org/officeDocument/2006/relationships/slideLayout" Target="../slideLayouts/slideLayout130.xml"/><Relationship Id="rId26" Type="http://schemas.openxmlformats.org/officeDocument/2006/relationships/slideLayout" Target="../slideLayouts/slideLayout96.xml"/><Relationship Id="rId25" Type="http://schemas.openxmlformats.org/officeDocument/2006/relationships/slideLayout" Target="../slideLayouts/slideLayout95.xml"/><Relationship Id="rId69" Type="http://schemas.openxmlformats.org/officeDocument/2006/relationships/slideLayout" Target="../slideLayouts/slideLayout139.xml"/><Relationship Id="rId28" Type="http://schemas.openxmlformats.org/officeDocument/2006/relationships/slideLayout" Target="../slideLayouts/slideLayout98.xml"/><Relationship Id="rId27" Type="http://schemas.openxmlformats.org/officeDocument/2006/relationships/slideLayout" Target="../slideLayouts/slideLayout97.xml"/><Relationship Id="rId29" Type="http://schemas.openxmlformats.org/officeDocument/2006/relationships/slideLayout" Target="../slideLayouts/slideLayout99.xml"/><Relationship Id="rId51" Type="http://schemas.openxmlformats.org/officeDocument/2006/relationships/slideLayout" Target="../slideLayouts/slideLayout121.xml"/><Relationship Id="rId50" Type="http://schemas.openxmlformats.org/officeDocument/2006/relationships/slideLayout" Target="../slideLayouts/slideLayout120.xml"/><Relationship Id="rId53" Type="http://schemas.openxmlformats.org/officeDocument/2006/relationships/slideLayout" Target="../slideLayouts/slideLayout123.xml"/><Relationship Id="rId52" Type="http://schemas.openxmlformats.org/officeDocument/2006/relationships/slideLayout" Target="../slideLayouts/slideLayout122.xml"/><Relationship Id="rId11" Type="http://schemas.openxmlformats.org/officeDocument/2006/relationships/slideLayout" Target="../slideLayouts/slideLayout81.xml"/><Relationship Id="rId55" Type="http://schemas.openxmlformats.org/officeDocument/2006/relationships/slideLayout" Target="../slideLayouts/slideLayout125.xml"/><Relationship Id="rId10" Type="http://schemas.openxmlformats.org/officeDocument/2006/relationships/slideLayout" Target="../slideLayouts/slideLayout80.xml"/><Relationship Id="rId54" Type="http://schemas.openxmlformats.org/officeDocument/2006/relationships/slideLayout" Target="../slideLayouts/slideLayout124.xml"/><Relationship Id="rId13" Type="http://schemas.openxmlformats.org/officeDocument/2006/relationships/slideLayout" Target="../slideLayouts/slideLayout83.xml"/><Relationship Id="rId57" Type="http://schemas.openxmlformats.org/officeDocument/2006/relationships/slideLayout" Target="../slideLayouts/slideLayout127.xml"/><Relationship Id="rId12" Type="http://schemas.openxmlformats.org/officeDocument/2006/relationships/slideLayout" Target="../slideLayouts/slideLayout82.xml"/><Relationship Id="rId56" Type="http://schemas.openxmlformats.org/officeDocument/2006/relationships/slideLayout" Target="../slideLayouts/slideLayout126.xml"/><Relationship Id="rId15" Type="http://schemas.openxmlformats.org/officeDocument/2006/relationships/slideLayout" Target="../slideLayouts/slideLayout85.xml"/><Relationship Id="rId59" Type="http://schemas.openxmlformats.org/officeDocument/2006/relationships/slideLayout" Target="../slideLayouts/slideLayout129.xml"/><Relationship Id="rId14" Type="http://schemas.openxmlformats.org/officeDocument/2006/relationships/slideLayout" Target="../slideLayouts/slideLayout84.xml"/><Relationship Id="rId58" Type="http://schemas.openxmlformats.org/officeDocument/2006/relationships/slideLayout" Target="../slideLayouts/slideLayout128.xml"/><Relationship Id="rId17" Type="http://schemas.openxmlformats.org/officeDocument/2006/relationships/slideLayout" Target="../slideLayouts/slideLayout87.xml"/><Relationship Id="rId16" Type="http://schemas.openxmlformats.org/officeDocument/2006/relationships/slideLayout" Target="../slideLayouts/slideLayout86.xml"/><Relationship Id="rId19" Type="http://schemas.openxmlformats.org/officeDocument/2006/relationships/slideLayout" Target="../slideLayouts/slideLayout89.xml"/><Relationship Id="rId18"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9" name="Shape 9"/>
        <p:cNvGrpSpPr/>
        <p:nvPr/>
      </p:nvGrpSpPr>
      <p:grpSpPr>
        <a:xfrm>
          <a:off x="0" y="0"/>
          <a:ext cx="0" cy="0"/>
          <a:chOff x="0" y="0"/>
          <a:chExt cx="0" cy="0"/>
        </a:xfrm>
      </p:grpSpPr>
      <p:sp>
        <p:nvSpPr>
          <p:cNvPr id="10" name="Google Shape;10;g3ecd9bc579e_0_3634"/>
          <p:cNvSpPr/>
          <p:nvPr/>
        </p:nvSpPr>
        <p:spPr>
          <a:xfrm>
            <a:off x="0" y="6496033"/>
            <a:ext cx="12191700" cy="3621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1" name="Google Shape;11;g3ecd9bc579e_0_3634"/>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rgbClr val="000000"/>
              </a:buClr>
              <a:buSzPts val="2400"/>
              <a:buFont typeface="Helvetica Neue"/>
              <a:buNone/>
              <a:defRPr b="1" i="0" sz="24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2pPr>
            <a:lvl3pPr lvl="2"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3pPr>
            <a:lvl4pPr lvl="3"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4pPr>
            <a:lvl5pPr lvl="4"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5pPr>
            <a:lvl6pPr lvl="5"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6pPr>
            <a:lvl7pPr lvl="6"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7pPr>
            <a:lvl8pPr lvl="7"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8pPr>
            <a:lvl9pPr lvl="8"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9pPr>
          </a:lstStyle>
          <a:p/>
        </p:txBody>
      </p:sp>
      <p:sp>
        <p:nvSpPr>
          <p:cNvPr id="12" name="Google Shape;12;g3ecd9bc579e_0_3634"/>
          <p:cNvSpPr txBox="1"/>
          <p:nvPr>
            <p:ph idx="1" type="body"/>
          </p:nvPr>
        </p:nvSpPr>
        <p:spPr>
          <a:xfrm>
            <a:off x="415589" y="1036320"/>
            <a:ext cx="11360400" cy="4555200"/>
          </a:xfrm>
          <a:prstGeom prst="rect">
            <a:avLst/>
          </a:prstGeom>
          <a:noFill/>
          <a:ln>
            <a:noFill/>
          </a:ln>
        </p:spPr>
        <p:txBody>
          <a:bodyPr anchorCtr="0" anchor="t" bIns="121900" lIns="121900" spcFirstLastPara="1" rIns="121900" wrap="square" tIns="121900">
            <a:noAutofit/>
          </a:bodyPr>
          <a:lstStyle>
            <a:lvl1pPr indent="-349250" lvl="0" marL="457200" marR="0" rtl="0" algn="l">
              <a:lnSpc>
                <a:spcPct val="100000"/>
              </a:lnSpc>
              <a:spcBef>
                <a:spcPts val="0"/>
              </a:spcBef>
              <a:spcAft>
                <a:spcPts val="0"/>
              </a:spcAft>
              <a:buClr>
                <a:schemeClr val="accent1"/>
              </a:buClr>
              <a:buSzPts val="1900"/>
              <a:buFont typeface="Helvetica Neue"/>
              <a:buChar char="●"/>
              <a:defRPr b="0" i="0" sz="1900" u="none" cap="none" strike="noStrike">
                <a:solidFill>
                  <a:schemeClr val="dk2"/>
                </a:solidFill>
                <a:latin typeface="Helvetica Neue"/>
                <a:ea typeface="Helvetica Neue"/>
                <a:cs typeface="Helvetica Neue"/>
                <a:sym typeface="Helvetica Neue"/>
              </a:defRPr>
            </a:lvl1pPr>
            <a:lvl2pPr indent="-330200" lvl="1" marL="914400" marR="0" rtl="0" algn="l">
              <a:lnSpc>
                <a:spcPct val="100000"/>
              </a:lnSpc>
              <a:spcBef>
                <a:spcPts val="1900"/>
              </a:spcBef>
              <a:spcAft>
                <a:spcPts val="0"/>
              </a:spcAft>
              <a:buClr>
                <a:schemeClr val="accent1"/>
              </a:buClr>
              <a:buSzPts val="1600"/>
              <a:buFont typeface="Helvetica Neue"/>
              <a:buChar char="○"/>
              <a:defRPr b="0" i="0" sz="1600" u="none" cap="none" strike="noStrike">
                <a:solidFill>
                  <a:schemeClr val="dk2"/>
                </a:solidFill>
                <a:latin typeface="Helvetica Neue"/>
                <a:ea typeface="Helvetica Neue"/>
                <a:cs typeface="Helvetica Neue"/>
                <a:sym typeface="Helvetica Neue"/>
              </a:defRPr>
            </a:lvl2pPr>
            <a:lvl3pPr indent="-311150" lvl="2" marL="1371600" marR="0" rtl="0" algn="l">
              <a:lnSpc>
                <a:spcPct val="100000"/>
              </a:lnSpc>
              <a:spcBef>
                <a:spcPts val="16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3pPr>
            <a:lvl4pPr indent="-311150" lvl="3" marL="1828800" marR="0" rtl="0" algn="l">
              <a:lnSpc>
                <a:spcPct val="100000"/>
              </a:lnSpc>
              <a:spcBef>
                <a:spcPts val="13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4pPr>
            <a:lvl5pPr indent="-311150" lvl="4" marL="2286000" marR="0" rtl="0" algn="l">
              <a:lnSpc>
                <a:spcPct val="100000"/>
              </a:lnSpc>
              <a:spcBef>
                <a:spcPts val="11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5pPr>
            <a:lvl6pPr indent="-311150" lvl="5" marL="2743200" marR="0" rtl="0" algn="l">
              <a:lnSpc>
                <a:spcPct val="100000"/>
              </a:lnSpc>
              <a:spcBef>
                <a:spcPts val="8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6pPr>
            <a:lvl7pPr indent="-311150" lvl="6" marL="3200400" marR="0" rtl="0" algn="l">
              <a:lnSpc>
                <a:spcPct val="100000"/>
              </a:lnSpc>
              <a:spcBef>
                <a:spcPts val="5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7pPr>
            <a:lvl8pPr indent="-311150" lvl="7" marL="3657600" marR="0" rtl="0" algn="l">
              <a:lnSpc>
                <a:spcPct val="100000"/>
              </a:lnSpc>
              <a:spcBef>
                <a:spcPts val="5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8pPr>
            <a:lvl9pPr indent="-311150" lvl="8" marL="4114800" marR="0" rtl="0" algn="l">
              <a:lnSpc>
                <a:spcPct val="100000"/>
              </a:lnSpc>
              <a:spcBef>
                <a:spcPts val="500"/>
              </a:spcBef>
              <a:spcAft>
                <a:spcPts val="50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9pPr>
          </a:lstStyle>
          <a:p/>
        </p:txBody>
      </p:sp>
      <p:pic>
        <p:nvPicPr>
          <p:cNvPr id="13" name="Google Shape;13;g3ecd9bc579e_0_3634"/>
          <p:cNvPicPr preferRelativeResize="0"/>
          <p:nvPr/>
        </p:nvPicPr>
        <p:blipFill rotWithShape="1">
          <a:blip r:embed="rId1">
            <a:alphaModFix/>
          </a:blip>
          <a:srcRect b="0" l="0" r="0" t="0"/>
          <a:stretch/>
        </p:blipFill>
        <p:spPr>
          <a:xfrm>
            <a:off x="10873407" y="6588064"/>
            <a:ext cx="1088207" cy="199028"/>
          </a:xfrm>
          <a:prstGeom prst="rect">
            <a:avLst/>
          </a:prstGeom>
          <a:noFill/>
          <a:ln>
            <a:noFill/>
          </a:ln>
        </p:spPr>
      </p:pic>
      <p:sp>
        <p:nvSpPr>
          <p:cNvPr id="14" name="Google Shape;14;g3ecd9bc579e_0_3634"/>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2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08" name="Shape 508"/>
        <p:cNvGrpSpPr/>
        <p:nvPr/>
      </p:nvGrpSpPr>
      <p:grpSpPr>
        <a:xfrm>
          <a:off x="0" y="0"/>
          <a:ext cx="0" cy="0"/>
          <a:chOff x="0" y="0"/>
          <a:chExt cx="0" cy="0"/>
        </a:xfrm>
      </p:grpSpPr>
      <p:sp>
        <p:nvSpPr>
          <p:cNvPr id="509" name="Google Shape;509;h44ba9557397ad1d7_0_1625"/>
          <p:cNvSpPr/>
          <p:nvPr/>
        </p:nvSpPr>
        <p:spPr>
          <a:xfrm>
            <a:off x="0" y="6496033"/>
            <a:ext cx="12191700" cy="362100"/>
          </a:xfrm>
          <a:prstGeom prst="rect">
            <a:avLst/>
          </a:prstGeom>
          <a:gradFill>
            <a:gsLst>
              <a:gs pos="0">
                <a:srgbClr val="B23808"/>
              </a:gs>
              <a:gs pos="100000">
                <a:srgbClr val="FA582D"/>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10" name="Google Shape;510;h44ba9557397ad1d7_0_1625"/>
          <p:cNvSpPr txBox="1"/>
          <p:nvPr>
            <p:ph type="title"/>
          </p:nvPr>
        </p:nvSpPr>
        <p:spPr>
          <a:xfrm>
            <a:off x="415589" y="308100"/>
            <a:ext cx="113604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rgbClr val="000000"/>
              </a:buClr>
              <a:buSzPts val="2400"/>
              <a:buFont typeface="Helvetica Neue"/>
              <a:buNone/>
              <a:defRPr b="1" i="0" sz="24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2pPr>
            <a:lvl3pPr lvl="2"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3pPr>
            <a:lvl4pPr lvl="3"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4pPr>
            <a:lvl5pPr lvl="4"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5pPr>
            <a:lvl6pPr lvl="5"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6pPr>
            <a:lvl7pPr lvl="6"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7pPr>
            <a:lvl8pPr lvl="7"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8pPr>
            <a:lvl9pPr lvl="8" marR="0" rtl="0" algn="l">
              <a:lnSpc>
                <a:spcPct val="100000"/>
              </a:lnSpc>
              <a:spcBef>
                <a:spcPts val="0"/>
              </a:spcBef>
              <a:spcAft>
                <a:spcPts val="0"/>
              </a:spcAft>
              <a:buClr>
                <a:schemeClr val="accent1"/>
              </a:buClr>
              <a:buSzPts val="2700"/>
              <a:buFont typeface="Helvetica Neue"/>
              <a:buNone/>
              <a:defRPr b="0" i="0" sz="2700" u="none" cap="none" strike="noStrike">
                <a:solidFill>
                  <a:schemeClr val="accent1"/>
                </a:solidFill>
                <a:latin typeface="Helvetica Neue"/>
                <a:ea typeface="Helvetica Neue"/>
                <a:cs typeface="Helvetica Neue"/>
                <a:sym typeface="Helvetica Neue"/>
              </a:defRPr>
            </a:lvl9pPr>
          </a:lstStyle>
          <a:p/>
        </p:txBody>
      </p:sp>
      <p:sp>
        <p:nvSpPr>
          <p:cNvPr id="511" name="Google Shape;511;h44ba9557397ad1d7_0_1625"/>
          <p:cNvSpPr txBox="1"/>
          <p:nvPr>
            <p:ph idx="1" type="body"/>
          </p:nvPr>
        </p:nvSpPr>
        <p:spPr>
          <a:xfrm>
            <a:off x="415589" y="1036320"/>
            <a:ext cx="11360400" cy="4555200"/>
          </a:xfrm>
          <a:prstGeom prst="rect">
            <a:avLst/>
          </a:prstGeom>
          <a:noFill/>
          <a:ln>
            <a:noFill/>
          </a:ln>
        </p:spPr>
        <p:txBody>
          <a:bodyPr anchorCtr="0" anchor="t" bIns="121900" lIns="121900" spcFirstLastPara="1" rIns="121900" wrap="square" tIns="121900">
            <a:noAutofit/>
          </a:bodyPr>
          <a:lstStyle>
            <a:lvl1pPr indent="-349250" lvl="0" marL="457200" marR="0" rtl="0" algn="l">
              <a:lnSpc>
                <a:spcPct val="100000"/>
              </a:lnSpc>
              <a:spcBef>
                <a:spcPts val="0"/>
              </a:spcBef>
              <a:spcAft>
                <a:spcPts val="0"/>
              </a:spcAft>
              <a:buClr>
                <a:schemeClr val="accent1"/>
              </a:buClr>
              <a:buSzPts val="1900"/>
              <a:buFont typeface="Helvetica Neue"/>
              <a:buChar char="●"/>
              <a:defRPr b="0" i="0" sz="1900" u="none" cap="none" strike="noStrike">
                <a:solidFill>
                  <a:schemeClr val="dk2"/>
                </a:solidFill>
                <a:latin typeface="Helvetica Neue"/>
                <a:ea typeface="Helvetica Neue"/>
                <a:cs typeface="Helvetica Neue"/>
                <a:sym typeface="Helvetica Neue"/>
              </a:defRPr>
            </a:lvl1pPr>
            <a:lvl2pPr indent="-330200" lvl="1" marL="914400" marR="0" rtl="0" algn="l">
              <a:lnSpc>
                <a:spcPct val="100000"/>
              </a:lnSpc>
              <a:spcBef>
                <a:spcPts val="1900"/>
              </a:spcBef>
              <a:spcAft>
                <a:spcPts val="0"/>
              </a:spcAft>
              <a:buClr>
                <a:schemeClr val="accent1"/>
              </a:buClr>
              <a:buSzPts val="1600"/>
              <a:buFont typeface="Helvetica Neue"/>
              <a:buChar char="○"/>
              <a:defRPr b="0" i="0" sz="1600" u="none" cap="none" strike="noStrike">
                <a:solidFill>
                  <a:schemeClr val="dk2"/>
                </a:solidFill>
                <a:latin typeface="Helvetica Neue"/>
                <a:ea typeface="Helvetica Neue"/>
                <a:cs typeface="Helvetica Neue"/>
                <a:sym typeface="Helvetica Neue"/>
              </a:defRPr>
            </a:lvl2pPr>
            <a:lvl3pPr indent="-311150" lvl="2" marL="1371600" marR="0" rtl="0" algn="l">
              <a:lnSpc>
                <a:spcPct val="100000"/>
              </a:lnSpc>
              <a:spcBef>
                <a:spcPts val="16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3pPr>
            <a:lvl4pPr indent="-311150" lvl="3" marL="1828800" marR="0" rtl="0" algn="l">
              <a:lnSpc>
                <a:spcPct val="100000"/>
              </a:lnSpc>
              <a:spcBef>
                <a:spcPts val="13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4pPr>
            <a:lvl5pPr indent="-311150" lvl="4" marL="2286000" marR="0" rtl="0" algn="l">
              <a:lnSpc>
                <a:spcPct val="100000"/>
              </a:lnSpc>
              <a:spcBef>
                <a:spcPts val="11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5pPr>
            <a:lvl6pPr indent="-311150" lvl="5" marL="2743200" marR="0" rtl="0" algn="l">
              <a:lnSpc>
                <a:spcPct val="100000"/>
              </a:lnSpc>
              <a:spcBef>
                <a:spcPts val="8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6pPr>
            <a:lvl7pPr indent="-311150" lvl="6" marL="3200400" marR="0" rtl="0" algn="l">
              <a:lnSpc>
                <a:spcPct val="100000"/>
              </a:lnSpc>
              <a:spcBef>
                <a:spcPts val="5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7pPr>
            <a:lvl8pPr indent="-311150" lvl="7" marL="3657600" marR="0" rtl="0" algn="l">
              <a:lnSpc>
                <a:spcPct val="100000"/>
              </a:lnSpc>
              <a:spcBef>
                <a:spcPts val="500"/>
              </a:spcBef>
              <a:spcAft>
                <a:spcPts val="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8pPr>
            <a:lvl9pPr indent="-311150" lvl="8" marL="4114800" marR="0" rtl="0" algn="l">
              <a:lnSpc>
                <a:spcPct val="100000"/>
              </a:lnSpc>
              <a:spcBef>
                <a:spcPts val="500"/>
              </a:spcBef>
              <a:spcAft>
                <a:spcPts val="500"/>
              </a:spcAft>
              <a:buClr>
                <a:schemeClr val="accent1"/>
              </a:buClr>
              <a:buSzPts val="1300"/>
              <a:buFont typeface="Helvetica Neue"/>
              <a:buChar char="■"/>
              <a:defRPr b="0" i="0" sz="1300" u="none" cap="none" strike="noStrike">
                <a:solidFill>
                  <a:schemeClr val="dk2"/>
                </a:solidFill>
                <a:latin typeface="Helvetica Neue"/>
                <a:ea typeface="Helvetica Neue"/>
                <a:cs typeface="Helvetica Neue"/>
                <a:sym typeface="Helvetica Neue"/>
              </a:defRPr>
            </a:lvl9pPr>
          </a:lstStyle>
          <a:p/>
        </p:txBody>
      </p:sp>
      <p:pic>
        <p:nvPicPr>
          <p:cNvPr id="512" name="Google Shape;512;h44ba9557397ad1d7_0_1625"/>
          <p:cNvPicPr preferRelativeResize="0"/>
          <p:nvPr/>
        </p:nvPicPr>
        <p:blipFill rotWithShape="1">
          <a:blip r:embed="rId1">
            <a:alphaModFix/>
          </a:blip>
          <a:srcRect b="0" l="0" r="0" t="0"/>
          <a:stretch/>
        </p:blipFill>
        <p:spPr>
          <a:xfrm>
            <a:off x="10873407" y="6588064"/>
            <a:ext cx="1088207" cy="199028"/>
          </a:xfrm>
          <a:prstGeom prst="rect">
            <a:avLst/>
          </a:prstGeom>
          <a:noFill/>
          <a:ln>
            <a:noFill/>
          </a:ln>
        </p:spPr>
      </p:pic>
      <p:sp>
        <p:nvSpPr>
          <p:cNvPr id="513" name="Google Shape;513;h44ba9557397ad1d7_0_1625"/>
          <p:cNvSpPr txBox="1"/>
          <p:nvPr/>
        </p:nvSpPr>
        <p:spPr>
          <a:xfrm>
            <a:off x="403523" y="6495967"/>
            <a:ext cx="5703000" cy="362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Helvetica Neue"/>
                <a:ea typeface="Helvetica Neue"/>
                <a:cs typeface="Helvetica Neue"/>
                <a:sym typeface="Helvetica Neue"/>
              </a:rPr>
              <a:t>. .</a:t>
            </a:r>
            <a:endParaRPr b="0" i="0" sz="800" u="none" cap="none" strike="noStrike">
              <a:solidFill>
                <a:schemeClr val="lt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sldLayoutIdLst>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4" r:id="rId34"/>
    <p:sldLayoutId id="2147483755" r:id="rId35"/>
    <p:sldLayoutId id="2147483756" r:id="rId36"/>
    <p:sldLayoutId id="2147483757" r:id="rId37"/>
    <p:sldLayoutId id="2147483758" r:id="rId38"/>
    <p:sldLayoutId id="2147483759" r:id="rId39"/>
    <p:sldLayoutId id="2147483760" r:id="rId40"/>
    <p:sldLayoutId id="2147483761" r:id="rId41"/>
    <p:sldLayoutId id="2147483762" r:id="rId42"/>
    <p:sldLayoutId id="2147483763" r:id="rId43"/>
    <p:sldLayoutId id="2147483764" r:id="rId44"/>
    <p:sldLayoutId id="2147483765" r:id="rId45"/>
    <p:sldLayoutId id="2147483766" r:id="rId46"/>
    <p:sldLayoutId id="2147483767" r:id="rId47"/>
    <p:sldLayoutId id="2147483768" r:id="rId48"/>
    <p:sldLayoutId id="2147483769" r:id="rId49"/>
    <p:sldLayoutId id="2147483770" r:id="rId50"/>
    <p:sldLayoutId id="2147483771" r:id="rId51"/>
    <p:sldLayoutId id="2147483772" r:id="rId52"/>
    <p:sldLayoutId id="2147483773" r:id="rId53"/>
    <p:sldLayoutId id="2147483774" r:id="rId54"/>
    <p:sldLayoutId id="2147483775" r:id="rId55"/>
    <p:sldLayoutId id="2147483776" r:id="rId56"/>
    <p:sldLayoutId id="2147483777" r:id="rId57"/>
    <p:sldLayoutId id="2147483778" r:id="rId58"/>
    <p:sldLayoutId id="2147483779" r:id="rId59"/>
    <p:sldLayoutId id="2147483780" r:id="rId60"/>
    <p:sldLayoutId id="2147483781" r:id="rId61"/>
    <p:sldLayoutId id="2147483782" r:id="rId62"/>
    <p:sldLayoutId id="2147483783" r:id="rId63"/>
    <p:sldLayoutId id="2147483784" r:id="rId64"/>
    <p:sldLayoutId id="2147483785" r:id="rId65"/>
    <p:sldLayoutId id="2147483786" r:id="rId66"/>
    <p:sldLayoutId id="2147483787" r:id="rId67"/>
    <p:sldLayoutId id="2147483788" r:id="rId68"/>
    <p:sldLayoutId id="2147483789" r:id="rId69"/>
    <p:sldLayoutId id="2147483790" r:id="rId70"/>
    <p:sldLayoutId id="2147483791" r:id="rId71"/>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7.png"/><Relationship Id="rId4"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45.png"/><Relationship Id="rId7"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2.xml"/><Relationship Id="rId3" Type="http://schemas.openxmlformats.org/officeDocument/2006/relationships/hyperlink" Target="https://docs.google.com/document/d/1vwVGGzLHWfRjM9yCejb-NG6m5ragNC9chYy6IvcEnBQ/edit?tab=t.0" TargetMode="External"/><Relationship Id="rId4" Type="http://schemas.openxmlformats.org/officeDocument/2006/relationships/image" Target="../media/image47.png"/><Relationship Id="rId9" Type="http://schemas.openxmlformats.org/officeDocument/2006/relationships/hyperlink" Target="https://docs.google.com/presentation/d/1FKXyBTrGIVTir-QgLj_9AfuVk5ie38gXvCHHlN2hgqQ/edit?slide=id.g26559448284_0_0#slide=id.g26559448284_0_0" TargetMode="External"/><Relationship Id="rId5" Type="http://schemas.openxmlformats.org/officeDocument/2006/relationships/hyperlink" Target="https://docs.google.com/presentation/d/1oMEDyKmRL0y_mF7luc9H5v1BLgoRlegq3fmvZAVpOvI/edit?usp=sharing" TargetMode="External"/><Relationship Id="rId6" Type="http://schemas.openxmlformats.org/officeDocument/2006/relationships/image" Target="../media/image34.png"/><Relationship Id="rId7" Type="http://schemas.openxmlformats.org/officeDocument/2006/relationships/hyperlink" Target="https://docs.google.com/presentation/d/1xS8tihqZTCZHkZq1D-OCocnKToOshU5z/edit?usp=drive_link&amp;ouid=101938093143937833498&amp;rtpof=true&amp;sd=true" TargetMode="External"/><Relationship Id="rId8" Type="http://schemas.openxmlformats.org/officeDocument/2006/relationships/image" Target="../media/image3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3.png"/><Relationship Id="rId4" Type="http://schemas.openxmlformats.org/officeDocument/2006/relationships/image" Target="../media/image40.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7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9.png"/><Relationship Id="rId4" Type="http://schemas.openxmlformats.org/officeDocument/2006/relationships/image" Target="../media/image38.png"/><Relationship Id="rId5" Type="http://schemas.openxmlformats.org/officeDocument/2006/relationships/image" Target="../media/image42.png"/><Relationship Id="rId6"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6.xml"/><Relationship Id="rId3" Type="http://schemas.openxmlformats.org/officeDocument/2006/relationships/image" Target="../media/image6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7.png"/><Relationship Id="rId4" Type="http://schemas.openxmlformats.org/officeDocument/2006/relationships/hyperlink" Target="https://github.com/PaloAltoNetworks/cortex-xsiam-partner-content/blob/main/MSSP%20Technical%20Operationalization%20Guide.pdf" TargetMode="External"/><Relationship Id="rId9" Type="http://schemas.openxmlformats.org/officeDocument/2006/relationships/hyperlink" Target="https://github.com/PaloAltoNetworks/cortex-aes-documentation-framework/blob/main/MCP_Kill_Chain_Presentation.pptx" TargetMode="External"/><Relationship Id="rId5" Type="http://schemas.openxmlformats.org/officeDocument/2006/relationships/image" Target="../media/image57.png"/><Relationship Id="rId6" Type="http://schemas.openxmlformats.org/officeDocument/2006/relationships/hyperlink" Target="https://drive.google.com/file/d/1wH9_TO1euUtTdUAnt9t2deAEUbK0fQ02/view?usp=drive_link" TargetMode="External"/><Relationship Id="rId7" Type="http://schemas.openxmlformats.org/officeDocument/2006/relationships/hyperlink" Target="https://cu-planner.web.app/" TargetMode="External"/><Relationship Id="rId8" Type="http://schemas.openxmlformats.org/officeDocument/2006/relationships/image" Target="../media/image66.png"/><Relationship Id="rId30" Type="http://schemas.openxmlformats.org/officeDocument/2006/relationships/hyperlink" Target="https://github.com/PaloAltoNetworks/Ecosystems-Global-Service-Creation" TargetMode="External"/><Relationship Id="rId20" Type="http://schemas.openxmlformats.org/officeDocument/2006/relationships/image" Target="../media/image63.png"/><Relationship Id="rId22" Type="http://schemas.openxmlformats.org/officeDocument/2006/relationships/image" Target="../media/image64.png"/><Relationship Id="rId21" Type="http://schemas.openxmlformats.org/officeDocument/2006/relationships/image" Target="../media/image58.png"/><Relationship Id="rId24" Type="http://schemas.openxmlformats.org/officeDocument/2006/relationships/hyperlink" Target="https://github.com/PaloAltoNetworks/cortex-idira-integration/blob/main/Identity%20Attack%20Path%20Idira%20to%20Cortex%20v1.0.pptx" TargetMode="External"/><Relationship Id="rId23" Type="http://schemas.openxmlformats.org/officeDocument/2006/relationships/image" Target="../media/image45.png"/><Relationship Id="rId26" Type="http://schemas.openxmlformats.org/officeDocument/2006/relationships/hyperlink" Target="https://github.com/PaloAltoNetworks/cortex-xsiam-partner-content/blob/main/XSIAM%20CU%20Operationalization%20Guide.docx" TargetMode="External"/><Relationship Id="rId25" Type="http://schemas.openxmlformats.org/officeDocument/2006/relationships/image" Target="../media/image70.png"/><Relationship Id="rId28" Type="http://schemas.openxmlformats.org/officeDocument/2006/relationships/hyperlink" Target="https://github.com/PaloAltoNetworks/cortex-aes-documentation-framework/blob/main/AgentiX%20CU%20Optimization%20Guide%20v1.0.docx" TargetMode="External"/><Relationship Id="rId27" Type="http://schemas.openxmlformats.org/officeDocument/2006/relationships/image" Target="../media/image65.png"/><Relationship Id="rId29" Type="http://schemas.openxmlformats.org/officeDocument/2006/relationships/image" Target="../media/image60.png"/><Relationship Id="rId11" Type="http://schemas.openxmlformats.org/officeDocument/2006/relationships/image" Target="../media/image34.png"/><Relationship Id="rId10" Type="http://schemas.openxmlformats.org/officeDocument/2006/relationships/image" Target="../media/image41.png"/><Relationship Id="rId13" Type="http://schemas.openxmlformats.org/officeDocument/2006/relationships/image" Target="../media/image55.png"/><Relationship Id="rId12" Type="http://schemas.openxmlformats.org/officeDocument/2006/relationships/hyperlink" Target="https://github.com/PaloAltoNetworks/cortex-cloud-partner-toolkit/tree/main/cloud-to-soc-flow-kit-gcp-v1.2" TargetMode="External"/><Relationship Id="rId15" Type="http://schemas.openxmlformats.org/officeDocument/2006/relationships/image" Target="../media/image53.png"/><Relationship Id="rId14" Type="http://schemas.openxmlformats.org/officeDocument/2006/relationships/hyperlink" Target="https://github.com/PaloAltoNetworks/cortex-cloud-partner-toolkit/blob/main/Cortex%20Cloud%20AppSec%20Positioning%20Guide.pptx" TargetMode="External"/><Relationship Id="rId17" Type="http://schemas.openxmlformats.org/officeDocument/2006/relationships/image" Target="../media/image61.png"/><Relationship Id="rId16" Type="http://schemas.openxmlformats.org/officeDocument/2006/relationships/hyperlink" Target="https://github.com/PaloAltoNetworks/cortex-cloud-partner-toolkit/blob/main/Cortex%20Cloud%20ASC%20Support%20Enablement%20Guide%20v1.0.pdf" TargetMode="External"/><Relationship Id="rId19" Type="http://schemas.openxmlformats.org/officeDocument/2006/relationships/hyperlink" Target="https://github.com/PaloAltoNetworks/cortex-aes-documentation-framework/blob/main/Cortex%20AES%20Koi%20Partner%20Service%20Integration%20Guide.docx" TargetMode="External"/><Relationship Id="rId18"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3.xml"/><Relationship Id="rId3"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g3ecd9bc579e_0_3035"/>
          <p:cNvSpPr/>
          <p:nvPr/>
        </p:nvSpPr>
        <p:spPr>
          <a:xfrm>
            <a:off x="8899855" y="0"/>
            <a:ext cx="3291900" cy="6858000"/>
          </a:xfrm>
          <a:prstGeom prst="rect">
            <a:avLst/>
          </a:prstGeom>
          <a:solidFill>
            <a:srgbClr val="0E3D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g3ecd9bc579e_0_3035"/>
          <p:cNvSpPr/>
          <p:nvPr/>
        </p:nvSpPr>
        <p:spPr>
          <a:xfrm>
            <a:off x="8899855" y="0"/>
            <a:ext cx="63900" cy="68580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g3ecd9bc579e_0_3035"/>
          <p:cNvSpPr/>
          <p:nvPr/>
        </p:nvSpPr>
        <p:spPr>
          <a:xfrm>
            <a:off x="640080" y="2103120"/>
            <a:ext cx="8229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600"/>
              <a:buFont typeface="Arial"/>
              <a:buNone/>
            </a:pPr>
            <a:r>
              <a:rPr b="1" i="0" lang="en-US" sz="1600" u="none" cap="none" strike="noStrike">
                <a:solidFill>
                  <a:srgbClr val="00C176"/>
                </a:solidFill>
                <a:latin typeface="Arial"/>
                <a:ea typeface="Arial"/>
                <a:cs typeface="Arial"/>
                <a:sym typeface="Arial"/>
              </a:rPr>
              <a:t>STRATEGIC PARTNER</a:t>
            </a:r>
            <a:endParaRPr b="0" i="0" sz="1600" u="none" cap="none" strike="noStrike">
              <a:solidFill>
                <a:schemeClr val="dk1"/>
              </a:solidFill>
              <a:latin typeface="Calibri"/>
              <a:ea typeface="Calibri"/>
              <a:cs typeface="Calibri"/>
              <a:sym typeface="Calibri"/>
            </a:endParaRPr>
          </a:p>
        </p:txBody>
      </p:sp>
      <p:sp>
        <p:nvSpPr>
          <p:cNvPr id="1012" name="Google Shape;1012;g3ecd9bc579e_0_3035"/>
          <p:cNvSpPr/>
          <p:nvPr/>
        </p:nvSpPr>
        <p:spPr>
          <a:xfrm>
            <a:off x="640080" y="2514600"/>
            <a:ext cx="7680900" cy="17373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FFFFFF"/>
              </a:buClr>
              <a:buSzPts val="5200"/>
              <a:buFont typeface="Arial Black"/>
              <a:buNone/>
            </a:pPr>
            <a:r>
              <a:rPr b="1" i="0" lang="en-US" sz="5300" u="none" cap="none" strike="noStrike">
                <a:solidFill>
                  <a:srgbClr val="FFFFFF"/>
                </a:solidFill>
                <a:latin typeface="Arial Black"/>
                <a:ea typeface="Arial Black"/>
                <a:cs typeface="Arial Black"/>
                <a:sym typeface="Arial Black"/>
              </a:rPr>
              <a:t>Service Offering</a:t>
            </a:r>
            <a:endParaRPr b="0" i="0" sz="530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FFFFFF"/>
              </a:buClr>
              <a:buSzPts val="5200"/>
              <a:buFont typeface="Arial Black"/>
              <a:buNone/>
            </a:pPr>
            <a:r>
              <a:rPr b="1" i="0" lang="en-US" sz="5300" u="none" cap="none" strike="noStrike">
                <a:solidFill>
                  <a:srgbClr val="FFFFFF"/>
                </a:solidFill>
                <a:latin typeface="Arial Black"/>
                <a:ea typeface="Arial Black"/>
                <a:cs typeface="Arial Black"/>
                <a:sym typeface="Arial Black"/>
              </a:rPr>
              <a:t>Catalog</a:t>
            </a:r>
            <a:endParaRPr b="0" i="0" sz="5300" u="none" cap="none" strike="noStrike">
              <a:solidFill>
                <a:schemeClr val="dk1"/>
              </a:solidFill>
              <a:latin typeface="Calibri"/>
              <a:ea typeface="Calibri"/>
              <a:cs typeface="Calibri"/>
              <a:sym typeface="Calibri"/>
            </a:endParaRPr>
          </a:p>
        </p:txBody>
      </p:sp>
      <p:sp>
        <p:nvSpPr>
          <p:cNvPr id="1013" name="Google Shape;1013;g3ecd9bc579e_0_3035"/>
          <p:cNvSpPr/>
          <p:nvPr/>
        </p:nvSpPr>
        <p:spPr>
          <a:xfrm>
            <a:off x="640080" y="4343400"/>
            <a:ext cx="7498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1500"/>
              <a:buFont typeface="Calibri"/>
              <a:buNone/>
            </a:pPr>
            <a:r>
              <a:rPr b="0" i="0" lang="en-US" sz="1500" u="none" cap="none" strike="noStrike">
                <a:solidFill>
                  <a:schemeClr val="lt1"/>
                </a:solidFill>
                <a:latin typeface="Calibri"/>
                <a:ea typeface="Calibri"/>
                <a:cs typeface="Calibri"/>
                <a:sym typeface="Calibri"/>
              </a:rPr>
              <a:t>The consolidated PANW partner service catalog. One platform, one playbook, repeatable partner revenue.</a:t>
            </a:r>
            <a:endParaRPr b="0" i="0" sz="1500" u="none" cap="none" strike="noStrike">
              <a:solidFill>
                <a:schemeClr val="lt1"/>
              </a:solidFill>
              <a:latin typeface="Calibri"/>
              <a:ea typeface="Calibri"/>
              <a:cs typeface="Calibri"/>
              <a:sym typeface="Calibri"/>
            </a:endParaRPr>
          </a:p>
        </p:txBody>
      </p:sp>
      <p:sp>
        <p:nvSpPr>
          <p:cNvPr id="1014" name="Google Shape;1014;g3ecd9bc579e_0_3035"/>
          <p:cNvSpPr/>
          <p:nvPr/>
        </p:nvSpPr>
        <p:spPr>
          <a:xfrm>
            <a:off x="640080" y="5120640"/>
            <a:ext cx="1417200" cy="5670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g3ecd9bc579e_0_3035"/>
          <p:cNvSpPr/>
          <p:nvPr/>
        </p:nvSpPr>
        <p:spPr>
          <a:xfrm>
            <a:off x="640080" y="5120640"/>
            <a:ext cx="54900" cy="5670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g3ecd9bc579e_0_3035"/>
          <p:cNvSpPr/>
          <p:nvPr/>
        </p:nvSpPr>
        <p:spPr>
          <a:xfrm>
            <a:off x="749808" y="5148072"/>
            <a:ext cx="1280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Arial Black"/>
              <a:buNone/>
            </a:pPr>
            <a:r>
              <a:rPr b="1" i="0" lang="en-US" sz="1100" u="none" cap="none" strike="noStrike">
                <a:solidFill>
                  <a:srgbClr val="FFFFFF"/>
                </a:solidFill>
                <a:latin typeface="Arial Black"/>
                <a:ea typeface="Arial Black"/>
                <a:cs typeface="Arial Black"/>
                <a:sym typeface="Arial Black"/>
              </a:rPr>
              <a:t>CORTEX</a:t>
            </a:r>
            <a:endParaRPr b="0" i="0" sz="1100" u="none" cap="none" strike="noStrike">
              <a:solidFill>
                <a:schemeClr val="dk1"/>
              </a:solidFill>
              <a:latin typeface="Calibri"/>
              <a:ea typeface="Calibri"/>
              <a:cs typeface="Calibri"/>
              <a:sym typeface="Calibri"/>
            </a:endParaRPr>
          </a:p>
        </p:txBody>
      </p:sp>
      <p:sp>
        <p:nvSpPr>
          <p:cNvPr id="1017" name="Google Shape;1017;g3ecd9bc579e_0_3035"/>
          <p:cNvSpPr/>
          <p:nvPr/>
        </p:nvSpPr>
        <p:spPr>
          <a:xfrm>
            <a:off x="749808" y="5413248"/>
            <a:ext cx="12801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800"/>
              <a:buFont typeface="Arial"/>
              <a:buNone/>
            </a:pPr>
            <a:r>
              <a:rPr b="1" i="0" lang="en-US" sz="800" u="none" cap="none" strike="noStrike">
                <a:solidFill>
                  <a:srgbClr val="4FE3A6"/>
                </a:solidFill>
                <a:latin typeface="Arial"/>
                <a:ea typeface="Arial"/>
                <a:cs typeface="Arial"/>
                <a:sym typeface="Arial"/>
              </a:rPr>
              <a:t>SOC</a:t>
            </a:r>
            <a:endParaRPr b="0" i="0" sz="800" u="none" cap="none" strike="noStrike">
              <a:solidFill>
                <a:schemeClr val="dk1"/>
              </a:solidFill>
              <a:latin typeface="Calibri"/>
              <a:ea typeface="Calibri"/>
              <a:cs typeface="Calibri"/>
              <a:sym typeface="Calibri"/>
            </a:endParaRPr>
          </a:p>
        </p:txBody>
      </p:sp>
      <p:sp>
        <p:nvSpPr>
          <p:cNvPr id="1018" name="Google Shape;1018;g3ecd9bc579e_0_3035"/>
          <p:cNvSpPr/>
          <p:nvPr/>
        </p:nvSpPr>
        <p:spPr>
          <a:xfrm>
            <a:off x="2157984" y="5120640"/>
            <a:ext cx="1417200" cy="5670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g3ecd9bc579e_0_3035"/>
          <p:cNvSpPr/>
          <p:nvPr/>
        </p:nvSpPr>
        <p:spPr>
          <a:xfrm>
            <a:off x="2157984" y="5120640"/>
            <a:ext cx="54900" cy="5670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g3ecd9bc579e_0_3035"/>
          <p:cNvSpPr/>
          <p:nvPr/>
        </p:nvSpPr>
        <p:spPr>
          <a:xfrm>
            <a:off x="2267712" y="5148072"/>
            <a:ext cx="1280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Arial Black"/>
              <a:buNone/>
            </a:pPr>
            <a:r>
              <a:rPr b="1" i="0" lang="en-US" sz="1100" u="none" cap="none" strike="noStrike">
                <a:solidFill>
                  <a:srgbClr val="FFFFFF"/>
                </a:solidFill>
                <a:latin typeface="Arial Black"/>
                <a:ea typeface="Arial Black"/>
                <a:cs typeface="Arial Black"/>
                <a:sym typeface="Arial Black"/>
              </a:rPr>
              <a:t>CORTEX CLOUD</a:t>
            </a:r>
            <a:endParaRPr b="0" i="0" sz="1100" u="none" cap="none" strike="noStrike">
              <a:solidFill>
                <a:schemeClr val="dk1"/>
              </a:solidFill>
              <a:latin typeface="Calibri"/>
              <a:ea typeface="Calibri"/>
              <a:cs typeface="Calibri"/>
              <a:sym typeface="Calibri"/>
            </a:endParaRPr>
          </a:p>
        </p:txBody>
      </p:sp>
      <p:sp>
        <p:nvSpPr>
          <p:cNvPr id="1021" name="Google Shape;1021;g3ecd9bc579e_0_3035"/>
          <p:cNvSpPr/>
          <p:nvPr/>
        </p:nvSpPr>
        <p:spPr>
          <a:xfrm>
            <a:off x="2267712" y="5413248"/>
            <a:ext cx="12801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800"/>
              <a:buFont typeface="Arial"/>
              <a:buNone/>
            </a:pPr>
            <a:r>
              <a:rPr b="1" i="0" lang="en-US" sz="800" u="none" cap="none" strike="noStrike">
                <a:solidFill>
                  <a:srgbClr val="4FE3A6"/>
                </a:solidFill>
                <a:latin typeface="Arial"/>
                <a:ea typeface="Arial"/>
                <a:cs typeface="Arial"/>
                <a:sym typeface="Arial"/>
              </a:rPr>
              <a:t>CODE-TO-CLOUD</a:t>
            </a:r>
            <a:endParaRPr b="0" i="0" sz="800" u="none" cap="none" strike="noStrike">
              <a:solidFill>
                <a:schemeClr val="dk1"/>
              </a:solidFill>
              <a:latin typeface="Calibri"/>
              <a:ea typeface="Calibri"/>
              <a:cs typeface="Calibri"/>
              <a:sym typeface="Calibri"/>
            </a:endParaRPr>
          </a:p>
        </p:txBody>
      </p:sp>
      <p:sp>
        <p:nvSpPr>
          <p:cNvPr id="1022" name="Google Shape;1022;g3ecd9bc579e_0_3035"/>
          <p:cNvSpPr/>
          <p:nvPr/>
        </p:nvSpPr>
        <p:spPr>
          <a:xfrm>
            <a:off x="3675888" y="5120640"/>
            <a:ext cx="1417200" cy="5670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g3ecd9bc579e_0_3035"/>
          <p:cNvSpPr/>
          <p:nvPr/>
        </p:nvSpPr>
        <p:spPr>
          <a:xfrm>
            <a:off x="3675888" y="5120640"/>
            <a:ext cx="54900" cy="5670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g3ecd9bc579e_0_3035"/>
          <p:cNvSpPr/>
          <p:nvPr/>
        </p:nvSpPr>
        <p:spPr>
          <a:xfrm>
            <a:off x="3785616" y="5148072"/>
            <a:ext cx="1280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Arial Black"/>
              <a:buNone/>
            </a:pPr>
            <a:r>
              <a:rPr b="1" i="0" lang="en-US" sz="1100" u="none" cap="none" strike="noStrike">
                <a:solidFill>
                  <a:srgbClr val="FFFFFF"/>
                </a:solidFill>
                <a:latin typeface="Arial Black"/>
                <a:ea typeface="Arial Black"/>
                <a:cs typeface="Arial Black"/>
                <a:sym typeface="Arial Black"/>
              </a:rPr>
              <a:t>AES</a:t>
            </a:r>
            <a:endParaRPr b="0" i="0" sz="1100" u="none" cap="none" strike="noStrike">
              <a:solidFill>
                <a:schemeClr val="dk1"/>
              </a:solidFill>
              <a:latin typeface="Calibri"/>
              <a:ea typeface="Calibri"/>
              <a:cs typeface="Calibri"/>
              <a:sym typeface="Calibri"/>
            </a:endParaRPr>
          </a:p>
        </p:txBody>
      </p:sp>
      <p:sp>
        <p:nvSpPr>
          <p:cNvPr id="1025" name="Google Shape;1025;g3ecd9bc579e_0_3035"/>
          <p:cNvSpPr/>
          <p:nvPr/>
        </p:nvSpPr>
        <p:spPr>
          <a:xfrm>
            <a:off x="3785616" y="5413248"/>
            <a:ext cx="12801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800"/>
              <a:buFont typeface="Arial"/>
              <a:buNone/>
            </a:pPr>
            <a:r>
              <a:rPr b="1" i="0" lang="en-US" sz="800" u="none" cap="none" strike="noStrike">
                <a:solidFill>
                  <a:srgbClr val="4FE3A6"/>
                </a:solidFill>
                <a:latin typeface="Arial"/>
                <a:ea typeface="Arial"/>
                <a:cs typeface="Arial"/>
                <a:sym typeface="Arial"/>
              </a:rPr>
              <a:t>AGENTIC ENDPOINT</a:t>
            </a:r>
            <a:endParaRPr b="0" i="0" sz="800" u="none" cap="none" strike="noStrike">
              <a:solidFill>
                <a:schemeClr val="dk1"/>
              </a:solidFill>
              <a:latin typeface="Calibri"/>
              <a:ea typeface="Calibri"/>
              <a:cs typeface="Calibri"/>
              <a:sym typeface="Calibri"/>
            </a:endParaRPr>
          </a:p>
        </p:txBody>
      </p:sp>
      <p:sp>
        <p:nvSpPr>
          <p:cNvPr id="1026" name="Google Shape;1026;g3ecd9bc579e_0_3035"/>
          <p:cNvSpPr/>
          <p:nvPr/>
        </p:nvSpPr>
        <p:spPr>
          <a:xfrm>
            <a:off x="5193792" y="5120640"/>
            <a:ext cx="1417200" cy="5670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g3ecd9bc579e_0_3035"/>
          <p:cNvSpPr/>
          <p:nvPr/>
        </p:nvSpPr>
        <p:spPr>
          <a:xfrm>
            <a:off x="5193792" y="5120640"/>
            <a:ext cx="54900" cy="5670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g3ecd9bc579e_0_3035"/>
          <p:cNvSpPr/>
          <p:nvPr/>
        </p:nvSpPr>
        <p:spPr>
          <a:xfrm>
            <a:off x="5303520" y="5148072"/>
            <a:ext cx="1280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Arial Black"/>
              <a:buNone/>
            </a:pPr>
            <a:r>
              <a:rPr b="1" i="0" lang="en-US" sz="1100" u="none" cap="none" strike="noStrike">
                <a:solidFill>
                  <a:srgbClr val="FFFFFF"/>
                </a:solidFill>
                <a:latin typeface="Arial Black"/>
                <a:ea typeface="Arial Black"/>
                <a:cs typeface="Arial Black"/>
                <a:sym typeface="Arial Black"/>
              </a:rPr>
              <a:t>STRATA</a:t>
            </a:r>
            <a:endParaRPr b="0" i="0" sz="1100" u="none" cap="none" strike="noStrike">
              <a:solidFill>
                <a:schemeClr val="dk1"/>
              </a:solidFill>
              <a:latin typeface="Calibri"/>
              <a:ea typeface="Calibri"/>
              <a:cs typeface="Calibri"/>
              <a:sym typeface="Calibri"/>
            </a:endParaRPr>
          </a:p>
        </p:txBody>
      </p:sp>
      <p:sp>
        <p:nvSpPr>
          <p:cNvPr id="1029" name="Google Shape;1029;g3ecd9bc579e_0_3035"/>
          <p:cNvSpPr/>
          <p:nvPr/>
        </p:nvSpPr>
        <p:spPr>
          <a:xfrm>
            <a:off x="5303520" y="5413248"/>
            <a:ext cx="12801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800"/>
              <a:buFont typeface="Arial"/>
              <a:buNone/>
            </a:pPr>
            <a:r>
              <a:rPr b="1" i="0" lang="en-US" sz="800" u="none" cap="none" strike="noStrike">
                <a:solidFill>
                  <a:srgbClr val="4FE3A6"/>
                </a:solidFill>
                <a:latin typeface="Arial"/>
                <a:ea typeface="Arial"/>
                <a:cs typeface="Arial"/>
                <a:sym typeface="Arial"/>
              </a:rPr>
              <a:t>NETWORK</a:t>
            </a:r>
            <a:endParaRPr b="0" i="0" sz="800" u="none" cap="none" strike="noStrike">
              <a:solidFill>
                <a:schemeClr val="dk1"/>
              </a:solidFill>
              <a:latin typeface="Calibri"/>
              <a:ea typeface="Calibri"/>
              <a:cs typeface="Calibri"/>
              <a:sym typeface="Calibri"/>
            </a:endParaRPr>
          </a:p>
        </p:txBody>
      </p:sp>
      <p:sp>
        <p:nvSpPr>
          <p:cNvPr id="1030" name="Google Shape;1030;g3ecd9bc579e_0_3035"/>
          <p:cNvSpPr/>
          <p:nvPr/>
        </p:nvSpPr>
        <p:spPr>
          <a:xfrm>
            <a:off x="6711696" y="5120640"/>
            <a:ext cx="1417200" cy="5670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g3ecd9bc579e_0_3035"/>
          <p:cNvSpPr/>
          <p:nvPr/>
        </p:nvSpPr>
        <p:spPr>
          <a:xfrm>
            <a:off x="6711696" y="5120640"/>
            <a:ext cx="54900" cy="5670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g3ecd9bc579e_0_3035"/>
          <p:cNvSpPr/>
          <p:nvPr/>
        </p:nvSpPr>
        <p:spPr>
          <a:xfrm>
            <a:off x="6821424" y="5148072"/>
            <a:ext cx="1280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Arial Black"/>
              <a:buNone/>
            </a:pPr>
            <a:r>
              <a:rPr b="1" i="0" lang="en-US" sz="1100" u="none" cap="none" strike="noStrike">
                <a:solidFill>
                  <a:srgbClr val="FFFFFF"/>
                </a:solidFill>
                <a:latin typeface="Arial Black"/>
                <a:ea typeface="Arial Black"/>
                <a:cs typeface="Arial Black"/>
                <a:sym typeface="Arial Black"/>
              </a:rPr>
              <a:t>IDIRA</a:t>
            </a:r>
            <a:endParaRPr b="0" i="0" sz="1100" u="none" cap="none" strike="noStrike">
              <a:solidFill>
                <a:schemeClr val="dk1"/>
              </a:solidFill>
              <a:latin typeface="Calibri"/>
              <a:ea typeface="Calibri"/>
              <a:cs typeface="Calibri"/>
              <a:sym typeface="Calibri"/>
            </a:endParaRPr>
          </a:p>
        </p:txBody>
      </p:sp>
      <p:sp>
        <p:nvSpPr>
          <p:cNvPr id="1033" name="Google Shape;1033;g3ecd9bc579e_0_3035"/>
          <p:cNvSpPr/>
          <p:nvPr/>
        </p:nvSpPr>
        <p:spPr>
          <a:xfrm>
            <a:off x="6821424" y="5413248"/>
            <a:ext cx="12801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800"/>
              <a:buFont typeface="Arial"/>
              <a:buNone/>
            </a:pPr>
            <a:r>
              <a:rPr b="1" i="0" lang="en-US" sz="800" u="none" cap="none" strike="noStrike">
                <a:solidFill>
                  <a:srgbClr val="4FE3A6"/>
                </a:solidFill>
                <a:latin typeface="Arial"/>
                <a:ea typeface="Arial"/>
                <a:cs typeface="Arial"/>
                <a:sym typeface="Arial"/>
              </a:rPr>
              <a:t>IDENTITY</a:t>
            </a:r>
            <a:endParaRPr b="0" i="0" sz="800" u="none" cap="none" strike="noStrike">
              <a:solidFill>
                <a:schemeClr val="dk1"/>
              </a:solidFill>
              <a:latin typeface="Calibri"/>
              <a:ea typeface="Calibri"/>
              <a:cs typeface="Calibri"/>
              <a:sym typeface="Calibri"/>
            </a:endParaRPr>
          </a:p>
        </p:txBody>
      </p:sp>
      <p:pic>
        <p:nvPicPr>
          <p:cNvPr descr="preencoded.png" id="1034" name="Google Shape;1034;g3ecd9bc579e_0_3035"/>
          <p:cNvPicPr preferRelativeResize="0"/>
          <p:nvPr/>
        </p:nvPicPr>
        <p:blipFill rotWithShape="1">
          <a:blip r:embed="rId3">
            <a:alphaModFix/>
          </a:blip>
          <a:srcRect b="0" l="0" r="0" t="0"/>
          <a:stretch/>
        </p:blipFill>
        <p:spPr>
          <a:xfrm>
            <a:off x="9585655" y="1645920"/>
            <a:ext cx="502920" cy="502920"/>
          </a:xfrm>
          <a:prstGeom prst="rect">
            <a:avLst/>
          </a:prstGeom>
          <a:noFill/>
          <a:ln>
            <a:noFill/>
          </a:ln>
        </p:spPr>
      </p:pic>
      <p:sp>
        <p:nvSpPr>
          <p:cNvPr id="1035" name="Google Shape;1035;g3ecd9bc579e_0_3035"/>
          <p:cNvSpPr/>
          <p:nvPr/>
        </p:nvSpPr>
        <p:spPr>
          <a:xfrm>
            <a:off x="9219895" y="2240280"/>
            <a:ext cx="2697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Autonomous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Security Operations</a:t>
            </a:r>
            <a:endParaRPr b="0" i="0" sz="1200" u="none" cap="none" strike="noStrike">
              <a:solidFill>
                <a:schemeClr val="dk1"/>
              </a:solidFill>
              <a:latin typeface="Calibri"/>
              <a:ea typeface="Calibri"/>
              <a:cs typeface="Calibri"/>
              <a:sym typeface="Calibri"/>
            </a:endParaRPr>
          </a:p>
        </p:txBody>
      </p:sp>
      <p:pic>
        <p:nvPicPr>
          <p:cNvPr descr="preencoded.png" id="1036" name="Google Shape;1036;g3ecd9bc579e_0_3035"/>
          <p:cNvPicPr preferRelativeResize="0"/>
          <p:nvPr/>
        </p:nvPicPr>
        <p:blipFill rotWithShape="1">
          <a:blip r:embed="rId4">
            <a:alphaModFix/>
          </a:blip>
          <a:srcRect b="0" l="0" r="0" t="0"/>
          <a:stretch/>
        </p:blipFill>
        <p:spPr>
          <a:xfrm>
            <a:off x="9585655" y="2971800"/>
            <a:ext cx="502920" cy="502920"/>
          </a:xfrm>
          <a:prstGeom prst="rect">
            <a:avLst/>
          </a:prstGeom>
          <a:noFill/>
          <a:ln>
            <a:noFill/>
          </a:ln>
        </p:spPr>
      </p:pic>
      <p:sp>
        <p:nvSpPr>
          <p:cNvPr id="1037" name="Google Shape;1037;g3ecd9bc579e_0_3035"/>
          <p:cNvSpPr/>
          <p:nvPr/>
        </p:nvSpPr>
        <p:spPr>
          <a:xfrm>
            <a:off x="9219895" y="3566160"/>
            <a:ext cx="2697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Code-to-Cloud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Security</a:t>
            </a:r>
            <a:endParaRPr b="0" i="0" sz="1200" u="none" cap="none" strike="noStrike">
              <a:solidFill>
                <a:schemeClr val="dk1"/>
              </a:solidFill>
              <a:latin typeface="Calibri"/>
              <a:ea typeface="Calibri"/>
              <a:cs typeface="Calibri"/>
              <a:sym typeface="Calibri"/>
            </a:endParaRPr>
          </a:p>
        </p:txBody>
      </p:sp>
      <p:pic>
        <p:nvPicPr>
          <p:cNvPr descr="preencoded.png" id="1038" name="Google Shape;1038;g3ecd9bc579e_0_3035"/>
          <p:cNvPicPr preferRelativeResize="0"/>
          <p:nvPr/>
        </p:nvPicPr>
        <p:blipFill rotWithShape="1">
          <a:blip r:embed="rId5">
            <a:alphaModFix/>
          </a:blip>
          <a:srcRect b="0" l="0" r="0" t="0"/>
          <a:stretch/>
        </p:blipFill>
        <p:spPr>
          <a:xfrm>
            <a:off x="9585655" y="4297680"/>
            <a:ext cx="502920" cy="502920"/>
          </a:xfrm>
          <a:prstGeom prst="rect">
            <a:avLst/>
          </a:prstGeom>
          <a:noFill/>
          <a:ln>
            <a:noFill/>
          </a:ln>
        </p:spPr>
      </p:pic>
      <p:sp>
        <p:nvSpPr>
          <p:cNvPr id="1039" name="Google Shape;1039;g3ecd9bc579e_0_3035"/>
          <p:cNvSpPr/>
          <p:nvPr/>
        </p:nvSpPr>
        <p:spPr>
          <a:xfrm>
            <a:off x="9219895" y="4892040"/>
            <a:ext cx="2697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Agentic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Endpoint Security</a:t>
            </a:r>
            <a:endParaRPr b="0" i="0" sz="1200" u="none" cap="none" strike="noStrike">
              <a:solidFill>
                <a:schemeClr val="dk1"/>
              </a:solidFill>
              <a:latin typeface="Calibri"/>
              <a:ea typeface="Calibri"/>
              <a:cs typeface="Calibri"/>
              <a:sym typeface="Calibri"/>
            </a:endParaRPr>
          </a:p>
        </p:txBody>
      </p:sp>
      <p:pic>
        <p:nvPicPr>
          <p:cNvPr descr="preencoded.png" id="1040" name="Google Shape;1040;g3ecd9bc579e_0_3035"/>
          <p:cNvPicPr preferRelativeResize="0"/>
          <p:nvPr/>
        </p:nvPicPr>
        <p:blipFill rotWithShape="1">
          <a:blip r:embed="rId6">
            <a:alphaModFix/>
          </a:blip>
          <a:srcRect b="0" l="0" r="0" t="0"/>
          <a:stretch/>
        </p:blipFill>
        <p:spPr>
          <a:xfrm>
            <a:off x="9585655" y="5623560"/>
            <a:ext cx="502920" cy="502920"/>
          </a:xfrm>
          <a:prstGeom prst="rect">
            <a:avLst/>
          </a:prstGeom>
          <a:noFill/>
          <a:ln>
            <a:noFill/>
          </a:ln>
        </p:spPr>
      </p:pic>
      <p:sp>
        <p:nvSpPr>
          <p:cNvPr id="1041" name="Google Shape;1041;g3ecd9bc579e_0_3035"/>
          <p:cNvSpPr/>
          <p:nvPr/>
        </p:nvSpPr>
        <p:spPr>
          <a:xfrm>
            <a:off x="9219895" y="6217920"/>
            <a:ext cx="2697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Identity &amp; Beyond</a:t>
            </a:r>
            <a:endParaRPr b="0" i="0" sz="1200" u="none" cap="none" strike="noStrike">
              <a:solidFill>
                <a:schemeClr val="dk1"/>
              </a:solidFill>
              <a:latin typeface="Calibri"/>
              <a:ea typeface="Calibri"/>
              <a:cs typeface="Calibri"/>
              <a:sym typeface="Calibri"/>
            </a:endParaRPr>
          </a:p>
        </p:txBody>
      </p:sp>
      <p:sp>
        <p:nvSpPr>
          <p:cNvPr id="1042" name="Google Shape;1042;g3ecd9bc579e_0_3035"/>
          <p:cNvSpPr/>
          <p:nvPr/>
        </p:nvSpPr>
        <p:spPr>
          <a:xfrm>
            <a:off x="2724904" y="1001268"/>
            <a:ext cx="5486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1000"/>
              <a:buFont typeface="Arial"/>
              <a:buNone/>
            </a:pPr>
            <a:r>
              <a:rPr b="1" i="0" lang="en-US" sz="1200" u="none" cap="none" strike="noStrike">
                <a:solidFill>
                  <a:srgbClr val="ED7D31"/>
                </a:solidFill>
                <a:latin typeface="Arial"/>
                <a:ea typeface="Arial"/>
                <a:cs typeface="Arial"/>
                <a:sym typeface="Arial"/>
              </a:rPr>
              <a:t>PALO ALTO NETWORKS/ECOSYSTEMS</a:t>
            </a:r>
            <a:endParaRPr b="1" i="0" sz="1200" u="none" cap="none" strike="noStrike">
              <a:solidFill>
                <a:srgbClr val="ED7D31"/>
              </a:solidFill>
              <a:latin typeface="Calibri"/>
              <a:ea typeface="Calibri"/>
              <a:cs typeface="Calibri"/>
              <a:sym typeface="Calibri"/>
            </a:endParaRPr>
          </a:p>
        </p:txBody>
      </p:sp>
      <p:pic>
        <p:nvPicPr>
          <p:cNvPr id="1043" name="Google Shape;1043;g3ecd9bc579e_0_3035"/>
          <p:cNvPicPr preferRelativeResize="0"/>
          <p:nvPr/>
        </p:nvPicPr>
        <p:blipFill rotWithShape="1">
          <a:blip r:embed="rId7">
            <a:alphaModFix/>
          </a:blip>
          <a:srcRect b="0" l="0" r="0" t="0"/>
          <a:stretch/>
        </p:blipFill>
        <p:spPr>
          <a:xfrm>
            <a:off x="0" y="-12"/>
            <a:ext cx="3733800" cy="857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ecd9bc579e_0_1525"/>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chemeClr val="accent1"/>
                </a:solidFill>
                <a:latin typeface="Arial"/>
                <a:ea typeface="Arial"/>
                <a:cs typeface="Arial"/>
                <a:sym typeface="Arial"/>
              </a:rPr>
              <a:t>PALO ALTO NETWORKS</a:t>
            </a:r>
            <a:endParaRPr b="1" i="0" sz="1000" u="none" cap="none" strike="noStrike">
              <a:solidFill>
                <a:schemeClr val="accent1"/>
              </a:solidFill>
              <a:latin typeface="Calibri"/>
              <a:ea typeface="Calibri"/>
              <a:cs typeface="Calibri"/>
              <a:sym typeface="Calibri"/>
            </a:endParaRPr>
          </a:p>
        </p:txBody>
      </p:sp>
      <p:sp>
        <p:nvSpPr>
          <p:cNvPr id="1049" name="Google Shape;1049;g3ecd9bc579e_0_1525"/>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200" u="none" cap="none" strike="noStrike">
                <a:solidFill>
                  <a:srgbClr val="00C176"/>
                </a:solidFill>
                <a:latin typeface="Arial"/>
                <a:ea typeface="Arial"/>
                <a:cs typeface="Arial"/>
                <a:sym typeface="Arial"/>
              </a:rPr>
              <a:t>THE CORTEX PLATFORM</a:t>
            </a:r>
            <a:endParaRPr b="0" i="0" sz="1200" u="none" cap="none" strike="noStrike">
              <a:solidFill>
                <a:schemeClr val="dk1"/>
              </a:solidFill>
              <a:latin typeface="Calibri"/>
              <a:ea typeface="Calibri"/>
              <a:cs typeface="Calibri"/>
              <a:sym typeface="Calibri"/>
            </a:endParaRPr>
          </a:p>
        </p:txBody>
      </p:sp>
      <p:sp>
        <p:nvSpPr>
          <p:cNvPr id="1050" name="Google Shape;1050;g3ecd9bc579e_0_1525"/>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000" u="none" cap="none" strike="noStrike">
                <a:solidFill>
                  <a:srgbClr val="FFFFFF"/>
                </a:solidFill>
                <a:latin typeface="Arial Black"/>
                <a:ea typeface="Arial Black"/>
                <a:cs typeface="Arial Black"/>
                <a:sym typeface="Arial Black"/>
              </a:rPr>
              <a:t>One platform. </a:t>
            </a:r>
            <a:r>
              <a:rPr b="1" lang="en-US" sz="3000">
                <a:solidFill>
                  <a:srgbClr val="FFFFFF"/>
                </a:solidFill>
                <a:latin typeface="Arial Black"/>
                <a:ea typeface="Arial Black"/>
                <a:cs typeface="Arial Black"/>
                <a:sym typeface="Arial Black"/>
              </a:rPr>
              <a:t>Four</a:t>
            </a:r>
            <a:r>
              <a:rPr b="1" i="0" lang="en-US" sz="3000" u="none" cap="none" strike="noStrike">
                <a:solidFill>
                  <a:srgbClr val="FFFFFF"/>
                </a:solidFill>
                <a:latin typeface="Arial Black"/>
                <a:ea typeface="Arial Black"/>
                <a:cs typeface="Arial Black"/>
                <a:sym typeface="Arial Black"/>
              </a:rPr>
              <a:t> partner surfaces.</a:t>
            </a:r>
            <a:endParaRPr b="0" i="0" sz="3000" u="none" cap="none" strike="noStrike">
              <a:solidFill>
                <a:schemeClr val="dk1"/>
              </a:solidFill>
              <a:latin typeface="Calibri"/>
              <a:ea typeface="Calibri"/>
              <a:cs typeface="Calibri"/>
              <a:sym typeface="Calibri"/>
            </a:endParaRPr>
          </a:p>
        </p:txBody>
      </p:sp>
      <p:sp>
        <p:nvSpPr>
          <p:cNvPr id="1051" name="Google Shape;1051;g3ecd9bc579e_0_1525"/>
          <p:cNvSpPr/>
          <p:nvPr/>
        </p:nvSpPr>
        <p:spPr>
          <a:xfrm>
            <a:off x="640080" y="1828800"/>
            <a:ext cx="10881300" cy="640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5CFC6"/>
              </a:buClr>
              <a:buSzPts val="1300"/>
              <a:buFont typeface="Calibri"/>
              <a:buNone/>
            </a:pPr>
            <a:r>
              <a:rPr b="0" i="0" lang="en-US" sz="1400" u="none" cap="none" strike="noStrike">
                <a:solidFill>
                  <a:schemeClr val="lt2"/>
                </a:solidFill>
                <a:latin typeface="Calibri"/>
                <a:ea typeface="Calibri"/>
                <a:cs typeface="Calibri"/>
                <a:sym typeface="Calibri"/>
              </a:rPr>
              <a:t>Every offering in this catalog is built on the Cortex platform. Partners co-develop repeatable services across three surfaces that share a common data foundation, AI engine, and automation layer.</a:t>
            </a:r>
            <a:endParaRPr b="0" i="0" sz="1400" u="none" cap="none" strike="noStrike">
              <a:solidFill>
                <a:schemeClr val="lt2"/>
              </a:solidFill>
              <a:latin typeface="Calibri"/>
              <a:ea typeface="Calibri"/>
              <a:cs typeface="Calibri"/>
              <a:sym typeface="Calibri"/>
            </a:endParaRPr>
          </a:p>
        </p:txBody>
      </p:sp>
      <p:sp>
        <p:nvSpPr>
          <p:cNvPr id="1052" name="Google Shape;1052;g3ecd9bc579e_0_1525">
            <a:hlinkClick r:id="rId3"/>
          </p:cNvPr>
          <p:cNvSpPr/>
          <p:nvPr/>
        </p:nvSpPr>
        <p:spPr>
          <a:xfrm>
            <a:off x="640080" y="2606040"/>
            <a:ext cx="2613600" cy="32004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3" name="Google Shape;1053;g3ecd9bc579e_0_1525"/>
          <p:cNvSpPr/>
          <p:nvPr/>
        </p:nvSpPr>
        <p:spPr>
          <a:xfrm>
            <a:off x="640080" y="2606040"/>
            <a:ext cx="2613600" cy="63900"/>
          </a:xfrm>
          <a:prstGeom prst="rect">
            <a:avLst/>
          </a:prstGeom>
          <a:solidFill>
            <a:srgbClr val="00C1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54" name="Google Shape;1054;g3ecd9bc579e_0_1525"/>
          <p:cNvPicPr preferRelativeResize="0"/>
          <p:nvPr/>
        </p:nvPicPr>
        <p:blipFill rotWithShape="1">
          <a:blip r:embed="rId4">
            <a:alphaModFix/>
          </a:blip>
          <a:srcRect b="0" l="0" r="0" t="0"/>
          <a:stretch/>
        </p:blipFill>
        <p:spPr>
          <a:xfrm>
            <a:off x="811530" y="2811780"/>
            <a:ext cx="457200" cy="457200"/>
          </a:xfrm>
          <a:prstGeom prst="rect">
            <a:avLst/>
          </a:prstGeom>
          <a:noFill/>
          <a:ln>
            <a:noFill/>
          </a:ln>
        </p:spPr>
      </p:pic>
      <p:sp>
        <p:nvSpPr>
          <p:cNvPr id="1055" name="Google Shape;1055;g3ecd9bc579e_0_1525"/>
          <p:cNvSpPr/>
          <p:nvPr/>
        </p:nvSpPr>
        <p:spPr>
          <a:xfrm>
            <a:off x="811530" y="3360420"/>
            <a:ext cx="22707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600">
                <a:solidFill>
                  <a:srgbClr val="FFFFFF"/>
                </a:solidFill>
                <a:latin typeface="Arial Black"/>
                <a:ea typeface="Arial Black"/>
                <a:cs typeface="Arial Black"/>
                <a:sym typeface="Arial Black"/>
              </a:rPr>
              <a:t>CORTEX</a:t>
            </a:r>
            <a:endParaRPr b="1" i="0" sz="1600">
              <a:solidFill>
                <a:srgbClr val="FFFFFF"/>
              </a:solidFill>
              <a:latin typeface="Arial Black"/>
              <a:ea typeface="Arial Black"/>
              <a:cs typeface="Arial Black"/>
              <a:sym typeface="Arial Black"/>
            </a:endParaRPr>
          </a:p>
        </p:txBody>
      </p:sp>
      <p:sp>
        <p:nvSpPr>
          <p:cNvPr id="1056" name="Google Shape;1056;g3ecd9bc579e_0_1525"/>
          <p:cNvSpPr/>
          <p:nvPr/>
        </p:nvSpPr>
        <p:spPr>
          <a:xfrm>
            <a:off x="811530" y="3703320"/>
            <a:ext cx="22707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100">
                <a:solidFill>
                  <a:srgbClr val="00C176"/>
                </a:solidFill>
                <a:latin typeface="Arial"/>
                <a:ea typeface="Arial"/>
                <a:cs typeface="Arial"/>
                <a:sym typeface="Arial"/>
              </a:rPr>
              <a:t>Autonomous SOC</a:t>
            </a:r>
            <a:endParaRPr b="1" i="0" sz="1100">
              <a:solidFill>
                <a:srgbClr val="00C176"/>
              </a:solidFill>
              <a:latin typeface="Arial"/>
              <a:ea typeface="Arial"/>
              <a:cs typeface="Arial"/>
              <a:sym typeface="Arial"/>
            </a:endParaRPr>
          </a:p>
        </p:txBody>
      </p:sp>
      <p:sp>
        <p:nvSpPr>
          <p:cNvPr id="1057" name="Google Shape;1057;g3ecd9bc579e_0_1525"/>
          <p:cNvSpPr/>
          <p:nvPr/>
        </p:nvSpPr>
        <p:spPr>
          <a:xfrm>
            <a:off x="811530" y="4000500"/>
            <a:ext cx="2270700" cy="12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US" sz="1100">
                <a:solidFill>
                  <a:srgbClr val="E9E9E9"/>
                </a:solidFill>
                <a:latin typeface="Calibri"/>
                <a:ea typeface="Calibri"/>
                <a:cs typeface="Calibri"/>
                <a:sym typeface="Calibri"/>
              </a:rPr>
              <a:t>AI-driven security operations: XDR, XSIAM, XPANSE, AgentiX. Detection, investigation, automated response on a single data plane.</a:t>
            </a:r>
            <a:endParaRPr b="0" i="0" sz="1100">
              <a:solidFill>
                <a:srgbClr val="E9E9E9"/>
              </a:solidFill>
              <a:latin typeface="Calibri"/>
              <a:ea typeface="Calibri"/>
              <a:cs typeface="Calibri"/>
              <a:sym typeface="Calibri"/>
            </a:endParaRPr>
          </a:p>
        </p:txBody>
      </p:sp>
      <p:sp>
        <p:nvSpPr>
          <p:cNvPr id="1058" name="Google Shape;1058;g3ecd9bc579e_0_1525"/>
          <p:cNvSpPr/>
          <p:nvPr/>
        </p:nvSpPr>
        <p:spPr>
          <a:xfrm>
            <a:off x="811530" y="5349240"/>
            <a:ext cx="5145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9" name="Google Shape;1059;g3ecd9bc579e_0_1525"/>
          <p:cNvSpPr/>
          <p:nvPr/>
        </p:nvSpPr>
        <p:spPr>
          <a:xfrm>
            <a:off x="811530" y="5349240"/>
            <a:ext cx="5145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XSIAM</a:t>
            </a:r>
            <a:endParaRPr b="1" i="0" sz="750">
              <a:solidFill>
                <a:srgbClr val="4FE3A6"/>
              </a:solidFill>
              <a:latin typeface="Arial"/>
              <a:ea typeface="Arial"/>
              <a:cs typeface="Arial"/>
              <a:sym typeface="Arial"/>
            </a:endParaRPr>
          </a:p>
        </p:txBody>
      </p:sp>
      <p:sp>
        <p:nvSpPr>
          <p:cNvPr id="1060" name="Google Shape;1060;g3ecd9bc579e_0_1525"/>
          <p:cNvSpPr/>
          <p:nvPr/>
        </p:nvSpPr>
        <p:spPr>
          <a:xfrm>
            <a:off x="1363980" y="5349240"/>
            <a:ext cx="5145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1" name="Google Shape;1061;g3ecd9bc579e_0_1525"/>
          <p:cNvSpPr/>
          <p:nvPr/>
        </p:nvSpPr>
        <p:spPr>
          <a:xfrm>
            <a:off x="1363980" y="5349240"/>
            <a:ext cx="5145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XDR</a:t>
            </a:r>
            <a:endParaRPr b="1" i="0" sz="750">
              <a:solidFill>
                <a:srgbClr val="4FE3A6"/>
              </a:solidFill>
              <a:latin typeface="Arial"/>
              <a:ea typeface="Arial"/>
              <a:cs typeface="Arial"/>
              <a:sym typeface="Arial"/>
            </a:endParaRPr>
          </a:p>
        </p:txBody>
      </p:sp>
      <p:sp>
        <p:nvSpPr>
          <p:cNvPr id="1062" name="Google Shape;1062;g3ecd9bc579e_0_1525"/>
          <p:cNvSpPr/>
          <p:nvPr/>
        </p:nvSpPr>
        <p:spPr>
          <a:xfrm>
            <a:off x="1916430" y="5349240"/>
            <a:ext cx="5526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3" name="Google Shape;1063;g3ecd9bc579e_0_1525"/>
          <p:cNvSpPr/>
          <p:nvPr/>
        </p:nvSpPr>
        <p:spPr>
          <a:xfrm>
            <a:off x="1916430" y="5349240"/>
            <a:ext cx="5526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XPANSE</a:t>
            </a:r>
            <a:endParaRPr b="1" i="0" sz="750">
              <a:solidFill>
                <a:srgbClr val="4FE3A6"/>
              </a:solidFill>
              <a:latin typeface="Arial"/>
              <a:ea typeface="Arial"/>
              <a:cs typeface="Arial"/>
              <a:sym typeface="Arial"/>
            </a:endParaRPr>
          </a:p>
        </p:txBody>
      </p:sp>
      <p:sp>
        <p:nvSpPr>
          <p:cNvPr id="1064" name="Google Shape;1064;g3ecd9bc579e_0_1525"/>
          <p:cNvSpPr/>
          <p:nvPr/>
        </p:nvSpPr>
        <p:spPr>
          <a:xfrm>
            <a:off x="2506980" y="5349240"/>
            <a:ext cx="5526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5" name="Google Shape;1065;g3ecd9bc579e_0_1525"/>
          <p:cNvSpPr/>
          <p:nvPr/>
        </p:nvSpPr>
        <p:spPr>
          <a:xfrm>
            <a:off x="2506980" y="5349240"/>
            <a:ext cx="5526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AgentiX</a:t>
            </a:r>
            <a:endParaRPr b="1" i="0" sz="750">
              <a:solidFill>
                <a:srgbClr val="4FE3A6"/>
              </a:solidFill>
              <a:latin typeface="Arial"/>
              <a:ea typeface="Arial"/>
              <a:cs typeface="Arial"/>
              <a:sym typeface="Arial"/>
            </a:endParaRPr>
          </a:p>
        </p:txBody>
      </p:sp>
      <p:sp>
        <p:nvSpPr>
          <p:cNvPr id="1066" name="Google Shape;1066;g3ecd9bc579e_0_1525">
            <a:hlinkClick r:id="rId5"/>
          </p:cNvPr>
          <p:cNvSpPr/>
          <p:nvPr/>
        </p:nvSpPr>
        <p:spPr>
          <a:xfrm>
            <a:off x="3406140" y="2606040"/>
            <a:ext cx="2613600" cy="32004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7" name="Google Shape;1067;g3ecd9bc579e_0_1525"/>
          <p:cNvSpPr/>
          <p:nvPr/>
        </p:nvSpPr>
        <p:spPr>
          <a:xfrm>
            <a:off x="3406140" y="2606040"/>
            <a:ext cx="2613600" cy="63900"/>
          </a:xfrm>
          <a:prstGeom prst="rect">
            <a:avLst/>
          </a:prstGeom>
          <a:solidFill>
            <a:srgbClr val="00C1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68" name="Google Shape;1068;g3ecd9bc579e_0_1525"/>
          <p:cNvPicPr preferRelativeResize="0"/>
          <p:nvPr/>
        </p:nvPicPr>
        <p:blipFill rotWithShape="1">
          <a:blip r:embed="rId6">
            <a:alphaModFix/>
          </a:blip>
          <a:srcRect b="0" l="0" r="0" t="0"/>
          <a:stretch/>
        </p:blipFill>
        <p:spPr>
          <a:xfrm>
            <a:off x="3577590" y="2811780"/>
            <a:ext cx="457200" cy="457200"/>
          </a:xfrm>
          <a:prstGeom prst="rect">
            <a:avLst/>
          </a:prstGeom>
          <a:noFill/>
          <a:ln>
            <a:noFill/>
          </a:ln>
        </p:spPr>
      </p:pic>
      <p:sp>
        <p:nvSpPr>
          <p:cNvPr id="1069" name="Google Shape;1069;g3ecd9bc579e_0_1525"/>
          <p:cNvSpPr/>
          <p:nvPr/>
        </p:nvSpPr>
        <p:spPr>
          <a:xfrm>
            <a:off x="3577590" y="3360420"/>
            <a:ext cx="22707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500">
                <a:solidFill>
                  <a:srgbClr val="FFFFFF"/>
                </a:solidFill>
                <a:latin typeface="Arial Black"/>
                <a:ea typeface="Arial Black"/>
                <a:cs typeface="Arial Black"/>
                <a:sym typeface="Arial Black"/>
              </a:rPr>
              <a:t>CORTEX CLOUD</a:t>
            </a:r>
            <a:endParaRPr b="1" i="0" sz="1500">
              <a:solidFill>
                <a:srgbClr val="FFFFFF"/>
              </a:solidFill>
              <a:latin typeface="Arial Black"/>
              <a:ea typeface="Arial Black"/>
              <a:cs typeface="Arial Black"/>
              <a:sym typeface="Arial Black"/>
            </a:endParaRPr>
          </a:p>
        </p:txBody>
      </p:sp>
      <p:sp>
        <p:nvSpPr>
          <p:cNvPr id="1070" name="Google Shape;1070;g3ecd9bc579e_0_1525"/>
          <p:cNvSpPr/>
          <p:nvPr/>
        </p:nvSpPr>
        <p:spPr>
          <a:xfrm>
            <a:off x="3577590" y="3703320"/>
            <a:ext cx="22707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100">
                <a:solidFill>
                  <a:srgbClr val="00C176"/>
                </a:solidFill>
                <a:latin typeface="Arial"/>
                <a:ea typeface="Arial"/>
                <a:cs typeface="Arial"/>
                <a:sym typeface="Arial"/>
              </a:rPr>
              <a:t>Code-to-Cloud Security</a:t>
            </a:r>
            <a:endParaRPr b="1" i="0" sz="1100">
              <a:solidFill>
                <a:srgbClr val="00C176"/>
              </a:solidFill>
              <a:latin typeface="Arial"/>
              <a:ea typeface="Arial"/>
              <a:cs typeface="Arial"/>
              <a:sym typeface="Arial"/>
            </a:endParaRPr>
          </a:p>
        </p:txBody>
      </p:sp>
      <p:sp>
        <p:nvSpPr>
          <p:cNvPr id="1071" name="Google Shape;1071;g3ecd9bc579e_0_1525"/>
          <p:cNvSpPr/>
          <p:nvPr/>
        </p:nvSpPr>
        <p:spPr>
          <a:xfrm>
            <a:off x="3577590" y="4000500"/>
            <a:ext cx="2270700" cy="12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US" sz="1100">
                <a:solidFill>
                  <a:srgbClr val="E9E9E9"/>
                </a:solidFill>
                <a:latin typeface="Calibri"/>
                <a:ea typeface="Calibri"/>
                <a:cs typeface="Calibri"/>
                <a:sym typeface="Calibri"/>
              </a:rPr>
              <a:t>CNAPP re-architected onto XSIAM. The complete code-to-cloud-to-SOC story on one unified data lake.</a:t>
            </a:r>
            <a:endParaRPr b="0" i="0" sz="1100">
              <a:solidFill>
                <a:srgbClr val="E9E9E9"/>
              </a:solidFill>
              <a:latin typeface="Calibri"/>
              <a:ea typeface="Calibri"/>
              <a:cs typeface="Calibri"/>
              <a:sym typeface="Calibri"/>
            </a:endParaRPr>
          </a:p>
        </p:txBody>
      </p:sp>
      <p:sp>
        <p:nvSpPr>
          <p:cNvPr id="1072" name="Google Shape;1072;g3ecd9bc579e_0_1525"/>
          <p:cNvSpPr/>
          <p:nvPr/>
        </p:nvSpPr>
        <p:spPr>
          <a:xfrm>
            <a:off x="3577590" y="5349240"/>
            <a:ext cx="5334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3" name="Google Shape;1073;g3ecd9bc579e_0_1525"/>
          <p:cNvSpPr/>
          <p:nvPr/>
        </p:nvSpPr>
        <p:spPr>
          <a:xfrm>
            <a:off x="3577590" y="5349240"/>
            <a:ext cx="5334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CNAPP</a:t>
            </a:r>
            <a:endParaRPr b="1" i="0" sz="750">
              <a:solidFill>
                <a:srgbClr val="4FE3A6"/>
              </a:solidFill>
              <a:latin typeface="Arial"/>
              <a:ea typeface="Arial"/>
              <a:cs typeface="Arial"/>
              <a:sym typeface="Arial"/>
            </a:endParaRPr>
          </a:p>
        </p:txBody>
      </p:sp>
      <p:sp>
        <p:nvSpPr>
          <p:cNvPr id="1074" name="Google Shape;1074;g3ecd9bc579e_0_1525"/>
          <p:cNvSpPr/>
          <p:nvPr/>
        </p:nvSpPr>
        <p:spPr>
          <a:xfrm>
            <a:off x="4149090" y="5349240"/>
            <a:ext cx="5145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5" name="Google Shape;1075;g3ecd9bc579e_0_1525"/>
          <p:cNvSpPr/>
          <p:nvPr/>
        </p:nvSpPr>
        <p:spPr>
          <a:xfrm>
            <a:off x="4149090" y="5349240"/>
            <a:ext cx="5145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CSPM</a:t>
            </a:r>
            <a:endParaRPr b="1" i="0" sz="750">
              <a:solidFill>
                <a:srgbClr val="4FE3A6"/>
              </a:solidFill>
              <a:latin typeface="Arial"/>
              <a:ea typeface="Arial"/>
              <a:cs typeface="Arial"/>
              <a:sym typeface="Arial"/>
            </a:endParaRPr>
          </a:p>
        </p:txBody>
      </p:sp>
      <p:sp>
        <p:nvSpPr>
          <p:cNvPr id="1076" name="Google Shape;1076;g3ecd9bc579e_0_1525"/>
          <p:cNvSpPr/>
          <p:nvPr/>
        </p:nvSpPr>
        <p:spPr>
          <a:xfrm>
            <a:off x="4701540" y="5349240"/>
            <a:ext cx="5145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7" name="Google Shape;1077;g3ecd9bc579e_0_1525"/>
          <p:cNvSpPr/>
          <p:nvPr/>
        </p:nvSpPr>
        <p:spPr>
          <a:xfrm>
            <a:off x="4701540" y="5349240"/>
            <a:ext cx="5145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CIEM</a:t>
            </a:r>
            <a:endParaRPr b="1" i="0" sz="750">
              <a:solidFill>
                <a:srgbClr val="4FE3A6"/>
              </a:solidFill>
              <a:latin typeface="Arial"/>
              <a:ea typeface="Arial"/>
              <a:cs typeface="Arial"/>
              <a:sym typeface="Arial"/>
            </a:endParaRPr>
          </a:p>
        </p:txBody>
      </p:sp>
      <p:sp>
        <p:nvSpPr>
          <p:cNvPr id="1078" name="Google Shape;1078;g3ecd9bc579e_0_1525"/>
          <p:cNvSpPr/>
          <p:nvPr/>
        </p:nvSpPr>
        <p:spPr>
          <a:xfrm>
            <a:off x="5253990" y="5349240"/>
            <a:ext cx="5145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9" name="Google Shape;1079;g3ecd9bc579e_0_1525"/>
          <p:cNvSpPr/>
          <p:nvPr/>
        </p:nvSpPr>
        <p:spPr>
          <a:xfrm>
            <a:off x="5253990" y="5349240"/>
            <a:ext cx="5145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DSPM</a:t>
            </a:r>
            <a:endParaRPr b="1" i="0" sz="750">
              <a:solidFill>
                <a:srgbClr val="4FE3A6"/>
              </a:solidFill>
              <a:latin typeface="Arial"/>
              <a:ea typeface="Arial"/>
              <a:cs typeface="Arial"/>
              <a:sym typeface="Arial"/>
            </a:endParaRPr>
          </a:p>
        </p:txBody>
      </p:sp>
      <p:sp>
        <p:nvSpPr>
          <p:cNvPr id="1080" name="Google Shape;1080;g3ecd9bc579e_0_1525">
            <a:hlinkClick r:id="rId7"/>
          </p:cNvPr>
          <p:cNvSpPr/>
          <p:nvPr/>
        </p:nvSpPr>
        <p:spPr>
          <a:xfrm>
            <a:off x="6172200" y="2606040"/>
            <a:ext cx="2613600" cy="32004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1" name="Google Shape;1081;g3ecd9bc579e_0_1525"/>
          <p:cNvSpPr/>
          <p:nvPr/>
        </p:nvSpPr>
        <p:spPr>
          <a:xfrm>
            <a:off x="6172200" y="2606040"/>
            <a:ext cx="2613600" cy="63900"/>
          </a:xfrm>
          <a:prstGeom prst="rect">
            <a:avLst/>
          </a:prstGeom>
          <a:solidFill>
            <a:srgbClr val="00C1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82" name="Google Shape;1082;g3ecd9bc579e_0_1525"/>
          <p:cNvPicPr preferRelativeResize="0"/>
          <p:nvPr/>
        </p:nvPicPr>
        <p:blipFill rotWithShape="1">
          <a:blip r:embed="rId8">
            <a:alphaModFix/>
          </a:blip>
          <a:srcRect b="0" l="0" r="0" t="0"/>
          <a:stretch/>
        </p:blipFill>
        <p:spPr>
          <a:xfrm>
            <a:off x="6343650" y="2811780"/>
            <a:ext cx="457200" cy="457200"/>
          </a:xfrm>
          <a:prstGeom prst="rect">
            <a:avLst/>
          </a:prstGeom>
          <a:noFill/>
          <a:ln>
            <a:noFill/>
          </a:ln>
        </p:spPr>
      </p:pic>
      <p:sp>
        <p:nvSpPr>
          <p:cNvPr id="1083" name="Google Shape;1083;g3ecd9bc579e_0_1525"/>
          <p:cNvSpPr/>
          <p:nvPr/>
        </p:nvSpPr>
        <p:spPr>
          <a:xfrm>
            <a:off x="6343650" y="3360420"/>
            <a:ext cx="22707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500">
                <a:solidFill>
                  <a:srgbClr val="FFFFFF"/>
                </a:solidFill>
                <a:latin typeface="Arial Black"/>
                <a:ea typeface="Arial Black"/>
                <a:cs typeface="Arial Black"/>
                <a:sym typeface="Arial Black"/>
              </a:rPr>
              <a:t>CORTEX AES</a:t>
            </a:r>
            <a:endParaRPr b="1" i="0" sz="1500">
              <a:solidFill>
                <a:srgbClr val="FFFFFF"/>
              </a:solidFill>
              <a:latin typeface="Arial Black"/>
              <a:ea typeface="Arial Black"/>
              <a:cs typeface="Arial Black"/>
              <a:sym typeface="Arial Black"/>
            </a:endParaRPr>
          </a:p>
        </p:txBody>
      </p:sp>
      <p:sp>
        <p:nvSpPr>
          <p:cNvPr id="1084" name="Google Shape;1084;g3ecd9bc579e_0_1525"/>
          <p:cNvSpPr/>
          <p:nvPr/>
        </p:nvSpPr>
        <p:spPr>
          <a:xfrm>
            <a:off x="6343650" y="3703320"/>
            <a:ext cx="22707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100">
                <a:solidFill>
                  <a:srgbClr val="00C176"/>
                </a:solidFill>
                <a:latin typeface="Arial"/>
                <a:ea typeface="Arial"/>
                <a:cs typeface="Arial"/>
                <a:sym typeface="Arial"/>
              </a:rPr>
              <a:t>Agentic Endpoint Sec.</a:t>
            </a:r>
            <a:endParaRPr b="1" i="0" sz="1100">
              <a:solidFill>
                <a:srgbClr val="00C176"/>
              </a:solidFill>
              <a:latin typeface="Arial"/>
              <a:ea typeface="Arial"/>
              <a:cs typeface="Arial"/>
              <a:sym typeface="Arial"/>
            </a:endParaRPr>
          </a:p>
        </p:txBody>
      </p:sp>
      <p:sp>
        <p:nvSpPr>
          <p:cNvPr id="1085" name="Google Shape;1085;g3ecd9bc579e_0_1525"/>
          <p:cNvSpPr/>
          <p:nvPr/>
        </p:nvSpPr>
        <p:spPr>
          <a:xfrm>
            <a:off x="6343650" y="4000500"/>
            <a:ext cx="2270700" cy="12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US" sz="1100">
                <a:solidFill>
                  <a:srgbClr val="E9E9E9"/>
                </a:solidFill>
                <a:latin typeface="Calibri"/>
                <a:ea typeface="Calibri"/>
                <a:cs typeface="Calibri"/>
                <a:sym typeface="Calibri"/>
              </a:rPr>
              <a:t>Agentic Software Supply Chain Security. Discovers, governs, and secures the agentic endpoint.</a:t>
            </a:r>
            <a:endParaRPr b="0" i="0" sz="1100">
              <a:solidFill>
                <a:srgbClr val="E9E9E9"/>
              </a:solidFill>
              <a:latin typeface="Calibri"/>
              <a:ea typeface="Calibri"/>
              <a:cs typeface="Calibri"/>
              <a:sym typeface="Calibri"/>
            </a:endParaRPr>
          </a:p>
        </p:txBody>
      </p:sp>
      <p:sp>
        <p:nvSpPr>
          <p:cNvPr id="1086" name="Google Shape;1086;g3ecd9bc579e_0_1525"/>
          <p:cNvSpPr/>
          <p:nvPr/>
        </p:nvSpPr>
        <p:spPr>
          <a:xfrm>
            <a:off x="6343650" y="5349240"/>
            <a:ext cx="4953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7" name="Google Shape;1087;g3ecd9bc579e_0_1525"/>
          <p:cNvSpPr/>
          <p:nvPr/>
        </p:nvSpPr>
        <p:spPr>
          <a:xfrm>
            <a:off x="6343650" y="5349240"/>
            <a:ext cx="4953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ASCS</a:t>
            </a:r>
            <a:endParaRPr b="1" i="0" sz="750">
              <a:solidFill>
                <a:srgbClr val="4FE3A6"/>
              </a:solidFill>
              <a:latin typeface="Arial"/>
              <a:ea typeface="Arial"/>
              <a:cs typeface="Arial"/>
              <a:sym typeface="Arial"/>
            </a:endParaRPr>
          </a:p>
        </p:txBody>
      </p:sp>
      <p:sp>
        <p:nvSpPr>
          <p:cNvPr id="1088" name="Google Shape;1088;g3ecd9bc579e_0_1525"/>
          <p:cNvSpPr/>
          <p:nvPr/>
        </p:nvSpPr>
        <p:spPr>
          <a:xfrm>
            <a:off x="6877050" y="5349240"/>
            <a:ext cx="5526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9" name="Google Shape;1089;g3ecd9bc579e_0_1525"/>
          <p:cNvSpPr/>
          <p:nvPr/>
        </p:nvSpPr>
        <p:spPr>
          <a:xfrm>
            <a:off x="6877050" y="5349240"/>
            <a:ext cx="5526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Discover</a:t>
            </a:r>
            <a:endParaRPr b="1" i="0" sz="750">
              <a:solidFill>
                <a:srgbClr val="4FE3A6"/>
              </a:solidFill>
              <a:latin typeface="Arial"/>
              <a:ea typeface="Arial"/>
              <a:cs typeface="Arial"/>
              <a:sym typeface="Arial"/>
            </a:endParaRPr>
          </a:p>
        </p:txBody>
      </p:sp>
      <p:sp>
        <p:nvSpPr>
          <p:cNvPr id="1090" name="Google Shape;1090;g3ecd9bc579e_0_1525"/>
          <p:cNvSpPr/>
          <p:nvPr/>
        </p:nvSpPr>
        <p:spPr>
          <a:xfrm>
            <a:off x="7467600" y="5349240"/>
            <a:ext cx="5145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1" name="Google Shape;1091;g3ecd9bc579e_0_1525"/>
          <p:cNvSpPr/>
          <p:nvPr/>
        </p:nvSpPr>
        <p:spPr>
          <a:xfrm>
            <a:off x="7467600" y="5349240"/>
            <a:ext cx="5145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Govern</a:t>
            </a:r>
            <a:endParaRPr b="1" i="0" sz="750">
              <a:solidFill>
                <a:srgbClr val="4FE3A6"/>
              </a:solidFill>
              <a:latin typeface="Arial"/>
              <a:ea typeface="Arial"/>
              <a:cs typeface="Arial"/>
              <a:sym typeface="Arial"/>
            </a:endParaRPr>
          </a:p>
        </p:txBody>
      </p:sp>
      <p:sp>
        <p:nvSpPr>
          <p:cNvPr id="1092" name="Google Shape;1092;g3ecd9bc579e_0_1525"/>
          <p:cNvSpPr/>
          <p:nvPr/>
        </p:nvSpPr>
        <p:spPr>
          <a:xfrm>
            <a:off x="8020050" y="5349240"/>
            <a:ext cx="4953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3" name="Google Shape;1093;g3ecd9bc579e_0_1525"/>
          <p:cNvSpPr/>
          <p:nvPr/>
        </p:nvSpPr>
        <p:spPr>
          <a:xfrm>
            <a:off x="8020050" y="5349240"/>
            <a:ext cx="4953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750">
                <a:solidFill>
                  <a:srgbClr val="4FE3A6"/>
                </a:solidFill>
                <a:latin typeface="Arial"/>
                <a:ea typeface="Arial"/>
                <a:cs typeface="Arial"/>
                <a:sym typeface="Arial"/>
              </a:rPr>
              <a:t>Secure</a:t>
            </a:r>
            <a:endParaRPr b="1" i="0" sz="750">
              <a:solidFill>
                <a:srgbClr val="4FE3A6"/>
              </a:solidFill>
              <a:latin typeface="Arial"/>
              <a:ea typeface="Arial"/>
              <a:cs typeface="Arial"/>
              <a:sym typeface="Arial"/>
            </a:endParaRPr>
          </a:p>
        </p:txBody>
      </p:sp>
      <p:sp>
        <p:nvSpPr>
          <p:cNvPr id="1094" name="Google Shape;1094;g3ecd9bc579e_0_1525">
            <a:hlinkClick r:id="rId9"/>
          </p:cNvPr>
          <p:cNvSpPr/>
          <p:nvPr/>
        </p:nvSpPr>
        <p:spPr>
          <a:xfrm>
            <a:off x="8938250" y="2606099"/>
            <a:ext cx="2613600" cy="32004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5" name="Google Shape;1095;g3ecd9bc579e_0_1525"/>
          <p:cNvSpPr/>
          <p:nvPr/>
        </p:nvSpPr>
        <p:spPr>
          <a:xfrm>
            <a:off x="9109700" y="5349240"/>
            <a:ext cx="4953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6" name="Google Shape;1096;g3ecd9bc579e_0_1525"/>
          <p:cNvSpPr/>
          <p:nvPr/>
        </p:nvSpPr>
        <p:spPr>
          <a:xfrm>
            <a:off x="9109700" y="5349240"/>
            <a:ext cx="4953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4FE3A6"/>
                </a:solidFill>
                <a:latin typeface="Arial"/>
                <a:ea typeface="Arial"/>
                <a:cs typeface="Arial"/>
                <a:sym typeface="Arial"/>
              </a:rPr>
              <a:t>Host Insights</a:t>
            </a:r>
            <a:endParaRPr b="1" i="0" sz="750">
              <a:solidFill>
                <a:srgbClr val="4FE3A6"/>
              </a:solidFill>
              <a:latin typeface="Arial"/>
              <a:ea typeface="Arial"/>
              <a:cs typeface="Arial"/>
              <a:sym typeface="Arial"/>
            </a:endParaRPr>
          </a:p>
        </p:txBody>
      </p:sp>
      <p:sp>
        <p:nvSpPr>
          <p:cNvPr id="1097" name="Google Shape;1097;g3ecd9bc579e_0_1525"/>
          <p:cNvSpPr/>
          <p:nvPr/>
        </p:nvSpPr>
        <p:spPr>
          <a:xfrm>
            <a:off x="9643100" y="5349240"/>
            <a:ext cx="5526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8" name="Google Shape;1098;g3ecd9bc579e_0_1525"/>
          <p:cNvSpPr/>
          <p:nvPr/>
        </p:nvSpPr>
        <p:spPr>
          <a:xfrm>
            <a:off x="9643100" y="5349240"/>
            <a:ext cx="5526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4FE3A6"/>
                </a:solidFill>
                <a:latin typeface="Arial"/>
                <a:ea typeface="Arial"/>
                <a:cs typeface="Arial"/>
                <a:sym typeface="Arial"/>
              </a:rPr>
              <a:t>Endpoint</a:t>
            </a:r>
            <a:endParaRPr b="1" i="0" sz="750">
              <a:solidFill>
                <a:srgbClr val="4FE3A6"/>
              </a:solidFill>
              <a:latin typeface="Arial"/>
              <a:ea typeface="Arial"/>
              <a:cs typeface="Arial"/>
              <a:sym typeface="Arial"/>
            </a:endParaRPr>
          </a:p>
        </p:txBody>
      </p:sp>
      <p:sp>
        <p:nvSpPr>
          <p:cNvPr id="1099" name="Google Shape;1099;g3ecd9bc579e_0_1525"/>
          <p:cNvSpPr/>
          <p:nvPr/>
        </p:nvSpPr>
        <p:spPr>
          <a:xfrm>
            <a:off x="10233650" y="5349240"/>
            <a:ext cx="5145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0" name="Google Shape;1100;g3ecd9bc579e_0_1525"/>
          <p:cNvSpPr/>
          <p:nvPr/>
        </p:nvSpPr>
        <p:spPr>
          <a:xfrm>
            <a:off x="10233650" y="5349240"/>
            <a:ext cx="5145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4FE3A6"/>
                </a:solidFill>
                <a:latin typeface="Arial"/>
                <a:ea typeface="Arial"/>
                <a:cs typeface="Arial"/>
                <a:sym typeface="Arial"/>
              </a:rPr>
              <a:t>ASM</a:t>
            </a:r>
            <a:endParaRPr b="1" i="0" sz="750">
              <a:solidFill>
                <a:srgbClr val="4FE3A6"/>
              </a:solidFill>
              <a:latin typeface="Arial"/>
              <a:ea typeface="Arial"/>
              <a:cs typeface="Arial"/>
              <a:sym typeface="Arial"/>
            </a:endParaRPr>
          </a:p>
        </p:txBody>
      </p:sp>
      <p:sp>
        <p:nvSpPr>
          <p:cNvPr id="1101" name="Google Shape;1101;g3ecd9bc579e_0_1525"/>
          <p:cNvSpPr/>
          <p:nvPr/>
        </p:nvSpPr>
        <p:spPr>
          <a:xfrm>
            <a:off x="10786100" y="5349240"/>
            <a:ext cx="495300" cy="247800"/>
          </a:xfrm>
          <a:prstGeom prst="rect">
            <a:avLst/>
          </a:prstGeom>
          <a:solidFill>
            <a:srgbClr val="0E3D2A"/>
          </a:solidFill>
          <a:ln cap="flat" cmpd="sng" w="9525">
            <a:solidFill>
              <a:srgbClr val="00A86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2" name="Google Shape;1102;g3ecd9bc579e_0_1525"/>
          <p:cNvSpPr/>
          <p:nvPr/>
        </p:nvSpPr>
        <p:spPr>
          <a:xfrm>
            <a:off x="10786100" y="5349240"/>
            <a:ext cx="4953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4FE3A6"/>
                </a:solidFill>
                <a:latin typeface="Arial"/>
                <a:ea typeface="Arial"/>
                <a:cs typeface="Arial"/>
                <a:sym typeface="Arial"/>
              </a:rPr>
              <a:t>Xpanse</a:t>
            </a:r>
            <a:endParaRPr b="1" i="0" sz="750">
              <a:solidFill>
                <a:srgbClr val="4FE3A6"/>
              </a:solidFill>
              <a:latin typeface="Arial"/>
              <a:ea typeface="Arial"/>
              <a:cs typeface="Arial"/>
              <a:sym typeface="Arial"/>
            </a:endParaRPr>
          </a:p>
        </p:txBody>
      </p:sp>
      <p:sp>
        <p:nvSpPr>
          <p:cNvPr id="1103" name="Google Shape;1103;g3ecd9bc579e_0_1525"/>
          <p:cNvSpPr/>
          <p:nvPr/>
        </p:nvSpPr>
        <p:spPr>
          <a:xfrm>
            <a:off x="8938250" y="2606040"/>
            <a:ext cx="2613600" cy="63900"/>
          </a:xfrm>
          <a:prstGeom prst="rect">
            <a:avLst/>
          </a:prstGeom>
          <a:solidFill>
            <a:srgbClr val="00C1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4" name="Google Shape;1104;g3ecd9bc579e_0_1525"/>
          <p:cNvSpPr/>
          <p:nvPr/>
        </p:nvSpPr>
        <p:spPr>
          <a:xfrm>
            <a:off x="9010700" y="3360426"/>
            <a:ext cx="24147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FFFFFF"/>
                </a:solidFill>
                <a:latin typeface="Arial Black"/>
                <a:ea typeface="Arial Black"/>
                <a:cs typeface="Arial Black"/>
                <a:sym typeface="Arial Black"/>
              </a:rPr>
              <a:t>EXPOSURE MANAGEMENT</a:t>
            </a:r>
            <a:endParaRPr b="1" i="0" sz="1500">
              <a:solidFill>
                <a:srgbClr val="FFFFFF"/>
              </a:solidFill>
              <a:latin typeface="Arial Black"/>
              <a:ea typeface="Arial Black"/>
              <a:cs typeface="Arial Black"/>
              <a:sym typeface="Arial Black"/>
            </a:endParaRPr>
          </a:p>
        </p:txBody>
      </p:sp>
      <p:sp>
        <p:nvSpPr>
          <p:cNvPr id="1105" name="Google Shape;1105;g3ecd9bc579e_0_1525"/>
          <p:cNvSpPr/>
          <p:nvPr/>
        </p:nvSpPr>
        <p:spPr>
          <a:xfrm>
            <a:off x="9010700" y="3794820"/>
            <a:ext cx="22707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C176"/>
                </a:solidFill>
                <a:latin typeface="Arial"/>
                <a:ea typeface="Arial"/>
                <a:cs typeface="Arial"/>
                <a:sym typeface="Arial"/>
              </a:rPr>
              <a:t>Manage Attack Surface</a:t>
            </a:r>
            <a:endParaRPr b="1" i="0" sz="1100">
              <a:solidFill>
                <a:srgbClr val="00C176"/>
              </a:solidFill>
              <a:latin typeface="Arial"/>
              <a:ea typeface="Arial"/>
              <a:cs typeface="Arial"/>
              <a:sym typeface="Arial"/>
            </a:endParaRPr>
          </a:p>
        </p:txBody>
      </p:sp>
      <p:sp>
        <p:nvSpPr>
          <p:cNvPr id="1106" name="Google Shape;1106;g3ecd9bc579e_0_1525"/>
          <p:cNvSpPr/>
          <p:nvPr/>
        </p:nvSpPr>
        <p:spPr>
          <a:xfrm>
            <a:off x="9010700" y="4076738"/>
            <a:ext cx="2270700" cy="12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E9E9E9"/>
                </a:solidFill>
                <a:latin typeface="Calibri"/>
                <a:ea typeface="Calibri"/>
                <a:cs typeface="Calibri"/>
                <a:sym typeface="Calibri"/>
              </a:rPr>
              <a:t>C</a:t>
            </a:r>
            <a:r>
              <a:rPr b="0" i="0" lang="en-US" sz="1100">
                <a:solidFill>
                  <a:srgbClr val="E9E9E9"/>
                </a:solidFill>
                <a:latin typeface="Calibri"/>
                <a:ea typeface="Calibri"/>
                <a:cs typeface="Calibri"/>
                <a:sym typeface="Calibri"/>
              </a:rPr>
              <a:t>onsolidated view of an organization's entire attack surface and overall risk posture with automated </a:t>
            </a:r>
            <a:r>
              <a:rPr lang="en-US" sz="1100">
                <a:solidFill>
                  <a:srgbClr val="E9E9E9"/>
                </a:solidFill>
                <a:latin typeface="Calibri"/>
                <a:ea typeface="Calibri"/>
                <a:cs typeface="Calibri"/>
                <a:sym typeface="Calibri"/>
              </a:rPr>
              <a:t>remediation</a:t>
            </a:r>
            <a:r>
              <a:rPr b="0" i="0" lang="en-US" sz="1100">
                <a:solidFill>
                  <a:srgbClr val="E9E9E9"/>
                </a:solidFill>
                <a:latin typeface="Calibri"/>
                <a:ea typeface="Calibri"/>
                <a:cs typeface="Calibri"/>
                <a:sym typeface="Calibri"/>
              </a:rPr>
              <a:t>. </a:t>
            </a:r>
            <a:endParaRPr b="0" i="0" sz="1100">
              <a:solidFill>
                <a:srgbClr val="E9E9E9"/>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g3ecd9bc579e_0_4131"/>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100" u="none" cap="none" strike="noStrike">
                <a:solidFill>
                  <a:srgbClr val="00C176"/>
                </a:solidFill>
                <a:latin typeface="Arial"/>
                <a:ea typeface="Arial"/>
                <a:cs typeface="Arial"/>
                <a:sym typeface="Arial"/>
              </a:rPr>
              <a:t>XSIAM PACKAGING</a:t>
            </a:r>
            <a:endParaRPr b="0" i="0" sz="1100" u="none" cap="none" strike="noStrike">
              <a:solidFill>
                <a:schemeClr val="dk1"/>
              </a:solidFill>
              <a:latin typeface="Calibri"/>
              <a:ea typeface="Calibri"/>
              <a:cs typeface="Calibri"/>
              <a:sym typeface="Calibri"/>
            </a:endParaRPr>
          </a:p>
        </p:txBody>
      </p:sp>
      <p:sp>
        <p:nvSpPr>
          <p:cNvPr id="1112" name="Google Shape;1112;g3ecd9bc579e_0_4131"/>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000" u="none" cap="none" strike="noStrike">
                <a:solidFill>
                  <a:srgbClr val="FFFFFF"/>
                </a:solidFill>
                <a:latin typeface="Arial Black"/>
                <a:ea typeface="Arial Black"/>
                <a:cs typeface="Arial Black"/>
                <a:sym typeface="Arial Black"/>
              </a:rPr>
              <a:t>Land. Attach. Scale.</a:t>
            </a:r>
            <a:endParaRPr b="0" i="0" sz="3000" u="none" cap="none" strike="noStrike">
              <a:solidFill>
                <a:schemeClr val="dk1"/>
              </a:solidFill>
              <a:latin typeface="Calibri"/>
              <a:ea typeface="Calibri"/>
              <a:cs typeface="Calibri"/>
              <a:sym typeface="Calibri"/>
            </a:endParaRPr>
          </a:p>
        </p:txBody>
      </p:sp>
      <p:sp>
        <p:nvSpPr>
          <p:cNvPr id="1113" name="Google Shape;1113;g3ecd9bc579e_0_4131"/>
          <p:cNvSpPr/>
          <p:nvPr/>
        </p:nvSpPr>
        <p:spPr>
          <a:xfrm>
            <a:off x="640080" y="1828800"/>
            <a:ext cx="10881300" cy="640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5CFC6"/>
              </a:buClr>
              <a:buSzPts val="1200"/>
              <a:buFont typeface="Calibri"/>
              <a:buNone/>
            </a:pPr>
            <a:r>
              <a:rPr b="0" i="0" lang="en-US" sz="1400" u="none" cap="none" strike="noStrike">
                <a:solidFill>
                  <a:schemeClr val="lt1"/>
                </a:solidFill>
                <a:latin typeface="Calibri"/>
                <a:ea typeface="Calibri"/>
                <a:cs typeface="Calibri"/>
                <a:sym typeface="Calibri"/>
              </a:rPr>
              <a:t>XSIAM ships in three tiers, each layering capability on the one below. Partners land on a base tier, attach security and capacity modules, then scale capacity as the customer matures. This is the deal motion in one frame.</a:t>
            </a:r>
            <a:endParaRPr b="0" i="0" sz="1400" u="none" cap="none" strike="noStrike">
              <a:solidFill>
                <a:schemeClr val="lt1"/>
              </a:solidFill>
              <a:latin typeface="Calibri"/>
              <a:ea typeface="Calibri"/>
              <a:cs typeface="Calibri"/>
              <a:sym typeface="Calibri"/>
            </a:endParaRPr>
          </a:p>
        </p:txBody>
      </p:sp>
      <p:sp>
        <p:nvSpPr>
          <p:cNvPr id="1114" name="Google Shape;1114;g3ecd9bc579e_0_4131"/>
          <p:cNvSpPr/>
          <p:nvPr/>
        </p:nvSpPr>
        <p:spPr>
          <a:xfrm>
            <a:off x="640080" y="2697480"/>
            <a:ext cx="4297800" cy="310800"/>
          </a:xfrm>
          <a:prstGeom prst="rect">
            <a:avLst/>
          </a:prstGeom>
          <a:solidFill>
            <a:srgbClr val="00C176"/>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5" name="Google Shape;1115;g3ecd9bc579e_0_4131"/>
          <p:cNvSpPr/>
          <p:nvPr/>
        </p:nvSpPr>
        <p:spPr>
          <a:xfrm>
            <a:off x="777240" y="2697480"/>
            <a:ext cx="4114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A0E0C"/>
              </a:buClr>
              <a:buSzPts val="1100"/>
              <a:buFont typeface="Arial Black"/>
              <a:buNone/>
            </a:pPr>
            <a:r>
              <a:rPr b="1" i="0" lang="en-US" sz="1300" u="none" cap="none" strike="noStrike">
                <a:solidFill>
                  <a:srgbClr val="0A0E0C"/>
                </a:solidFill>
                <a:latin typeface="Arial Black"/>
                <a:ea typeface="Arial Black"/>
                <a:cs typeface="Arial Black"/>
                <a:sym typeface="Arial Black"/>
              </a:rPr>
              <a:t>CAPABILITY</a:t>
            </a:r>
            <a:endParaRPr b="0" i="0" sz="1300" u="none" cap="none" strike="noStrike">
              <a:solidFill>
                <a:schemeClr val="dk1"/>
              </a:solidFill>
              <a:latin typeface="Calibri"/>
              <a:ea typeface="Calibri"/>
              <a:cs typeface="Calibri"/>
              <a:sym typeface="Calibri"/>
            </a:endParaRPr>
          </a:p>
        </p:txBody>
      </p:sp>
      <p:sp>
        <p:nvSpPr>
          <p:cNvPr id="1116" name="Google Shape;1116;g3ecd9bc579e_0_4131"/>
          <p:cNvSpPr/>
          <p:nvPr/>
        </p:nvSpPr>
        <p:spPr>
          <a:xfrm>
            <a:off x="4937760" y="2697480"/>
            <a:ext cx="2194500" cy="310800"/>
          </a:xfrm>
          <a:prstGeom prst="rect">
            <a:avLst/>
          </a:prstGeom>
          <a:solidFill>
            <a:srgbClr val="00C176"/>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7" name="Google Shape;1117;g3ecd9bc579e_0_4131"/>
          <p:cNvSpPr/>
          <p:nvPr/>
        </p:nvSpPr>
        <p:spPr>
          <a:xfrm>
            <a:off x="4937760" y="2697480"/>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A0E0C"/>
              </a:buClr>
              <a:buSzPts val="1100"/>
              <a:buFont typeface="Arial Black"/>
              <a:buNone/>
            </a:pPr>
            <a:r>
              <a:rPr b="1" i="0" lang="en-US" sz="1300" u="none" cap="none" strike="noStrike">
                <a:solidFill>
                  <a:srgbClr val="0A0E0C"/>
                </a:solidFill>
                <a:latin typeface="Arial Black"/>
                <a:ea typeface="Arial Black"/>
                <a:cs typeface="Arial Black"/>
                <a:sym typeface="Arial Black"/>
              </a:rPr>
              <a:t>XSIAM NG SIEM</a:t>
            </a:r>
            <a:endParaRPr b="0" i="0" sz="1300" u="none" cap="none" strike="noStrike">
              <a:solidFill>
                <a:schemeClr val="dk1"/>
              </a:solidFill>
              <a:latin typeface="Calibri"/>
              <a:ea typeface="Calibri"/>
              <a:cs typeface="Calibri"/>
              <a:sym typeface="Calibri"/>
            </a:endParaRPr>
          </a:p>
        </p:txBody>
      </p:sp>
      <p:sp>
        <p:nvSpPr>
          <p:cNvPr id="1118" name="Google Shape;1118;g3ecd9bc579e_0_4131"/>
          <p:cNvSpPr/>
          <p:nvPr/>
        </p:nvSpPr>
        <p:spPr>
          <a:xfrm>
            <a:off x="7132320" y="2697480"/>
            <a:ext cx="2194500" cy="310800"/>
          </a:xfrm>
          <a:prstGeom prst="rect">
            <a:avLst/>
          </a:prstGeom>
          <a:solidFill>
            <a:srgbClr val="00C176"/>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9" name="Google Shape;1119;g3ecd9bc579e_0_4131"/>
          <p:cNvSpPr/>
          <p:nvPr/>
        </p:nvSpPr>
        <p:spPr>
          <a:xfrm>
            <a:off x="7132320" y="2697480"/>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A0E0C"/>
              </a:buClr>
              <a:buSzPts val="1100"/>
              <a:buFont typeface="Arial Black"/>
              <a:buNone/>
            </a:pPr>
            <a:r>
              <a:rPr b="1" i="0" lang="en-US" sz="1300" u="none" cap="none" strike="noStrike">
                <a:solidFill>
                  <a:srgbClr val="0A0E0C"/>
                </a:solidFill>
                <a:latin typeface="Arial Black"/>
                <a:ea typeface="Arial Black"/>
                <a:cs typeface="Arial Black"/>
                <a:sym typeface="Arial Black"/>
              </a:rPr>
              <a:t>XSIAM ENTERPRISE</a:t>
            </a:r>
            <a:endParaRPr b="0" i="0" sz="1300" u="none" cap="none" strike="noStrike">
              <a:solidFill>
                <a:schemeClr val="dk1"/>
              </a:solidFill>
              <a:latin typeface="Calibri"/>
              <a:ea typeface="Calibri"/>
              <a:cs typeface="Calibri"/>
              <a:sym typeface="Calibri"/>
            </a:endParaRPr>
          </a:p>
        </p:txBody>
      </p:sp>
      <p:sp>
        <p:nvSpPr>
          <p:cNvPr id="1120" name="Google Shape;1120;g3ecd9bc579e_0_4131"/>
          <p:cNvSpPr/>
          <p:nvPr/>
        </p:nvSpPr>
        <p:spPr>
          <a:xfrm>
            <a:off x="9326880" y="2697480"/>
            <a:ext cx="2194500" cy="310800"/>
          </a:xfrm>
          <a:prstGeom prst="rect">
            <a:avLst/>
          </a:prstGeom>
          <a:solidFill>
            <a:srgbClr val="00C176"/>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1" name="Google Shape;1121;g3ecd9bc579e_0_4131"/>
          <p:cNvSpPr/>
          <p:nvPr/>
        </p:nvSpPr>
        <p:spPr>
          <a:xfrm>
            <a:off x="9326880" y="2697480"/>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A0E0C"/>
              </a:buClr>
              <a:buSzPts val="1100"/>
              <a:buFont typeface="Arial Black"/>
              <a:buNone/>
            </a:pPr>
            <a:r>
              <a:rPr b="1" i="0" lang="en-US" sz="1300" u="none" cap="none" strike="noStrike">
                <a:solidFill>
                  <a:srgbClr val="0A0E0C"/>
                </a:solidFill>
                <a:latin typeface="Arial Black"/>
                <a:ea typeface="Arial Black"/>
                <a:cs typeface="Arial Black"/>
                <a:sym typeface="Arial Black"/>
              </a:rPr>
              <a:t>XSIAM PREMIUM</a:t>
            </a:r>
            <a:endParaRPr b="0" i="0" sz="1300" u="none" cap="none" strike="noStrike">
              <a:solidFill>
                <a:schemeClr val="dk1"/>
              </a:solidFill>
              <a:latin typeface="Calibri"/>
              <a:ea typeface="Calibri"/>
              <a:cs typeface="Calibri"/>
              <a:sym typeface="Calibri"/>
            </a:endParaRPr>
          </a:p>
        </p:txBody>
      </p:sp>
      <p:sp>
        <p:nvSpPr>
          <p:cNvPr id="1122" name="Google Shape;1122;g3ecd9bc579e_0_4131"/>
          <p:cNvSpPr/>
          <p:nvPr/>
        </p:nvSpPr>
        <p:spPr>
          <a:xfrm>
            <a:off x="640080" y="3008376"/>
            <a:ext cx="42978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3" name="Google Shape;1123;g3ecd9bc579e_0_4131"/>
          <p:cNvSpPr/>
          <p:nvPr/>
        </p:nvSpPr>
        <p:spPr>
          <a:xfrm>
            <a:off x="777240" y="3008376"/>
            <a:ext cx="4114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200" u="none" cap="none" strike="noStrike">
                <a:solidFill>
                  <a:srgbClr val="FFFFFF"/>
                </a:solidFill>
                <a:latin typeface="Arial"/>
                <a:ea typeface="Arial"/>
                <a:cs typeface="Arial"/>
                <a:sym typeface="Arial"/>
              </a:rPr>
              <a:t>Endpoint, Network, Identity, Cloud Analytics</a:t>
            </a:r>
            <a:endParaRPr b="0" i="0" sz="1200" u="none" cap="none" strike="noStrike">
              <a:solidFill>
                <a:schemeClr val="dk1"/>
              </a:solidFill>
              <a:latin typeface="Calibri"/>
              <a:ea typeface="Calibri"/>
              <a:cs typeface="Calibri"/>
              <a:sym typeface="Calibri"/>
            </a:endParaRPr>
          </a:p>
        </p:txBody>
      </p:sp>
      <p:sp>
        <p:nvSpPr>
          <p:cNvPr id="1124" name="Google Shape;1124;g3ecd9bc579e_0_4131"/>
          <p:cNvSpPr/>
          <p:nvPr/>
        </p:nvSpPr>
        <p:spPr>
          <a:xfrm>
            <a:off x="4937760" y="3008376"/>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5" name="Google Shape;1125;g3ecd9bc579e_0_4131"/>
          <p:cNvSpPr/>
          <p:nvPr/>
        </p:nvSpPr>
        <p:spPr>
          <a:xfrm>
            <a:off x="4937760" y="3008376"/>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26" name="Google Shape;1126;g3ecd9bc579e_0_4131"/>
          <p:cNvSpPr/>
          <p:nvPr/>
        </p:nvSpPr>
        <p:spPr>
          <a:xfrm>
            <a:off x="7132320" y="3008376"/>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7" name="Google Shape;1127;g3ecd9bc579e_0_4131"/>
          <p:cNvSpPr/>
          <p:nvPr/>
        </p:nvSpPr>
        <p:spPr>
          <a:xfrm>
            <a:off x="7132320" y="3008376"/>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28" name="Google Shape;1128;g3ecd9bc579e_0_4131"/>
          <p:cNvSpPr/>
          <p:nvPr/>
        </p:nvSpPr>
        <p:spPr>
          <a:xfrm>
            <a:off x="9326880" y="3008376"/>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9" name="Google Shape;1129;g3ecd9bc579e_0_4131"/>
          <p:cNvSpPr/>
          <p:nvPr/>
        </p:nvSpPr>
        <p:spPr>
          <a:xfrm>
            <a:off x="9326880" y="3008376"/>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30" name="Google Shape;1130;g3ecd9bc579e_0_4131"/>
          <p:cNvSpPr/>
          <p:nvPr/>
        </p:nvSpPr>
        <p:spPr>
          <a:xfrm>
            <a:off x="640080" y="3319272"/>
            <a:ext cx="42978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1" name="Google Shape;1131;g3ecd9bc579e_0_4131"/>
          <p:cNvSpPr/>
          <p:nvPr/>
        </p:nvSpPr>
        <p:spPr>
          <a:xfrm>
            <a:off x="777240" y="3319272"/>
            <a:ext cx="4114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200" u="none" cap="none" strike="noStrike">
                <a:solidFill>
                  <a:srgbClr val="FFFFFF"/>
                </a:solidFill>
                <a:latin typeface="Arial"/>
                <a:ea typeface="Arial"/>
                <a:cs typeface="Arial"/>
                <a:sym typeface="Arial"/>
              </a:rPr>
              <a:t>Unlimited Automation &amp; Incident Response</a:t>
            </a:r>
            <a:endParaRPr b="0" i="0" sz="1200" u="none" cap="none" strike="noStrike">
              <a:solidFill>
                <a:schemeClr val="dk1"/>
              </a:solidFill>
              <a:latin typeface="Calibri"/>
              <a:ea typeface="Calibri"/>
              <a:cs typeface="Calibri"/>
              <a:sym typeface="Calibri"/>
            </a:endParaRPr>
          </a:p>
        </p:txBody>
      </p:sp>
      <p:sp>
        <p:nvSpPr>
          <p:cNvPr id="1132" name="Google Shape;1132;g3ecd9bc579e_0_4131"/>
          <p:cNvSpPr/>
          <p:nvPr/>
        </p:nvSpPr>
        <p:spPr>
          <a:xfrm>
            <a:off x="4937760" y="3319272"/>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3" name="Google Shape;1133;g3ecd9bc579e_0_4131"/>
          <p:cNvSpPr/>
          <p:nvPr/>
        </p:nvSpPr>
        <p:spPr>
          <a:xfrm>
            <a:off x="4937760" y="3319272"/>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34" name="Google Shape;1134;g3ecd9bc579e_0_4131"/>
          <p:cNvSpPr/>
          <p:nvPr/>
        </p:nvSpPr>
        <p:spPr>
          <a:xfrm>
            <a:off x="7132320" y="3319272"/>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5" name="Google Shape;1135;g3ecd9bc579e_0_4131"/>
          <p:cNvSpPr/>
          <p:nvPr/>
        </p:nvSpPr>
        <p:spPr>
          <a:xfrm>
            <a:off x="7132320" y="3319272"/>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36" name="Google Shape;1136;g3ecd9bc579e_0_4131"/>
          <p:cNvSpPr/>
          <p:nvPr/>
        </p:nvSpPr>
        <p:spPr>
          <a:xfrm>
            <a:off x="9326880" y="3319272"/>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7" name="Google Shape;1137;g3ecd9bc579e_0_4131"/>
          <p:cNvSpPr/>
          <p:nvPr/>
        </p:nvSpPr>
        <p:spPr>
          <a:xfrm>
            <a:off x="9326880" y="3319272"/>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38" name="Google Shape;1138;g3ecd9bc579e_0_4131"/>
          <p:cNvSpPr/>
          <p:nvPr/>
        </p:nvSpPr>
        <p:spPr>
          <a:xfrm>
            <a:off x="640080" y="3630168"/>
            <a:ext cx="42978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9" name="Google Shape;1139;g3ecd9bc579e_0_4131"/>
          <p:cNvSpPr/>
          <p:nvPr/>
        </p:nvSpPr>
        <p:spPr>
          <a:xfrm>
            <a:off x="777240" y="3630168"/>
            <a:ext cx="4114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200" u="none" cap="none" strike="noStrike">
                <a:solidFill>
                  <a:srgbClr val="FFFFFF"/>
                </a:solidFill>
                <a:latin typeface="Arial"/>
                <a:ea typeface="Arial"/>
                <a:cs typeface="Arial"/>
                <a:sym typeface="Arial"/>
              </a:rPr>
              <a:t>Host Insights</a:t>
            </a:r>
            <a:endParaRPr b="0" i="0" sz="1200" u="none" cap="none" strike="noStrike">
              <a:solidFill>
                <a:schemeClr val="dk1"/>
              </a:solidFill>
              <a:latin typeface="Calibri"/>
              <a:ea typeface="Calibri"/>
              <a:cs typeface="Calibri"/>
              <a:sym typeface="Calibri"/>
            </a:endParaRPr>
          </a:p>
        </p:txBody>
      </p:sp>
      <p:sp>
        <p:nvSpPr>
          <p:cNvPr id="1140" name="Google Shape;1140;g3ecd9bc579e_0_4131"/>
          <p:cNvSpPr/>
          <p:nvPr/>
        </p:nvSpPr>
        <p:spPr>
          <a:xfrm>
            <a:off x="4937760" y="3630168"/>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1" name="Google Shape;1141;g3ecd9bc579e_0_4131"/>
          <p:cNvSpPr/>
          <p:nvPr/>
        </p:nvSpPr>
        <p:spPr>
          <a:xfrm>
            <a:off x="4937760" y="3630168"/>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
        <p:nvSpPr>
          <p:cNvPr id="1142" name="Google Shape;1142;g3ecd9bc579e_0_4131"/>
          <p:cNvSpPr/>
          <p:nvPr/>
        </p:nvSpPr>
        <p:spPr>
          <a:xfrm>
            <a:off x="7132320" y="3630168"/>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3" name="Google Shape;1143;g3ecd9bc579e_0_4131"/>
          <p:cNvSpPr/>
          <p:nvPr/>
        </p:nvSpPr>
        <p:spPr>
          <a:xfrm>
            <a:off x="7132320" y="3630168"/>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44" name="Google Shape;1144;g3ecd9bc579e_0_4131"/>
          <p:cNvSpPr/>
          <p:nvPr/>
        </p:nvSpPr>
        <p:spPr>
          <a:xfrm>
            <a:off x="9326880" y="3630168"/>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5" name="Google Shape;1145;g3ecd9bc579e_0_4131"/>
          <p:cNvSpPr/>
          <p:nvPr/>
        </p:nvSpPr>
        <p:spPr>
          <a:xfrm>
            <a:off x="9326880" y="3630168"/>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46" name="Google Shape;1146;g3ecd9bc579e_0_4131"/>
          <p:cNvSpPr/>
          <p:nvPr/>
        </p:nvSpPr>
        <p:spPr>
          <a:xfrm>
            <a:off x="640080" y="3941064"/>
            <a:ext cx="42978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7" name="Google Shape;1147;g3ecd9bc579e_0_4131"/>
          <p:cNvSpPr/>
          <p:nvPr/>
        </p:nvSpPr>
        <p:spPr>
          <a:xfrm>
            <a:off x="777240" y="3941064"/>
            <a:ext cx="4114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200" u="none" cap="none" strike="noStrike">
                <a:solidFill>
                  <a:srgbClr val="FFFFFF"/>
                </a:solidFill>
                <a:latin typeface="Arial"/>
                <a:ea typeface="Arial"/>
                <a:cs typeface="Arial"/>
                <a:sym typeface="Arial"/>
              </a:rPr>
              <a:t>Extended Threat Hunting</a:t>
            </a:r>
            <a:endParaRPr b="0" i="0" sz="1200" u="none" cap="none" strike="noStrike">
              <a:solidFill>
                <a:schemeClr val="dk1"/>
              </a:solidFill>
              <a:latin typeface="Calibri"/>
              <a:ea typeface="Calibri"/>
              <a:cs typeface="Calibri"/>
              <a:sym typeface="Calibri"/>
            </a:endParaRPr>
          </a:p>
        </p:txBody>
      </p:sp>
      <p:sp>
        <p:nvSpPr>
          <p:cNvPr id="1148" name="Google Shape;1148;g3ecd9bc579e_0_4131"/>
          <p:cNvSpPr/>
          <p:nvPr/>
        </p:nvSpPr>
        <p:spPr>
          <a:xfrm>
            <a:off x="4937760" y="3941064"/>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9" name="Google Shape;1149;g3ecd9bc579e_0_4131"/>
          <p:cNvSpPr/>
          <p:nvPr/>
        </p:nvSpPr>
        <p:spPr>
          <a:xfrm>
            <a:off x="4937760" y="3941064"/>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
        <p:nvSpPr>
          <p:cNvPr id="1150" name="Google Shape;1150;g3ecd9bc579e_0_4131"/>
          <p:cNvSpPr/>
          <p:nvPr/>
        </p:nvSpPr>
        <p:spPr>
          <a:xfrm>
            <a:off x="7132320" y="3941064"/>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1" name="Google Shape;1151;g3ecd9bc579e_0_4131"/>
          <p:cNvSpPr/>
          <p:nvPr/>
        </p:nvSpPr>
        <p:spPr>
          <a:xfrm>
            <a:off x="7132320" y="3941064"/>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52" name="Google Shape;1152;g3ecd9bc579e_0_4131"/>
          <p:cNvSpPr/>
          <p:nvPr/>
        </p:nvSpPr>
        <p:spPr>
          <a:xfrm>
            <a:off x="9326880" y="3941064"/>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3" name="Google Shape;1153;g3ecd9bc579e_0_4131"/>
          <p:cNvSpPr/>
          <p:nvPr/>
        </p:nvSpPr>
        <p:spPr>
          <a:xfrm>
            <a:off x="9326880" y="3941064"/>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54" name="Google Shape;1154;g3ecd9bc579e_0_4131"/>
          <p:cNvSpPr/>
          <p:nvPr/>
        </p:nvSpPr>
        <p:spPr>
          <a:xfrm>
            <a:off x="640080" y="4251960"/>
            <a:ext cx="42978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5" name="Google Shape;1155;g3ecd9bc579e_0_4131"/>
          <p:cNvSpPr/>
          <p:nvPr/>
        </p:nvSpPr>
        <p:spPr>
          <a:xfrm>
            <a:off x="777240" y="4251960"/>
            <a:ext cx="4114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200" u="none" cap="none" strike="noStrike">
                <a:solidFill>
                  <a:srgbClr val="FFFFFF"/>
                </a:solidFill>
                <a:latin typeface="Arial"/>
                <a:ea typeface="Arial"/>
                <a:cs typeface="Arial"/>
                <a:sym typeface="Arial"/>
              </a:rPr>
              <a:t>XDR Endpoint Protection (1 agent/FTE)</a:t>
            </a:r>
            <a:endParaRPr b="0" i="0" sz="1200" u="none" cap="none" strike="noStrike">
              <a:solidFill>
                <a:srgbClr val="FFFFFF"/>
              </a:solidFill>
              <a:latin typeface="Arial"/>
              <a:ea typeface="Arial"/>
              <a:cs typeface="Arial"/>
              <a:sym typeface="Arial"/>
            </a:endParaRPr>
          </a:p>
        </p:txBody>
      </p:sp>
      <p:sp>
        <p:nvSpPr>
          <p:cNvPr id="1156" name="Google Shape;1156;g3ecd9bc579e_0_4131"/>
          <p:cNvSpPr/>
          <p:nvPr/>
        </p:nvSpPr>
        <p:spPr>
          <a:xfrm>
            <a:off x="4937760" y="4251960"/>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7" name="Google Shape;1157;g3ecd9bc579e_0_4131"/>
          <p:cNvSpPr/>
          <p:nvPr/>
        </p:nvSpPr>
        <p:spPr>
          <a:xfrm>
            <a:off x="4937760" y="4251960"/>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76C"/>
              </a:buClr>
              <a:buSzPts val="1100"/>
              <a:buFont typeface="Arial Black"/>
              <a:buNone/>
            </a:pPr>
            <a:r>
              <a:t/>
            </a:r>
            <a:endParaRPr b="0" i="0" sz="1300" u="none" cap="none" strike="noStrike">
              <a:solidFill>
                <a:schemeClr val="dk1"/>
              </a:solidFill>
              <a:latin typeface="Calibri"/>
              <a:ea typeface="Calibri"/>
              <a:cs typeface="Calibri"/>
              <a:sym typeface="Calibri"/>
            </a:endParaRPr>
          </a:p>
        </p:txBody>
      </p:sp>
      <p:sp>
        <p:nvSpPr>
          <p:cNvPr id="1158" name="Google Shape;1158;g3ecd9bc579e_0_4131"/>
          <p:cNvSpPr/>
          <p:nvPr/>
        </p:nvSpPr>
        <p:spPr>
          <a:xfrm>
            <a:off x="7132320" y="4251960"/>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9" name="Google Shape;1159;g3ecd9bc579e_0_4131"/>
          <p:cNvSpPr/>
          <p:nvPr/>
        </p:nvSpPr>
        <p:spPr>
          <a:xfrm>
            <a:off x="7132320" y="4251960"/>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60" name="Google Shape;1160;g3ecd9bc579e_0_4131"/>
          <p:cNvSpPr/>
          <p:nvPr/>
        </p:nvSpPr>
        <p:spPr>
          <a:xfrm>
            <a:off x="9326880" y="4251960"/>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1" name="Google Shape;1161;g3ecd9bc579e_0_4131"/>
          <p:cNvSpPr/>
          <p:nvPr/>
        </p:nvSpPr>
        <p:spPr>
          <a:xfrm>
            <a:off x="9326880" y="4251960"/>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62" name="Google Shape;1162;g3ecd9bc579e_0_4131"/>
          <p:cNvSpPr/>
          <p:nvPr/>
        </p:nvSpPr>
        <p:spPr>
          <a:xfrm>
            <a:off x="640080" y="4562856"/>
            <a:ext cx="42978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3" name="Google Shape;1163;g3ecd9bc579e_0_4131"/>
          <p:cNvSpPr/>
          <p:nvPr/>
        </p:nvSpPr>
        <p:spPr>
          <a:xfrm>
            <a:off x="777240" y="4562856"/>
            <a:ext cx="4114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200" u="none" cap="none" strike="noStrike">
                <a:solidFill>
                  <a:srgbClr val="FFFFFF"/>
                </a:solidFill>
                <a:latin typeface="Arial"/>
                <a:ea typeface="Arial"/>
                <a:cs typeface="Arial"/>
                <a:sym typeface="Arial"/>
              </a:rPr>
              <a:t>Cloud Runtime Security</a:t>
            </a:r>
            <a:endParaRPr b="0" i="0" sz="1200" u="none" cap="none" strike="noStrike">
              <a:solidFill>
                <a:schemeClr val="dk1"/>
              </a:solidFill>
              <a:latin typeface="Calibri"/>
              <a:ea typeface="Calibri"/>
              <a:cs typeface="Calibri"/>
              <a:sym typeface="Calibri"/>
            </a:endParaRPr>
          </a:p>
        </p:txBody>
      </p:sp>
      <p:sp>
        <p:nvSpPr>
          <p:cNvPr id="1164" name="Google Shape;1164;g3ecd9bc579e_0_4131"/>
          <p:cNvSpPr/>
          <p:nvPr/>
        </p:nvSpPr>
        <p:spPr>
          <a:xfrm>
            <a:off x="4937760" y="4562856"/>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5" name="Google Shape;1165;g3ecd9bc579e_0_4131"/>
          <p:cNvSpPr/>
          <p:nvPr/>
        </p:nvSpPr>
        <p:spPr>
          <a:xfrm>
            <a:off x="4937760" y="4562856"/>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76C"/>
              </a:buClr>
              <a:buSzPts val="1100"/>
              <a:buFont typeface="Arial Black"/>
              <a:buNone/>
            </a:pPr>
            <a:r>
              <a:t/>
            </a:r>
            <a:endParaRPr b="0" i="0" sz="1300" u="none" cap="none" strike="noStrike">
              <a:solidFill>
                <a:schemeClr val="dk1"/>
              </a:solidFill>
              <a:latin typeface="Calibri"/>
              <a:ea typeface="Calibri"/>
              <a:cs typeface="Calibri"/>
              <a:sym typeface="Calibri"/>
            </a:endParaRPr>
          </a:p>
        </p:txBody>
      </p:sp>
      <p:sp>
        <p:nvSpPr>
          <p:cNvPr id="1166" name="Google Shape;1166;g3ecd9bc579e_0_4131"/>
          <p:cNvSpPr/>
          <p:nvPr/>
        </p:nvSpPr>
        <p:spPr>
          <a:xfrm>
            <a:off x="7132320" y="4562856"/>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7" name="Google Shape;1167;g3ecd9bc579e_0_4131"/>
          <p:cNvSpPr/>
          <p:nvPr/>
        </p:nvSpPr>
        <p:spPr>
          <a:xfrm>
            <a:off x="7132320" y="4562856"/>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76C"/>
              </a:buClr>
              <a:buSzPts val="1100"/>
              <a:buFont typeface="Arial Black"/>
              <a:buNone/>
            </a:pPr>
            <a:r>
              <a:t/>
            </a:r>
            <a:endParaRPr b="0" i="0" sz="1300" u="none" cap="none" strike="noStrike">
              <a:solidFill>
                <a:schemeClr val="dk1"/>
              </a:solidFill>
              <a:latin typeface="Calibri"/>
              <a:ea typeface="Calibri"/>
              <a:cs typeface="Calibri"/>
              <a:sym typeface="Calibri"/>
            </a:endParaRPr>
          </a:p>
        </p:txBody>
      </p:sp>
      <p:sp>
        <p:nvSpPr>
          <p:cNvPr id="1168" name="Google Shape;1168;g3ecd9bc579e_0_4131"/>
          <p:cNvSpPr/>
          <p:nvPr/>
        </p:nvSpPr>
        <p:spPr>
          <a:xfrm>
            <a:off x="9326880" y="4562856"/>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9" name="Google Shape;1169;g3ecd9bc579e_0_4131"/>
          <p:cNvSpPr/>
          <p:nvPr/>
        </p:nvSpPr>
        <p:spPr>
          <a:xfrm>
            <a:off x="9326880" y="4562856"/>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70" name="Google Shape;1170;g3ecd9bc579e_0_4131"/>
          <p:cNvSpPr/>
          <p:nvPr/>
        </p:nvSpPr>
        <p:spPr>
          <a:xfrm>
            <a:off x="640080" y="4873752"/>
            <a:ext cx="42978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1" name="Google Shape;1171;g3ecd9bc579e_0_4131"/>
          <p:cNvSpPr/>
          <p:nvPr/>
        </p:nvSpPr>
        <p:spPr>
          <a:xfrm>
            <a:off x="777240" y="4873752"/>
            <a:ext cx="4114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200" u="none" cap="none" strike="noStrike">
                <a:solidFill>
                  <a:srgbClr val="FFFFFF"/>
                </a:solidFill>
                <a:latin typeface="Arial"/>
                <a:ea typeface="Arial"/>
                <a:cs typeface="Arial"/>
                <a:sym typeface="Arial"/>
              </a:rPr>
              <a:t>Cloud Posture Security</a:t>
            </a:r>
            <a:endParaRPr b="0" i="0" sz="1200" u="none" cap="none" strike="noStrike">
              <a:solidFill>
                <a:schemeClr val="dk1"/>
              </a:solidFill>
              <a:latin typeface="Calibri"/>
              <a:ea typeface="Calibri"/>
              <a:cs typeface="Calibri"/>
              <a:sym typeface="Calibri"/>
            </a:endParaRPr>
          </a:p>
        </p:txBody>
      </p:sp>
      <p:sp>
        <p:nvSpPr>
          <p:cNvPr id="1172" name="Google Shape;1172;g3ecd9bc579e_0_4131"/>
          <p:cNvSpPr/>
          <p:nvPr/>
        </p:nvSpPr>
        <p:spPr>
          <a:xfrm>
            <a:off x="4937760" y="4873752"/>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3" name="Google Shape;1173;g3ecd9bc579e_0_4131"/>
          <p:cNvSpPr/>
          <p:nvPr/>
        </p:nvSpPr>
        <p:spPr>
          <a:xfrm>
            <a:off x="4937760" y="4873752"/>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76C"/>
              </a:buClr>
              <a:buSzPts val="1100"/>
              <a:buFont typeface="Arial Black"/>
              <a:buNone/>
            </a:pPr>
            <a:r>
              <a:t/>
            </a:r>
            <a:endParaRPr b="0" i="0" sz="1300" u="none" cap="none" strike="noStrike">
              <a:solidFill>
                <a:schemeClr val="dk1"/>
              </a:solidFill>
              <a:latin typeface="Calibri"/>
              <a:ea typeface="Calibri"/>
              <a:cs typeface="Calibri"/>
              <a:sym typeface="Calibri"/>
            </a:endParaRPr>
          </a:p>
        </p:txBody>
      </p:sp>
      <p:sp>
        <p:nvSpPr>
          <p:cNvPr id="1174" name="Google Shape;1174;g3ecd9bc579e_0_4131"/>
          <p:cNvSpPr/>
          <p:nvPr/>
        </p:nvSpPr>
        <p:spPr>
          <a:xfrm>
            <a:off x="7132320" y="4873752"/>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5" name="Google Shape;1175;g3ecd9bc579e_0_4131"/>
          <p:cNvSpPr/>
          <p:nvPr/>
        </p:nvSpPr>
        <p:spPr>
          <a:xfrm>
            <a:off x="9326880" y="4873752"/>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6" name="Google Shape;1176;g3ecd9bc579e_0_4131"/>
          <p:cNvSpPr/>
          <p:nvPr/>
        </p:nvSpPr>
        <p:spPr>
          <a:xfrm>
            <a:off x="9326880" y="4873752"/>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77" name="Google Shape;1177;g3ecd9bc579e_0_4131"/>
          <p:cNvSpPr/>
          <p:nvPr/>
        </p:nvSpPr>
        <p:spPr>
          <a:xfrm>
            <a:off x="640080" y="5184648"/>
            <a:ext cx="42978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8" name="Google Shape;1178;g3ecd9bc579e_0_4131"/>
          <p:cNvSpPr/>
          <p:nvPr/>
        </p:nvSpPr>
        <p:spPr>
          <a:xfrm>
            <a:off x="777240" y="5184648"/>
            <a:ext cx="4114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200" u="none" cap="none" strike="noStrike">
                <a:solidFill>
                  <a:srgbClr val="FFFFFF"/>
                </a:solidFill>
                <a:latin typeface="Arial"/>
                <a:ea typeface="Arial"/>
                <a:cs typeface="Arial"/>
                <a:sym typeface="Arial"/>
              </a:rPr>
              <a:t>Attack Surface Management</a:t>
            </a:r>
            <a:endParaRPr b="0" i="0" sz="1200" u="none" cap="none" strike="noStrike">
              <a:solidFill>
                <a:schemeClr val="dk1"/>
              </a:solidFill>
              <a:latin typeface="Calibri"/>
              <a:ea typeface="Calibri"/>
              <a:cs typeface="Calibri"/>
              <a:sym typeface="Calibri"/>
            </a:endParaRPr>
          </a:p>
        </p:txBody>
      </p:sp>
      <p:sp>
        <p:nvSpPr>
          <p:cNvPr id="1179" name="Google Shape;1179;g3ecd9bc579e_0_4131"/>
          <p:cNvSpPr/>
          <p:nvPr/>
        </p:nvSpPr>
        <p:spPr>
          <a:xfrm>
            <a:off x="4937760" y="5184648"/>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0" name="Google Shape;1180;g3ecd9bc579e_0_4131"/>
          <p:cNvSpPr/>
          <p:nvPr/>
        </p:nvSpPr>
        <p:spPr>
          <a:xfrm>
            <a:off x="4937760" y="5184648"/>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76C"/>
              </a:buClr>
              <a:buSzPts val="1100"/>
              <a:buFont typeface="Arial Black"/>
              <a:buNone/>
            </a:pPr>
            <a:r>
              <a:t/>
            </a:r>
            <a:endParaRPr b="0" i="0" sz="1300" u="none" cap="none" strike="noStrike">
              <a:solidFill>
                <a:schemeClr val="dk1"/>
              </a:solidFill>
              <a:latin typeface="Calibri"/>
              <a:ea typeface="Calibri"/>
              <a:cs typeface="Calibri"/>
              <a:sym typeface="Calibri"/>
            </a:endParaRPr>
          </a:p>
        </p:txBody>
      </p:sp>
      <p:sp>
        <p:nvSpPr>
          <p:cNvPr id="1181" name="Google Shape;1181;g3ecd9bc579e_0_4131"/>
          <p:cNvSpPr/>
          <p:nvPr/>
        </p:nvSpPr>
        <p:spPr>
          <a:xfrm>
            <a:off x="7132320" y="5184648"/>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2" name="Google Shape;1182;g3ecd9bc579e_0_4131"/>
          <p:cNvSpPr/>
          <p:nvPr/>
        </p:nvSpPr>
        <p:spPr>
          <a:xfrm>
            <a:off x="9326880" y="5184648"/>
            <a:ext cx="2194500" cy="3108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3" name="Google Shape;1183;g3ecd9bc579e_0_4131"/>
          <p:cNvSpPr/>
          <p:nvPr/>
        </p:nvSpPr>
        <p:spPr>
          <a:xfrm>
            <a:off x="9326880" y="5184648"/>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84" name="Google Shape;1184;g3ecd9bc579e_0_4131"/>
          <p:cNvSpPr/>
          <p:nvPr/>
        </p:nvSpPr>
        <p:spPr>
          <a:xfrm>
            <a:off x="640080" y="5495544"/>
            <a:ext cx="42978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5" name="Google Shape;1185;g3ecd9bc579e_0_4131"/>
          <p:cNvSpPr/>
          <p:nvPr/>
        </p:nvSpPr>
        <p:spPr>
          <a:xfrm>
            <a:off x="777240" y="5495544"/>
            <a:ext cx="4114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200" u="none" cap="none" strike="noStrike">
                <a:solidFill>
                  <a:srgbClr val="FFFFFF"/>
                </a:solidFill>
                <a:latin typeface="Arial"/>
                <a:ea typeface="Arial"/>
                <a:cs typeface="Arial"/>
                <a:sym typeface="Arial"/>
              </a:rPr>
              <a:t>Threat Intel + Unit 42 Feed</a:t>
            </a:r>
            <a:endParaRPr b="0" i="0" sz="1200" u="none" cap="none" strike="noStrike">
              <a:solidFill>
                <a:schemeClr val="dk1"/>
              </a:solidFill>
              <a:latin typeface="Calibri"/>
              <a:ea typeface="Calibri"/>
              <a:cs typeface="Calibri"/>
              <a:sym typeface="Calibri"/>
            </a:endParaRPr>
          </a:p>
        </p:txBody>
      </p:sp>
      <p:sp>
        <p:nvSpPr>
          <p:cNvPr id="1186" name="Google Shape;1186;g3ecd9bc579e_0_4131"/>
          <p:cNvSpPr/>
          <p:nvPr/>
        </p:nvSpPr>
        <p:spPr>
          <a:xfrm>
            <a:off x="4937760" y="5495544"/>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7" name="Google Shape;1187;g3ecd9bc579e_0_4131"/>
          <p:cNvSpPr/>
          <p:nvPr/>
        </p:nvSpPr>
        <p:spPr>
          <a:xfrm>
            <a:off x="4937760" y="5495544"/>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76C"/>
              </a:buClr>
              <a:buSzPts val="1100"/>
              <a:buFont typeface="Arial Black"/>
              <a:buNone/>
            </a:pPr>
            <a:r>
              <a:t/>
            </a:r>
            <a:endParaRPr b="0" i="0" sz="1300" u="none" cap="none" strike="noStrike">
              <a:solidFill>
                <a:schemeClr val="dk1"/>
              </a:solidFill>
              <a:latin typeface="Calibri"/>
              <a:ea typeface="Calibri"/>
              <a:cs typeface="Calibri"/>
              <a:sym typeface="Calibri"/>
            </a:endParaRPr>
          </a:p>
        </p:txBody>
      </p:sp>
      <p:sp>
        <p:nvSpPr>
          <p:cNvPr id="1188" name="Google Shape;1188;g3ecd9bc579e_0_4131"/>
          <p:cNvSpPr/>
          <p:nvPr/>
        </p:nvSpPr>
        <p:spPr>
          <a:xfrm>
            <a:off x="7132320" y="5495544"/>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9" name="Google Shape;1189;g3ecd9bc579e_0_4131"/>
          <p:cNvSpPr/>
          <p:nvPr/>
        </p:nvSpPr>
        <p:spPr>
          <a:xfrm>
            <a:off x="9326880" y="5495544"/>
            <a:ext cx="2194500" cy="310800"/>
          </a:xfrm>
          <a:prstGeom prst="rect">
            <a:avLst/>
          </a:prstGeom>
          <a:solidFill>
            <a:srgbClr val="151D14"/>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90" name="Google Shape;1190;g3ecd9bc579e_0_4131"/>
          <p:cNvSpPr/>
          <p:nvPr/>
        </p:nvSpPr>
        <p:spPr>
          <a:xfrm>
            <a:off x="9326880" y="5495544"/>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1100"/>
              <a:buFont typeface="Arial Black"/>
              <a:buNone/>
            </a:pPr>
            <a:r>
              <a:rPr b="1" i="0" lang="en-US" sz="1300" u="none" cap="none" strike="noStrike">
                <a:solidFill>
                  <a:srgbClr val="00C176"/>
                </a:solidFill>
                <a:latin typeface="Arial Black"/>
                <a:ea typeface="Arial Black"/>
                <a:cs typeface="Arial Black"/>
                <a:sym typeface="Arial Black"/>
              </a:rPr>
              <a:t>✓</a:t>
            </a:r>
            <a:endParaRPr b="0" i="0" sz="1300" u="none" cap="none" strike="noStrike">
              <a:solidFill>
                <a:schemeClr val="dk1"/>
              </a:solidFill>
              <a:latin typeface="Calibri"/>
              <a:ea typeface="Calibri"/>
              <a:cs typeface="Calibri"/>
              <a:sym typeface="Calibri"/>
            </a:endParaRPr>
          </a:p>
        </p:txBody>
      </p:sp>
      <p:sp>
        <p:nvSpPr>
          <p:cNvPr id="1191" name="Google Shape;1191;g3ecd9bc579e_0_4131"/>
          <p:cNvSpPr/>
          <p:nvPr/>
        </p:nvSpPr>
        <p:spPr>
          <a:xfrm>
            <a:off x="640080" y="5971032"/>
            <a:ext cx="10911600" cy="4572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g3ecd9bc579e_0_4131"/>
          <p:cNvSpPr/>
          <p:nvPr/>
        </p:nvSpPr>
        <p:spPr>
          <a:xfrm>
            <a:off x="822960" y="5971032"/>
            <a:ext cx="1554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1000"/>
              <a:buFont typeface="Arial"/>
              <a:buNone/>
            </a:pPr>
            <a:r>
              <a:rPr b="1" i="0" lang="en-US" sz="1000" u="none" cap="none" strike="noStrike">
                <a:solidFill>
                  <a:srgbClr val="4FE3A6"/>
                </a:solidFill>
                <a:latin typeface="Arial"/>
                <a:ea typeface="Arial"/>
                <a:cs typeface="Arial"/>
                <a:sym typeface="Arial"/>
              </a:rPr>
              <a:t>PARTNER MOTION</a:t>
            </a:r>
            <a:endParaRPr b="0" i="0" sz="1000" u="none" cap="none" strike="noStrike">
              <a:solidFill>
                <a:schemeClr val="dk1"/>
              </a:solidFill>
              <a:latin typeface="Calibri"/>
              <a:ea typeface="Calibri"/>
              <a:cs typeface="Calibri"/>
              <a:sym typeface="Calibri"/>
            </a:endParaRPr>
          </a:p>
        </p:txBody>
      </p:sp>
      <p:sp>
        <p:nvSpPr>
          <p:cNvPr id="1193" name="Google Shape;1193;g3ecd9bc579e_0_4131"/>
          <p:cNvSpPr/>
          <p:nvPr/>
        </p:nvSpPr>
        <p:spPr>
          <a:xfrm>
            <a:off x="2468880" y="5971032"/>
            <a:ext cx="89913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EE9"/>
              </a:buClr>
              <a:buSzPts val="1100"/>
              <a:buFont typeface="Calibri"/>
              <a:buNone/>
            </a:pPr>
            <a:r>
              <a:rPr b="0" i="0" lang="en-US" sz="1200" u="none" cap="none" strike="noStrike">
                <a:solidFill>
                  <a:schemeClr val="lt2"/>
                </a:solidFill>
                <a:latin typeface="Calibri"/>
                <a:ea typeface="Calibri"/>
                <a:cs typeface="Calibri"/>
                <a:sym typeface="Calibri"/>
              </a:rPr>
              <a:t>Land on a base tier  &gt;  Attach security and capacity add-ons  &gt;  Scale ingestion, retention, and query as the customer matures</a:t>
            </a:r>
            <a:endParaRPr b="0" i="0" sz="1200" u="none" cap="none" strike="noStrike">
              <a:solidFill>
                <a:schemeClr val="lt2"/>
              </a:solidFill>
              <a:latin typeface="Calibri"/>
              <a:ea typeface="Calibri"/>
              <a:cs typeface="Calibri"/>
              <a:sym typeface="Calibri"/>
            </a:endParaRPr>
          </a:p>
        </p:txBody>
      </p:sp>
      <p:sp>
        <p:nvSpPr>
          <p:cNvPr id="1194" name="Google Shape;1194;g3ecd9bc579e_0_4131"/>
          <p:cNvSpPr/>
          <p:nvPr/>
        </p:nvSpPr>
        <p:spPr>
          <a:xfrm>
            <a:off x="640080" y="6473952"/>
            <a:ext cx="64008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76C"/>
              </a:buClr>
              <a:buSzPts val="800"/>
              <a:buFont typeface="Calibri"/>
              <a:buNone/>
            </a:pPr>
            <a:r>
              <a:rPr b="0" i="0" lang="en-US" sz="800" u="none" cap="none" strike="noStrike">
                <a:solidFill>
                  <a:srgbClr val="6B776C"/>
                </a:solidFill>
                <a:latin typeface="Calibri"/>
                <a:ea typeface="Calibri"/>
                <a:cs typeface="Calibri"/>
                <a:sym typeface="Calibri"/>
              </a:rPr>
              <a:t>Palo Alto Networks  |  Ecosystems  |  Partner Confidential</a:t>
            </a:r>
            <a:endParaRPr b="0" i="0" sz="800" u="none" cap="none" strike="noStrike">
              <a:solidFill>
                <a:schemeClr val="dk1"/>
              </a:solidFill>
              <a:latin typeface="Calibri"/>
              <a:ea typeface="Calibri"/>
              <a:cs typeface="Calibri"/>
              <a:sym typeface="Calibri"/>
            </a:endParaRPr>
          </a:p>
        </p:txBody>
      </p:sp>
      <p:sp>
        <p:nvSpPr>
          <p:cNvPr id="1195" name="Google Shape;1195;g3ecd9bc579e_0_4131"/>
          <p:cNvSpPr/>
          <p:nvPr/>
        </p:nvSpPr>
        <p:spPr>
          <a:xfrm>
            <a:off x="11185855" y="6473952"/>
            <a:ext cx="3657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9B"/>
              </a:buClr>
              <a:buSzPts val="900"/>
              <a:buFont typeface="Calibri"/>
              <a:buNone/>
            </a:pPr>
            <a:r>
              <a:rPr b="0" i="0" lang="en-US" sz="900" u="none" cap="none" strike="noStrike">
                <a:solidFill>
                  <a:srgbClr val="9AA79B"/>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1196" name="Google Shape;1196;g3ecd9bc579e_0_4131"/>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chemeClr val="accent1"/>
                </a:solidFill>
                <a:latin typeface="Arial"/>
                <a:ea typeface="Arial"/>
                <a:cs typeface="Arial"/>
                <a:sym typeface="Arial"/>
              </a:rPr>
              <a:t>PALO ALTO NETWORKS</a:t>
            </a:r>
            <a:endParaRPr b="1" i="0" sz="1000" u="none" cap="none" strike="noStrike">
              <a:solidFill>
                <a:schemeClr val="accent1"/>
              </a:solidFill>
              <a:latin typeface="Calibri"/>
              <a:ea typeface="Calibri"/>
              <a:cs typeface="Calibri"/>
              <a:sym typeface="Calibri"/>
            </a:endParaRPr>
          </a:p>
        </p:txBody>
      </p:sp>
      <p:sp>
        <p:nvSpPr>
          <p:cNvPr id="1197" name="Google Shape;1197;g3ecd9bc579e_0_4131"/>
          <p:cNvSpPr/>
          <p:nvPr/>
        </p:nvSpPr>
        <p:spPr>
          <a:xfrm>
            <a:off x="4937760" y="4251952"/>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
        <p:nvSpPr>
          <p:cNvPr id="1198" name="Google Shape;1198;g3ecd9bc579e_0_4131"/>
          <p:cNvSpPr/>
          <p:nvPr/>
        </p:nvSpPr>
        <p:spPr>
          <a:xfrm>
            <a:off x="4937760" y="4562864"/>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
        <p:nvSpPr>
          <p:cNvPr id="1199" name="Google Shape;1199;g3ecd9bc579e_0_4131"/>
          <p:cNvSpPr/>
          <p:nvPr/>
        </p:nvSpPr>
        <p:spPr>
          <a:xfrm>
            <a:off x="4937760" y="4873752"/>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
        <p:nvSpPr>
          <p:cNvPr id="1200" name="Google Shape;1200;g3ecd9bc579e_0_4131"/>
          <p:cNvSpPr/>
          <p:nvPr/>
        </p:nvSpPr>
        <p:spPr>
          <a:xfrm>
            <a:off x="4937760" y="5184677"/>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
        <p:nvSpPr>
          <p:cNvPr id="1201" name="Google Shape;1201;g3ecd9bc579e_0_4131"/>
          <p:cNvSpPr/>
          <p:nvPr/>
        </p:nvSpPr>
        <p:spPr>
          <a:xfrm>
            <a:off x="4937760" y="5495552"/>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
        <p:nvSpPr>
          <p:cNvPr id="1202" name="Google Shape;1202;g3ecd9bc579e_0_4131"/>
          <p:cNvSpPr/>
          <p:nvPr/>
        </p:nvSpPr>
        <p:spPr>
          <a:xfrm>
            <a:off x="7132335" y="4562877"/>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
        <p:nvSpPr>
          <p:cNvPr id="1203" name="Google Shape;1203;g3ecd9bc579e_0_4131"/>
          <p:cNvSpPr/>
          <p:nvPr/>
        </p:nvSpPr>
        <p:spPr>
          <a:xfrm>
            <a:off x="7132335" y="4873752"/>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
        <p:nvSpPr>
          <p:cNvPr id="1204" name="Google Shape;1204;g3ecd9bc579e_0_4131"/>
          <p:cNvSpPr/>
          <p:nvPr/>
        </p:nvSpPr>
        <p:spPr>
          <a:xfrm>
            <a:off x="7132335" y="5184677"/>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
        <p:nvSpPr>
          <p:cNvPr id="1205" name="Google Shape;1205;g3ecd9bc579e_0_4131"/>
          <p:cNvSpPr/>
          <p:nvPr/>
        </p:nvSpPr>
        <p:spPr>
          <a:xfrm>
            <a:off x="7132335" y="5495602"/>
            <a:ext cx="2194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1100"/>
              <a:buFont typeface="Arial Black"/>
              <a:buNone/>
            </a:pPr>
            <a:r>
              <a:rPr b="1" i="0" lang="en-US" sz="1300" u="none" cap="none" strike="noStrike">
                <a:solidFill>
                  <a:srgbClr val="F0B429"/>
                </a:solidFill>
                <a:latin typeface="Arial Black"/>
                <a:ea typeface="Arial Black"/>
                <a:cs typeface="Arial Black"/>
                <a:sym typeface="Arial Black"/>
              </a:rPr>
              <a:t>Add-on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g3ecd9bc579e_0_4134"/>
          <p:cNvSpPr/>
          <p:nvPr/>
        </p:nvSpPr>
        <p:spPr>
          <a:xfrm>
            <a:off x="640080" y="1554480"/>
            <a:ext cx="3657600" cy="128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3D2A"/>
              </a:buClr>
              <a:buSzPts val="9000"/>
              <a:buFont typeface="Arial Black"/>
              <a:buNone/>
            </a:pPr>
            <a:r>
              <a:rPr b="1" i="0" lang="en-US" sz="9000" u="none" cap="none" strike="noStrike">
                <a:solidFill>
                  <a:srgbClr val="0E3D2A"/>
                </a:solidFill>
                <a:latin typeface="Arial Black"/>
                <a:ea typeface="Arial Black"/>
                <a:cs typeface="Arial Black"/>
                <a:sym typeface="Arial Black"/>
              </a:rPr>
              <a:t>01</a:t>
            </a:r>
            <a:endParaRPr b="0" i="0" sz="9000" u="none" cap="none" strike="noStrike">
              <a:solidFill>
                <a:schemeClr val="dk1"/>
              </a:solidFill>
              <a:latin typeface="Calibri"/>
              <a:ea typeface="Calibri"/>
              <a:cs typeface="Calibri"/>
              <a:sym typeface="Calibri"/>
            </a:endParaRPr>
          </a:p>
        </p:txBody>
      </p:sp>
      <p:sp>
        <p:nvSpPr>
          <p:cNvPr id="1211" name="Google Shape;1211;g3ecd9bc579e_0_4134"/>
          <p:cNvSpPr/>
          <p:nvPr/>
        </p:nvSpPr>
        <p:spPr>
          <a:xfrm>
            <a:off x="640080" y="2971800"/>
            <a:ext cx="7315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400"/>
              <a:buFont typeface="Arial"/>
              <a:buNone/>
            </a:pPr>
            <a:r>
              <a:rPr b="1" i="0" lang="en-US" sz="1400" u="none" cap="none" strike="noStrike">
                <a:solidFill>
                  <a:srgbClr val="00C176"/>
                </a:solidFill>
                <a:latin typeface="Arial"/>
                <a:ea typeface="Arial"/>
                <a:cs typeface="Arial"/>
                <a:sym typeface="Arial"/>
              </a:rPr>
              <a:t>AUTONOMOUS SECURITY OPERATIONS</a:t>
            </a:r>
            <a:endParaRPr b="0" i="0" sz="1400" u="none" cap="none" strike="noStrike">
              <a:solidFill>
                <a:schemeClr val="dk1"/>
              </a:solidFill>
              <a:latin typeface="Calibri"/>
              <a:ea typeface="Calibri"/>
              <a:cs typeface="Calibri"/>
              <a:sym typeface="Calibri"/>
            </a:endParaRPr>
          </a:p>
        </p:txBody>
      </p:sp>
      <p:sp>
        <p:nvSpPr>
          <p:cNvPr id="1212" name="Google Shape;1212;g3ecd9bc579e_0_4134"/>
          <p:cNvSpPr/>
          <p:nvPr/>
        </p:nvSpPr>
        <p:spPr>
          <a:xfrm>
            <a:off x="640080" y="3337560"/>
            <a:ext cx="8229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Arial Black"/>
              <a:buNone/>
            </a:pPr>
            <a:r>
              <a:rPr b="1" i="0" lang="en-US" sz="4400" u="none" cap="none" strike="noStrike">
                <a:solidFill>
                  <a:srgbClr val="FFFFFF"/>
                </a:solidFill>
                <a:latin typeface="Arial Black"/>
                <a:ea typeface="Arial Black"/>
                <a:cs typeface="Arial Black"/>
                <a:sym typeface="Arial Black"/>
              </a:rPr>
              <a:t>Cortex</a:t>
            </a:r>
            <a:endParaRPr b="0" i="0" sz="4400" u="none" cap="none" strike="noStrike">
              <a:solidFill>
                <a:schemeClr val="dk1"/>
              </a:solidFill>
              <a:latin typeface="Calibri"/>
              <a:ea typeface="Calibri"/>
              <a:cs typeface="Calibri"/>
              <a:sym typeface="Calibri"/>
            </a:endParaRPr>
          </a:p>
        </p:txBody>
      </p:sp>
      <p:sp>
        <p:nvSpPr>
          <p:cNvPr id="1213" name="Google Shape;1213;g3ecd9bc579e_0_4134"/>
          <p:cNvSpPr/>
          <p:nvPr/>
        </p:nvSpPr>
        <p:spPr>
          <a:xfrm>
            <a:off x="640080" y="4343400"/>
            <a:ext cx="7772400" cy="731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5CFC6"/>
              </a:buClr>
              <a:buSzPts val="1500"/>
              <a:buFont typeface="Calibri"/>
              <a:buNone/>
            </a:pPr>
            <a:r>
              <a:rPr b="0" i="0" lang="en-US" sz="1600" u="none" cap="none" strike="noStrike">
                <a:solidFill>
                  <a:schemeClr val="lt1"/>
                </a:solidFill>
                <a:latin typeface="Calibri"/>
                <a:ea typeface="Calibri"/>
                <a:cs typeface="Calibri"/>
                <a:sym typeface="Calibri"/>
              </a:rPr>
              <a:t>XDR, XSIAM,</a:t>
            </a:r>
            <a:r>
              <a:rPr lang="en-US" sz="1600">
                <a:solidFill>
                  <a:schemeClr val="lt1"/>
                </a:solidFill>
                <a:latin typeface="Calibri"/>
                <a:ea typeface="Calibri"/>
                <a:cs typeface="Calibri"/>
                <a:sym typeface="Calibri"/>
              </a:rPr>
              <a:t> </a:t>
            </a:r>
            <a:r>
              <a:rPr b="0" i="0" lang="en-US" sz="1600" u="none" cap="none" strike="noStrike">
                <a:solidFill>
                  <a:schemeClr val="lt1"/>
                </a:solidFill>
                <a:latin typeface="Calibri"/>
                <a:ea typeface="Calibri"/>
                <a:cs typeface="Calibri"/>
                <a:sym typeface="Calibri"/>
              </a:rPr>
              <a:t>AgentiX, Xpanse, </a:t>
            </a:r>
            <a:r>
              <a:rPr lang="en-US" sz="1600">
                <a:solidFill>
                  <a:schemeClr val="lt1"/>
                </a:solidFill>
                <a:latin typeface="Calibri"/>
                <a:ea typeface="Calibri"/>
                <a:cs typeface="Calibri"/>
                <a:sym typeface="Calibri"/>
              </a:rPr>
              <a:t>XSOAR</a:t>
            </a:r>
            <a:r>
              <a:rPr b="0" i="0" lang="en-US" sz="1600" u="none" cap="none" strike="noStrike">
                <a:solidFill>
                  <a:schemeClr val="lt1"/>
                </a:solidFill>
                <a:latin typeface="Calibri"/>
                <a:ea typeface="Calibri"/>
                <a:cs typeface="Calibri"/>
                <a:sym typeface="Calibri"/>
              </a:rPr>
              <a:t>. Detection, investigation, and automated response on a single data plane. The partner motion: SOC transformation, managed detection, AI-SOC-as-a-service.</a:t>
            </a:r>
            <a:endParaRPr b="0" i="0" sz="1600" u="none" cap="none" strike="noStrike">
              <a:solidFill>
                <a:schemeClr val="lt1"/>
              </a:solidFill>
              <a:latin typeface="Calibri"/>
              <a:ea typeface="Calibri"/>
              <a:cs typeface="Calibri"/>
              <a:sym typeface="Calibri"/>
            </a:endParaRPr>
          </a:p>
        </p:txBody>
      </p:sp>
      <p:pic>
        <p:nvPicPr>
          <p:cNvPr descr="preencoded.png" id="1214" name="Google Shape;1214;g3ecd9bc579e_0_4134"/>
          <p:cNvPicPr preferRelativeResize="0"/>
          <p:nvPr/>
        </p:nvPicPr>
        <p:blipFill rotWithShape="1">
          <a:blip r:embed="rId3">
            <a:alphaModFix/>
          </a:blip>
          <a:srcRect b="0" l="0" r="0" t="0"/>
          <a:stretch/>
        </p:blipFill>
        <p:spPr>
          <a:xfrm>
            <a:off x="9082735" y="2194560"/>
            <a:ext cx="2103120" cy="21031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g3ecd9bc579e_0_4137"/>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100" u="none" cap="none" strike="noStrike">
                <a:solidFill>
                  <a:srgbClr val="00C176"/>
                </a:solidFill>
                <a:latin typeface="Arial"/>
                <a:ea typeface="Arial"/>
                <a:cs typeface="Arial"/>
                <a:sym typeface="Arial"/>
              </a:rPr>
              <a:t>CORTEX XDR, XSIAM, XSOAR, AGENTIX</a:t>
            </a:r>
            <a:endParaRPr b="0" i="0" sz="1100" u="none" cap="none" strike="noStrike">
              <a:solidFill>
                <a:schemeClr val="dk1"/>
              </a:solidFill>
              <a:latin typeface="Calibri"/>
              <a:ea typeface="Calibri"/>
              <a:cs typeface="Calibri"/>
              <a:sym typeface="Calibri"/>
            </a:endParaRPr>
          </a:p>
        </p:txBody>
      </p:sp>
      <p:sp>
        <p:nvSpPr>
          <p:cNvPr id="1220" name="Google Shape;1220;g3ecd9bc579e_0_4137"/>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2800" u="none" cap="none" strike="noStrike">
                <a:solidFill>
                  <a:srgbClr val="FFFFFF"/>
                </a:solidFill>
                <a:latin typeface="Arial Black"/>
                <a:ea typeface="Arial Black"/>
                <a:cs typeface="Arial Black"/>
                <a:sym typeface="Arial Black"/>
              </a:rPr>
              <a:t>Cortex offerings across the four motions</a:t>
            </a:r>
            <a:endParaRPr b="0" i="0" sz="2800" u="none" cap="none" strike="noStrike">
              <a:solidFill>
                <a:schemeClr val="dk1"/>
              </a:solidFill>
              <a:latin typeface="Calibri"/>
              <a:ea typeface="Calibri"/>
              <a:cs typeface="Calibri"/>
              <a:sym typeface="Calibri"/>
            </a:endParaRPr>
          </a:p>
        </p:txBody>
      </p:sp>
      <p:sp>
        <p:nvSpPr>
          <p:cNvPr id="1221" name="Google Shape;1221;g3ecd9bc579e_0_4137"/>
          <p:cNvSpPr/>
          <p:nvPr/>
        </p:nvSpPr>
        <p:spPr>
          <a:xfrm>
            <a:off x="640080" y="1828800"/>
            <a:ext cx="2625000" cy="457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2" name="Google Shape;1222;g3ecd9bc579e_0_4137"/>
          <p:cNvSpPr/>
          <p:nvPr/>
        </p:nvSpPr>
        <p:spPr>
          <a:xfrm>
            <a:off x="731520" y="1828800"/>
            <a:ext cx="24420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A0E0C"/>
              </a:buClr>
              <a:buSzPts val="1050"/>
              <a:buFont typeface="Arial"/>
              <a:buNone/>
            </a:pPr>
            <a:r>
              <a:rPr b="1" lang="en-US" sz="1250">
                <a:solidFill>
                  <a:srgbClr val="0A0E0C"/>
                </a:solidFill>
              </a:rPr>
              <a:t>MANAGED</a:t>
            </a:r>
            <a:endParaRPr sz="125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A0E0C"/>
              </a:buClr>
              <a:buSzPts val="1050"/>
              <a:buFont typeface="Arial"/>
              <a:buNone/>
            </a:pPr>
            <a:r>
              <a:t/>
            </a:r>
            <a:endParaRPr b="0" i="0" sz="1250" u="none" cap="none" strike="noStrike">
              <a:solidFill>
                <a:schemeClr val="dk1"/>
              </a:solidFill>
              <a:latin typeface="Calibri"/>
              <a:ea typeface="Calibri"/>
              <a:cs typeface="Calibri"/>
              <a:sym typeface="Calibri"/>
            </a:endParaRPr>
          </a:p>
        </p:txBody>
      </p:sp>
      <p:sp>
        <p:nvSpPr>
          <p:cNvPr id="1223" name="Google Shape;1223;g3ecd9bc579e_0_4137"/>
          <p:cNvSpPr/>
          <p:nvPr/>
        </p:nvSpPr>
        <p:spPr>
          <a:xfrm>
            <a:off x="3402254" y="1828800"/>
            <a:ext cx="2625000" cy="457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4" name="Google Shape;1224;g3ecd9bc579e_0_4137"/>
          <p:cNvSpPr/>
          <p:nvPr/>
        </p:nvSpPr>
        <p:spPr>
          <a:xfrm>
            <a:off x="3493694" y="1828800"/>
            <a:ext cx="24420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A0E0C"/>
              </a:buClr>
              <a:buSzPts val="1050"/>
              <a:buFont typeface="Arial"/>
              <a:buNone/>
            </a:pPr>
            <a:r>
              <a:rPr b="1" i="0" lang="en-US" sz="1250" u="none" cap="none" strike="noStrike">
                <a:solidFill>
                  <a:srgbClr val="0A0E0C"/>
                </a:solidFill>
                <a:latin typeface="Arial"/>
                <a:ea typeface="Arial"/>
                <a:cs typeface="Arial"/>
                <a:sym typeface="Arial"/>
              </a:rPr>
              <a:t>CONSULTING &amp; IMPL.</a:t>
            </a:r>
            <a:endParaRPr b="0" i="0" sz="1250" u="none" cap="none" strike="noStrike">
              <a:solidFill>
                <a:schemeClr val="dk1"/>
              </a:solidFill>
              <a:latin typeface="Calibri"/>
              <a:ea typeface="Calibri"/>
              <a:cs typeface="Calibri"/>
              <a:sym typeface="Calibri"/>
            </a:endParaRPr>
          </a:p>
        </p:txBody>
      </p:sp>
      <p:sp>
        <p:nvSpPr>
          <p:cNvPr id="1225" name="Google Shape;1225;g3ecd9bc579e_0_4137"/>
          <p:cNvSpPr/>
          <p:nvPr/>
        </p:nvSpPr>
        <p:spPr>
          <a:xfrm>
            <a:off x="3402254" y="2359152"/>
            <a:ext cx="2625000" cy="37674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1226" name="Google Shape;1226;g3ecd9bc579e_0_4137"/>
          <p:cNvSpPr/>
          <p:nvPr/>
        </p:nvSpPr>
        <p:spPr>
          <a:xfrm>
            <a:off x="3548558" y="2587752"/>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27" name="Google Shape;1227;g3ecd9bc579e_0_4137"/>
          <p:cNvSpPr/>
          <p:nvPr/>
        </p:nvSpPr>
        <p:spPr>
          <a:xfrm>
            <a:off x="3694862" y="2505456"/>
            <a:ext cx="2204400" cy="50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E8EEE9"/>
              </a:buClr>
              <a:buSzPts val="950"/>
              <a:buFont typeface="Calibri"/>
              <a:buNone/>
            </a:pPr>
            <a:r>
              <a:rPr lang="en-US" sz="1350">
                <a:solidFill>
                  <a:schemeClr val="lt1"/>
                </a:solidFill>
                <a:latin typeface="Calibri"/>
                <a:ea typeface="Calibri"/>
                <a:cs typeface="Calibri"/>
                <a:sym typeface="Calibri"/>
              </a:rPr>
              <a:t>Consulting services: XSIAM </a:t>
            </a:r>
            <a:endParaRPr b="0" i="0" sz="1350" u="none" cap="none" strike="noStrike">
              <a:solidFill>
                <a:schemeClr val="lt1"/>
              </a:solidFill>
              <a:latin typeface="Calibri"/>
              <a:ea typeface="Calibri"/>
              <a:cs typeface="Calibri"/>
              <a:sym typeface="Calibri"/>
            </a:endParaRPr>
          </a:p>
        </p:txBody>
      </p:sp>
      <p:sp>
        <p:nvSpPr>
          <p:cNvPr id="1228" name="Google Shape;1228;g3ecd9bc579e_0_4137"/>
          <p:cNvSpPr/>
          <p:nvPr/>
        </p:nvSpPr>
        <p:spPr>
          <a:xfrm>
            <a:off x="3548558" y="2958084"/>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29" name="Google Shape;1229;g3ecd9bc579e_0_4137"/>
          <p:cNvSpPr/>
          <p:nvPr/>
        </p:nvSpPr>
        <p:spPr>
          <a:xfrm>
            <a:off x="3694862" y="2875788"/>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lang="en-US" sz="1350">
                <a:solidFill>
                  <a:schemeClr val="lt1"/>
                </a:solidFill>
                <a:latin typeface="Calibri"/>
                <a:ea typeface="Calibri"/>
                <a:cs typeface="Calibri"/>
                <a:sym typeface="Calibri"/>
              </a:rPr>
              <a:t>Consulting services: XDR</a:t>
            </a:r>
            <a:endParaRPr sz="1350">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E8EEE9"/>
              </a:buClr>
              <a:buSzPts val="950"/>
              <a:buFont typeface="Calibri"/>
              <a:buNone/>
            </a:pPr>
            <a:r>
              <a:t/>
            </a:r>
            <a:endParaRPr sz="1350">
              <a:solidFill>
                <a:schemeClr val="lt1"/>
              </a:solidFill>
              <a:latin typeface="Calibri"/>
              <a:ea typeface="Calibri"/>
              <a:cs typeface="Calibri"/>
              <a:sym typeface="Calibri"/>
            </a:endParaRPr>
          </a:p>
        </p:txBody>
      </p:sp>
      <p:sp>
        <p:nvSpPr>
          <p:cNvPr id="1230" name="Google Shape;1230;g3ecd9bc579e_0_4137"/>
          <p:cNvSpPr/>
          <p:nvPr/>
        </p:nvSpPr>
        <p:spPr>
          <a:xfrm>
            <a:off x="3548558" y="3328416"/>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1" name="Google Shape;1231;g3ecd9bc579e_0_4137"/>
          <p:cNvSpPr/>
          <p:nvPr/>
        </p:nvSpPr>
        <p:spPr>
          <a:xfrm>
            <a:off x="3694862" y="3246120"/>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350" u="none" cap="none" strike="noStrike">
                <a:solidFill>
                  <a:schemeClr val="lt1"/>
                </a:solidFill>
                <a:latin typeface="Calibri"/>
                <a:ea typeface="Calibri"/>
                <a:cs typeface="Calibri"/>
                <a:sym typeface="Calibri"/>
              </a:rPr>
              <a:t>Deployment services: XSOAR</a:t>
            </a:r>
            <a:endParaRPr b="0" i="0" sz="1350" u="none" cap="none" strike="noStrike">
              <a:solidFill>
                <a:schemeClr val="lt1"/>
              </a:solidFill>
              <a:latin typeface="Calibri"/>
              <a:ea typeface="Calibri"/>
              <a:cs typeface="Calibri"/>
              <a:sym typeface="Calibri"/>
            </a:endParaRPr>
          </a:p>
        </p:txBody>
      </p:sp>
      <p:sp>
        <p:nvSpPr>
          <p:cNvPr id="1232" name="Google Shape;1232;g3ecd9bc579e_0_4137"/>
          <p:cNvSpPr/>
          <p:nvPr/>
        </p:nvSpPr>
        <p:spPr>
          <a:xfrm>
            <a:off x="3548558" y="3698748"/>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33" name="Google Shape;1233;g3ecd9bc579e_0_4137"/>
          <p:cNvSpPr/>
          <p:nvPr/>
        </p:nvSpPr>
        <p:spPr>
          <a:xfrm>
            <a:off x="3694862" y="3616452"/>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350" u="none" cap="none" strike="noStrike">
                <a:solidFill>
                  <a:schemeClr val="lt1"/>
                </a:solidFill>
                <a:latin typeface="Calibri"/>
                <a:ea typeface="Calibri"/>
                <a:cs typeface="Calibri"/>
                <a:sym typeface="Calibri"/>
              </a:rPr>
              <a:t>AI-driven SOC migration accelerators</a:t>
            </a:r>
            <a:endParaRPr b="0" i="0" sz="1350" u="none" cap="none" strike="noStrike">
              <a:solidFill>
                <a:schemeClr val="lt1"/>
              </a:solidFill>
              <a:latin typeface="Calibri"/>
              <a:ea typeface="Calibri"/>
              <a:cs typeface="Calibri"/>
              <a:sym typeface="Calibri"/>
            </a:endParaRPr>
          </a:p>
        </p:txBody>
      </p:sp>
      <p:sp>
        <p:nvSpPr>
          <p:cNvPr id="1234" name="Google Shape;1234;g3ecd9bc579e_0_4137"/>
          <p:cNvSpPr/>
          <p:nvPr/>
        </p:nvSpPr>
        <p:spPr>
          <a:xfrm>
            <a:off x="6164428" y="1828800"/>
            <a:ext cx="2625000" cy="457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5" name="Google Shape;1235;g3ecd9bc579e_0_4137"/>
          <p:cNvSpPr/>
          <p:nvPr/>
        </p:nvSpPr>
        <p:spPr>
          <a:xfrm>
            <a:off x="6255868" y="1828800"/>
            <a:ext cx="24420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A0E0C"/>
              </a:buClr>
              <a:buSzPts val="1050"/>
              <a:buFont typeface="Arial"/>
              <a:buNone/>
            </a:pPr>
            <a:r>
              <a:rPr b="1" lang="en-US" sz="1250">
                <a:solidFill>
                  <a:srgbClr val="0A0E0C"/>
                </a:solidFill>
              </a:rPr>
              <a:t>EMBEDDED</a:t>
            </a:r>
            <a:endParaRPr b="0" i="0" sz="1250" u="none" cap="none" strike="noStrike">
              <a:solidFill>
                <a:schemeClr val="dk1"/>
              </a:solidFill>
              <a:latin typeface="Calibri"/>
              <a:ea typeface="Calibri"/>
              <a:cs typeface="Calibri"/>
              <a:sym typeface="Calibri"/>
            </a:endParaRPr>
          </a:p>
        </p:txBody>
      </p:sp>
      <p:sp>
        <p:nvSpPr>
          <p:cNvPr id="1236" name="Google Shape;1236;g3ecd9bc579e_0_4137"/>
          <p:cNvSpPr/>
          <p:nvPr/>
        </p:nvSpPr>
        <p:spPr>
          <a:xfrm>
            <a:off x="8926601" y="1828800"/>
            <a:ext cx="2625000" cy="457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7" name="Google Shape;1237;g3ecd9bc579e_0_4137"/>
          <p:cNvSpPr/>
          <p:nvPr/>
        </p:nvSpPr>
        <p:spPr>
          <a:xfrm>
            <a:off x="9018041" y="1828800"/>
            <a:ext cx="24420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A0E0C"/>
              </a:buClr>
              <a:buSzPts val="1050"/>
              <a:buFont typeface="Arial"/>
              <a:buNone/>
            </a:pPr>
            <a:r>
              <a:rPr b="1" lang="en-US" sz="1250">
                <a:solidFill>
                  <a:srgbClr val="0A0E0C"/>
                </a:solidFill>
              </a:rPr>
              <a:t>ADVISORY</a:t>
            </a:r>
            <a:endParaRPr b="0" i="0" sz="1250" u="none" cap="none" strike="noStrike">
              <a:solidFill>
                <a:schemeClr val="dk1"/>
              </a:solidFill>
              <a:latin typeface="Calibri"/>
              <a:ea typeface="Calibri"/>
              <a:cs typeface="Calibri"/>
              <a:sym typeface="Calibri"/>
            </a:endParaRPr>
          </a:p>
        </p:txBody>
      </p:sp>
      <p:sp>
        <p:nvSpPr>
          <p:cNvPr id="1238" name="Google Shape;1238;g3ecd9bc579e_0_4137"/>
          <p:cNvSpPr/>
          <p:nvPr/>
        </p:nvSpPr>
        <p:spPr>
          <a:xfrm>
            <a:off x="11185855" y="6473952"/>
            <a:ext cx="3657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9B"/>
              </a:buClr>
              <a:buSzPts val="900"/>
              <a:buFont typeface="Calibri"/>
              <a:buNone/>
            </a:pPr>
            <a:r>
              <a:rPr b="0" i="0" lang="en-US" sz="900" u="none" cap="none" strike="noStrike">
                <a:solidFill>
                  <a:srgbClr val="9AA79B"/>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1239" name="Google Shape;1239;g3ecd9bc579e_0_4137"/>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chemeClr val="accent1"/>
                </a:solidFill>
                <a:latin typeface="Arial"/>
                <a:ea typeface="Arial"/>
                <a:cs typeface="Arial"/>
                <a:sym typeface="Arial"/>
              </a:rPr>
              <a:t>PALO ALTO NETWORKS</a:t>
            </a:r>
            <a:endParaRPr b="1" i="0" sz="1000" u="none" cap="none" strike="noStrike">
              <a:solidFill>
                <a:schemeClr val="accent1"/>
              </a:solidFill>
              <a:latin typeface="Calibri"/>
              <a:ea typeface="Calibri"/>
              <a:cs typeface="Calibri"/>
              <a:sym typeface="Calibri"/>
            </a:endParaRPr>
          </a:p>
        </p:txBody>
      </p:sp>
      <p:sp>
        <p:nvSpPr>
          <p:cNvPr id="1240" name="Google Shape;1240;g3ecd9bc579e_0_4137"/>
          <p:cNvSpPr/>
          <p:nvPr/>
        </p:nvSpPr>
        <p:spPr>
          <a:xfrm>
            <a:off x="658378" y="2359152"/>
            <a:ext cx="2625000" cy="37674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1241" name="Google Shape;1241;g3ecd9bc579e_0_4137"/>
          <p:cNvSpPr/>
          <p:nvPr/>
        </p:nvSpPr>
        <p:spPr>
          <a:xfrm>
            <a:off x="804682" y="2587752"/>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2" name="Google Shape;1242;g3ecd9bc579e_0_4137"/>
          <p:cNvSpPr/>
          <p:nvPr/>
        </p:nvSpPr>
        <p:spPr>
          <a:xfrm>
            <a:off x="950986" y="2505456"/>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lang="en-US" sz="1350">
                <a:solidFill>
                  <a:schemeClr val="lt1"/>
                </a:solidFill>
                <a:latin typeface="Calibri"/>
                <a:ea typeface="Calibri"/>
                <a:cs typeface="Calibri"/>
                <a:sym typeface="Calibri"/>
              </a:rPr>
              <a:t>Managed XSIAM (NG SIEM, Enterprise, Premium)</a:t>
            </a:r>
            <a:endParaRPr b="0" i="0" sz="1350" u="none" cap="none" strike="noStrike">
              <a:solidFill>
                <a:schemeClr val="lt1"/>
              </a:solidFill>
              <a:latin typeface="Calibri"/>
              <a:ea typeface="Calibri"/>
              <a:cs typeface="Calibri"/>
              <a:sym typeface="Calibri"/>
            </a:endParaRPr>
          </a:p>
        </p:txBody>
      </p:sp>
      <p:sp>
        <p:nvSpPr>
          <p:cNvPr id="1243" name="Google Shape;1243;g3ecd9bc579e_0_4137"/>
          <p:cNvSpPr/>
          <p:nvPr/>
        </p:nvSpPr>
        <p:spPr>
          <a:xfrm>
            <a:off x="804682" y="3515868"/>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4" name="Google Shape;1244;g3ecd9bc579e_0_4137"/>
          <p:cNvSpPr/>
          <p:nvPr/>
        </p:nvSpPr>
        <p:spPr>
          <a:xfrm>
            <a:off x="950986" y="3433572"/>
            <a:ext cx="2204400" cy="50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E8EEE9"/>
              </a:buClr>
              <a:buSzPts val="950"/>
              <a:buFont typeface="Calibri"/>
              <a:buNone/>
            </a:pPr>
            <a:r>
              <a:rPr lang="en-US" sz="1350">
                <a:solidFill>
                  <a:schemeClr val="lt1"/>
                </a:solidFill>
                <a:latin typeface="Calibri"/>
                <a:ea typeface="Calibri"/>
                <a:cs typeface="Calibri"/>
                <a:sym typeface="Calibri"/>
              </a:rPr>
              <a:t>Managed Detection &amp; Response (MDR) </a:t>
            </a:r>
            <a:endParaRPr b="0" i="0" sz="1350" u="none" cap="none" strike="noStrike">
              <a:solidFill>
                <a:schemeClr val="lt1"/>
              </a:solidFill>
              <a:latin typeface="Calibri"/>
              <a:ea typeface="Calibri"/>
              <a:cs typeface="Calibri"/>
              <a:sym typeface="Calibri"/>
            </a:endParaRPr>
          </a:p>
        </p:txBody>
      </p:sp>
      <p:sp>
        <p:nvSpPr>
          <p:cNvPr id="1245" name="Google Shape;1245;g3ecd9bc579e_0_4137"/>
          <p:cNvSpPr/>
          <p:nvPr/>
        </p:nvSpPr>
        <p:spPr>
          <a:xfrm>
            <a:off x="804682" y="4073652"/>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6" name="Google Shape;1246;g3ecd9bc579e_0_4137"/>
          <p:cNvSpPr/>
          <p:nvPr/>
        </p:nvSpPr>
        <p:spPr>
          <a:xfrm>
            <a:off x="950986" y="3991356"/>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350" u="none" cap="none" strike="noStrike">
                <a:solidFill>
                  <a:schemeClr val="lt1"/>
                </a:solidFill>
                <a:latin typeface="Calibri"/>
                <a:ea typeface="Calibri"/>
                <a:cs typeface="Calibri"/>
                <a:sym typeface="Calibri"/>
              </a:rPr>
              <a:t>SOC-as-a-Platform</a:t>
            </a:r>
            <a:endParaRPr b="0" i="0" sz="135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E8EEE9"/>
              </a:buClr>
              <a:buSzPts val="950"/>
              <a:buFont typeface="Calibri"/>
              <a:buNone/>
            </a:pPr>
            <a:r>
              <a:t/>
            </a:r>
            <a:endParaRPr sz="1350">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E8EEE9"/>
              </a:buClr>
              <a:buSzPts val="950"/>
              <a:buFont typeface="Calibri"/>
              <a:buNone/>
            </a:pPr>
            <a:r>
              <a:t/>
            </a:r>
            <a:endParaRPr sz="1350">
              <a:solidFill>
                <a:schemeClr val="lt1"/>
              </a:solidFill>
              <a:latin typeface="Calibri"/>
              <a:ea typeface="Calibri"/>
              <a:cs typeface="Calibri"/>
              <a:sym typeface="Calibri"/>
            </a:endParaRPr>
          </a:p>
        </p:txBody>
      </p:sp>
      <p:sp>
        <p:nvSpPr>
          <p:cNvPr id="1247" name="Google Shape;1247;g3ecd9bc579e_0_4137"/>
          <p:cNvSpPr/>
          <p:nvPr/>
        </p:nvSpPr>
        <p:spPr>
          <a:xfrm>
            <a:off x="950986" y="4306706"/>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lang="en-US" sz="1350">
                <a:solidFill>
                  <a:schemeClr val="lt1"/>
                </a:solidFill>
                <a:latin typeface="Calibri"/>
                <a:ea typeface="Calibri"/>
                <a:cs typeface="Calibri"/>
                <a:sym typeface="Calibri"/>
              </a:rPr>
              <a:t>TRP: Threat Response Proficiency (Partner Incident Response)</a:t>
            </a:r>
            <a:endParaRPr sz="1350">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E8EEE9"/>
              </a:buClr>
              <a:buSzPts val="950"/>
              <a:buFont typeface="Calibri"/>
              <a:buNone/>
            </a:pPr>
            <a:r>
              <a:t/>
            </a:r>
            <a:endParaRPr sz="1350">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E8EEE9"/>
              </a:buClr>
              <a:buSzPts val="950"/>
              <a:buFont typeface="Calibri"/>
              <a:buNone/>
            </a:pPr>
            <a:r>
              <a:t/>
            </a:r>
            <a:endParaRPr sz="1350">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E8EEE9"/>
              </a:buClr>
              <a:buSzPts val="950"/>
              <a:buFont typeface="Calibri"/>
              <a:buNone/>
            </a:pPr>
            <a:r>
              <a:t/>
            </a:r>
            <a:endParaRPr sz="1350">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E8EEE9"/>
              </a:buClr>
              <a:buSzPts val="950"/>
              <a:buFont typeface="Calibri"/>
              <a:buNone/>
            </a:pPr>
            <a:r>
              <a:t/>
            </a:r>
            <a:endParaRPr sz="1350">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E8EEE9"/>
              </a:buClr>
              <a:buSzPts val="950"/>
              <a:buFont typeface="Calibri"/>
              <a:buNone/>
            </a:pPr>
            <a:r>
              <a:t/>
            </a:r>
            <a:endParaRPr sz="1350">
              <a:solidFill>
                <a:schemeClr val="lt1"/>
              </a:solidFill>
              <a:latin typeface="Calibri"/>
              <a:ea typeface="Calibri"/>
              <a:cs typeface="Calibri"/>
              <a:sym typeface="Calibri"/>
            </a:endParaRPr>
          </a:p>
        </p:txBody>
      </p:sp>
      <p:sp>
        <p:nvSpPr>
          <p:cNvPr id="1248" name="Google Shape;1248;g3ecd9bc579e_0_4137"/>
          <p:cNvSpPr/>
          <p:nvPr/>
        </p:nvSpPr>
        <p:spPr>
          <a:xfrm flipH="1" rot="10800000">
            <a:off x="799500" y="4353550"/>
            <a:ext cx="69900" cy="597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9" name="Google Shape;1249;g3ecd9bc579e_0_4137"/>
          <p:cNvSpPr/>
          <p:nvPr/>
        </p:nvSpPr>
        <p:spPr>
          <a:xfrm>
            <a:off x="8926605" y="2359152"/>
            <a:ext cx="2625000" cy="37674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1250" name="Google Shape;1250;g3ecd9bc579e_0_4137"/>
          <p:cNvSpPr/>
          <p:nvPr/>
        </p:nvSpPr>
        <p:spPr>
          <a:xfrm>
            <a:off x="9072909" y="2587752"/>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1" name="Google Shape;1251;g3ecd9bc579e_0_4137"/>
          <p:cNvSpPr/>
          <p:nvPr/>
        </p:nvSpPr>
        <p:spPr>
          <a:xfrm>
            <a:off x="9219213" y="2505456"/>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350" u="none" cap="none" strike="noStrike">
                <a:solidFill>
                  <a:schemeClr val="lt1"/>
                </a:solidFill>
                <a:latin typeface="Calibri"/>
                <a:ea typeface="Calibri"/>
                <a:cs typeface="Calibri"/>
                <a:sym typeface="Calibri"/>
              </a:rPr>
              <a:t>Attack Surface </a:t>
            </a:r>
            <a:r>
              <a:rPr lang="en-US" sz="1350">
                <a:solidFill>
                  <a:schemeClr val="lt1"/>
                </a:solidFill>
                <a:latin typeface="Calibri"/>
                <a:ea typeface="Calibri"/>
                <a:cs typeface="Calibri"/>
                <a:sym typeface="Calibri"/>
              </a:rPr>
              <a:t>advisory</a:t>
            </a:r>
            <a:r>
              <a:rPr b="0" i="0" lang="en-US" sz="1350" u="none" cap="none" strike="noStrike">
                <a:solidFill>
                  <a:schemeClr val="lt1"/>
                </a:solidFill>
                <a:latin typeface="Calibri"/>
                <a:ea typeface="Calibri"/>
                <a:cs typeface="Calibri"/>
                <a:sym typeface="Calibri"/>
              </a:rPr>
              <a:t> (Xpanse)</a:t>
            </a:r>
            <a:endParaRPr b="0" i="0" sz="1350" u="none" cap="none" strike="noStrike">
              <a:solidFill>
                <a:schemeClr val="lt1"/>
              </a:solidFill>
              <a:latin typeface="Calibri"/>
              <a:ea typeface="Calibri"/>
              <a:cs typeface="Calibri"/>
              <a:sym typeface="Calibri"/>
            </a:endParaRPr>
          </a:p>
        </p:txBody>
      </p:sp>
      <p:sp>
        <p:nvSpPr>
          <p:cNvPr id="1252" name="Google Shape;1252;g3ecd9bc579e_0_4137"/>
          <p:cNvSpPr/>
          <p:nvPr/>
        </p:nvSpPr>
        <p:spPr>
          <a:xfrm>
            <a:off x="9072909" y="3145536"/>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3" name="Google Shape;1253;g3ecd9bc579e_0_4137"/>
          <p:cNvSpPr/>
          <p:nvPr/>
        </p:nvSpPr>
        <p:spPr>
          <a:xfrm>
            <a:off x="9219213" y="3063240"/>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350" u="none" cap="none" strike="noStrike">
                <a:solidFill>
                  <a:schemeClr val="lt1"/>
                </a:solidFill>
                <a:latin typeface="Calibri"/>
                <a:ea typeface="Calibri"/>
                <a:cs typeface="Calibri"/>
                <a:sym typeface="Calibri"/>
              </a:rPr>
              <a:t>Cortex XDR posture review</a:t>
            </a:r>
            <a:endParaRPr b="0" i="0" sz="1350" u="none" cap="none" strike="noStrike">
              <a:solidFill>
                <a:schemeClr val="lt1"/>
              </a:solidFill>
              <a:latin typeface="Calibri"/>
              <a:ea typeface="Calibri"/>
              <a:cs typeface="Calibri"/>
              <a:sym typeface="Calibri"/>
            </a:endParaRPr>
          </a:p>
        </p:txBody>
      </p:sp>
      <p:sp>
        <p:nvSpPr>
          <p:cNvPr id="1254" name="Google Shape;1254;g3ecd9bc579e_0_4137"/>
          <p:cNvSpPr/>
          <p:nvPr/>
        </p:nvSpPr>
        <p:spPr>
          <a:xfrm>
            <a:off x="9072909" y="3515868"/>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5" name="Google Shape;1255;g3ecd9bc579e_0_4137"/>
          <p:cNvSpPr/>
          <p:nvPr/>
        </p:nvSpPr>
        <p:spPr>
          <a:xfrm>
            <a:off x="9219213" y="3433572"/>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350" u="none" cap="none" strike="noStrike">
                <a:solidFill>
                  <a:schemeClr val="lt1"/>
                </a:solidFill>
                <a:latin typeface="Calibri"/>
                <a:ea typeface="Calibri"/>
                <a:cs typeface="Calibri"/>
                <a:sym typeface="Calibri"/>
              </a:rPr>
              <a:t>SOC maturity </a:t>
            </a:r>
            <a:r>
              <a:rPr lang="en-US" sz="1350">
                <a:solidFill>
                  <a:schemeClr val="lt1"/>
                </a:solidFill>
                <a:latin typeface="Calibri"/>
                <a:ea typeface="Calibri"/>
                <a:cs typeface="Calibri"/>
                <a:sym typeface="Calibri"/>
              </a:rPr>
              <a:t>advisory</a:t>
            </a:r>
            <a:endParaRPr b="0" i="0" sz="1350" u="none" cap="none" strike="noStrike">
              <a:solidFill>
                <a:schemeClr val="lt1"/>
              </a:solidFill>
              <a:latin typeface="Calibri"/>
              <a:ea typeface="Calibri"/>
              <a:cs typeface="Calibri"/>
              <a:sym typeface="Calibri"/>
            </a:endParaRPr>
          </a:p>
        </p:txBody>
      </p:sp>
      <p:sp>
        <p:nvSpPr>
          <p:cNvPr id="1256" name="Google Shape;1256;g3ecd9bc579e_0_4137"/>
          <p:cNvSpPr/>
          <p:nvPr/>
        </p:nvSpPr>
        <p:spPr>
          <a:xfrm>
            <a:off x="9072909" y="3886200"/>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7" name="Google Shape;1257;g3ecd9bc579e_0_4137"/>
          <p:cNvSpPr/>
          <p:nvPr/>
        </p:nvSpPr>
        <p:spPr>
          <a:xfrm>
            <a:off x="9219213" y="3803904"/>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350" u="none" cap="none" strike="noStrike">
                <a:solidFill>
                  <a:schemeClr val="lt1"/>
                </a:solidFill>
                <a:latin typeface="Calibri"/>
                <a:ea typeface="Calibri"/>
                <a:cs typeface="Calibri"/>
                <a:sym typeface="Calibri"/>
              </a:rPr>
              <a:t>Red team/M&amp;A exposure scan</a:t>
            </a:r>
            <a:endParaRPr b="0" i="0" sz="1350" u="none" cap="none" strike="noStrike">
              <a:solidFill>
                <a:schemeClr val="lt1"/>
              </a:solidFill>
              <a:latin typeface="Calibri"/>
              <a:ea typeface="Calibri"/>
              <a:cs typeface="Calibri"/>
              <a:sym typeface="Calibri"/>
            </a:endParaRPr>
          </a:p>
        </p:txBody>
      </p:sp>
      <p:sp>
        <p:nvSpPr>
          <p:cNvPr id="1258" name="Google Shape;1258;g3ecd9bc579e_0_4137"/>
          <p:cNvSpPr/>
          <p:nvPr/>
        </p:nvSpPr>
        <p:spPr>
          <a:xfrm>
            <a:off x="6164426" y="2359152"/>
            <a:ext cx="2625000" cy="37674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1259" name="Google Shape;1259;g3ecd9bc579e_0_4137"/>
          <p:cNvSpPr/>
          <p:nvPr/>
        </p:nvSpPr>
        <p:spPr>
          <a:xfrm>
            <a:off x="6310730" y="2606152"/>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0" name="Google Shape;1260;g3ecd9bc579e_0_4137"/>
          <p:cNvSpPr/>
          <p:nvPr/>
        </p:nvSpPr>
        <p:spPr>
          <a:xfrm>
            <a:off x="6457034" y="2523856"/>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lang="en-US" sz="1350">
                <a:solidFill>
                  <a:schemeClr val="lt1"/>
                </a:solidFill>
                <a:latin typeface="Calibri"/>
                <a:ea typeface="Calibri"/>
                <a:cs typeface="Calibri"/>
                <a:sym typeface="Calibri"/>
              </a:rPr>
              <a:t>Default endpoint security w/ XDR</a:t>
            </a:r>
            <a:endParaRPr b="0" i="0" sz="1350" u="none" cap="none" strike="noStrike">
              <a:solidFill>
                <a:schemeClr val="lt1"/>
              </a:solidFill>
              <a:latin typeface="Calibri"/>
              <a:ea typeface="Calibri"/>
              <a:cs typeface="Calibri"/>
              <a:sym typeface="Calibri"/>
            </a:endParaRPr>
          </a:p>
        </p:txBody>
      </p:sp>
      <p:sp>
        <p:nvSpPr>
          <p:cNvPr id="1261" name="Google Shape;1261;g3ecd9bc579e_0_4137"/>
          <p:cNvSpPr/>
          <p:nvPr/>
        </p:nvSpPr>
        <p:spPr>
          <a:xfrm>
            <a:off x="6310730" y="3163936"/>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2" name="Google Shape;1262;g3ecd9bc579e_0_4137"/>
          <p:cNvSpPr/>
          <p:nvPr/>
        </p:nvSpPr>
        <p:spPr>
          <a:xfrm>
            <a:off x="6457025" y="3081648"/>
            <a:ext cx="2204400" cy="43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E8EEE9"/>
              </a:buClr>
              <a:buSzPts val="950"/>
              <a:buFont typeface="Calibri"/>
              <a:buNone/>
            </a:pPr>
            <a:r>
              <a:rPr lang="en-US" sz="1350">
                <a:solidFill>
                  <a:schemeClr val="lt1"/>
                </a:solidFill>
                <a:latin typeface="Calibri"/>
                <a:ea typeface="Calibri"/>
                <a:cs typeface="Calibri"/>
                <a:sym typeface="Calibri"/>
              </a:rPr>
              <a:t>AgentiX automation overlay</a:t>
            </a:r>
            <a:endParaRPr b="0" i="0" sz="1350" u="none" cap="none" strike="noStrike">
              <a:solidFill>
                <a:schemeClr val="lt1"/>
              </a:solidFill>
              <a:latin typeface="Calibri"/>
              <a:ea typeface="Calibri"/>
              <a:cs typeface="Calibri"/>
              <a:sym typeface="Calibri"/>
            </a:endParaRPr>
          </a:p>
        </p:txBody>
      </p:sp>
      <p:sp>
        <p:nvSpPr>
          <p:cNvPr id="1263" name="Google Shape;1263;g3ecd9bc579e_0_4137"/>
          <p:cNvSpPr/>
          <p:nvPr/>
        </p:nvSpPr>
        <p:spPr>
          <a:xfrm>
            <a:off x="6274130" y="3502145"/>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4" name="Google Shape;1264;g3ecd9bc579e_0_4137"/>
          <p:cNvSpPr/>
          <p:nvPr/>
        </p:nvSpPr>
        <p:spPr>
          <a:xfrm>
            <a:off x="6447875" y="3433575"/>
            <a:ext cx="2204400" cy="57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lang="en-US" sz="1350">
                <a:solidFill>
                  <a:schemeClr val="lt1"/>
                </a:solidFill>
                <a:latin typeface="Calibri"/>
                <a:ea typeface="Calibri"/>
                <a:cs typeface="Calibri"/>
                <a:sym typeface="Calibri"/>
              </a:rPr>
              <a:t>Service optimization with XSOAR</a:t>
            </a:r>
            <a:endParaRPr b="0" i="0" sz="1350" u="none" cap="none" strike="noStrike">
              <a:solidFill>
                <a:schemeClr val="lt1"/>
              </a:solidFill>
              <a:latin typeface="Calibri"/>
              <a:ea typeface="Calibri"/>
              <a:cs typeface="Calibri"/>
              <a:sym typeface="Calibri"/>
            </a:endParaRPr>
          </a:p>
        </p:txBody>
      </p:sp>
      <p:sp>
        <p:nvSpPr>
          <p:cNvPr id="1265" name="Google Shape;1265;g3ecd9bc579e_0_4137"/>
          <p:cNvSpPr/>
          <p:nvPr/>
        </p:nvSpPr>
        <p:spPr>
          <a:xfrm>
            <a:off x="6310730" y="4092052"/>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6" name="Google Shape;1266;g3ecd9bc579e_0_4137"/>
          <p:cNvSpPr/>
          <p:nvPr/>
        </p:nvSpPr>
        <p:spPr>
          <a:xfrm>
            <a:off x="6457034" y="4009756"/>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350" u="none" cap="none" strike="noStrike">
                <a:solidFill>
                  <a:schemeClr val="lt1"/>
                </a:solidFill>
                <a:latin typeface="Calibri"/>
                <a:ea typeface="Calibri"/>
                <a:cs typeface="Calibri"/>
                <a:sym typeface="Calibri"/>
              </a:rPr>
              <a:t>Email security service tier</a:t>
            </a:r>
            <a:endParaRPr b="0" i="0" sz="135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g3ecd9bc579e_0_4267"/>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300" u="none" cap="none" strike="noStrike">
                <a:solidFill>
                  <a:srgbClr val="00C176"/>
                </a:solidFill>
                <a:latin typeface="Arial"/>
                <a:ea typeface="Arial"/>
                <a:cs typeface="Arial"/>
                <a:sym typeface="Arial"/>
              </a:rPr>
              <a:t>CORTEX / OFFERING DETAIL</a:t>
            </a:r>
            <a:endParaRPr b="0" i="0" sz="1300" u="none" cap="none" strike="noStrike">
              <a:solidFill>
                <a:schemeClr val="dk1"/>
              </a:solidFill>
              <a:latin typeface="Calibri"/>
              <a:ea typeface="Calibri"/>
              <a:cs typeface="Calibri"/>
              <a:sym typeface="Calibri"/>
            </a:endParaRPr>
          </a:p>
        </p:txBody>
      </p:sp>
      <p:sp>
        <p:nvSpPr>
          <p:cNvPr id="1272" name="Google Shape;1272;g3ecd9bc579e_0_4267"/>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000" u="none" cap="none" strike="noStrike">
                <a:solidFill>
                  <a:srgbClr val="FFFFFF"/>
                </a:solidFill>
                <a:latin typeface="Arial Black"/>
                <a:ea typeface="Arial Black"/>
                <a:cs typeface="Arial Black"/>
                <a:sym typeface="Arial Black"/>
              </a:rPr>
              <a:t>Cortex offering catalog</a:t>
            </a:r>
            <a:endParaRPr b="0" i="0" sz="3000" u="none" cap="none" strike="noStrike">
              <a:solidFill>
                <a:schemeClr val="dk1"/>
              </a:solidFill>
              <a:latin typeface="Calibri"/>
              <a:ea typeface="Calibri"/>
              <a:cs typeface="Calibri"/>
              <a:sym typeface="Calibri"/>
            </a:endParaRPr>
          </a:p>
        </p:txBody>
      </p:sp>
      <p:graphicFrame>
        <p:nvGraphicFramePr>
          <p:cNvPr id="1273" name="Google Shape;1273;g3ecd9bc579e_0_4267"/>
          <p:cNvGraphicFramePr/>
          <p:nvPr/>
        </p:nvGraphicFramePr>
        <p:xfrm>
          <a:off x="640080" y="1828800"/>
          <a:ext cx="3000000" cy="3000000"/>
        </p:xfrm>
        <a:graphic>
          <a:graphicData uri="http://schemas.openxmlformats.org/drawingml/2006/table">
            <a:tbl>
              <a:tblPr>
                <a:noFill/>
                <a:tableStyleId>{053031FF-F472-4A94-A796-D5D1445D7629}</a:tableStyleId>
              </a:tblPr>
              <a:tblGrid>
                <a:gridCol w="3017525"/>
                <a:gridCol w="7894025"/>
              </a:tblGrid>
              <a:tr h="139700">
                <a:tc>
                  <a:txBody>
                    <a:bodyPr/>
                    <a:lstStyle/>
                    <a:p>
                      <a:pPr indent="0" lvl="0" marL="0" marR="0" rtl="0" algn="l">
                        <a:lnSpc>
                          <a:spcPct val="100000"/>
                        </a:lnSpc>
                        <a:spcBef>
                          <a:spcPts val="0"/>
                        </a:spcBef>
                        <a:spcAft>
                          <a:spcPts val="0"/>
                        </a:spcAft>
                        <a:buClr>
                          <a:srgbClr val="0A0E0C"/>
                        </a:buClr>
                        <a:buSzPts val="1100"/>
                        <a:buFont typeface="Arial"/>
                        <a:buNone/>
                      </a:pPr>
                      <a:r>
                        <a:rPr b="1" lang="en-US" sz="1300" u="none" cap="none" strike="noStrike">
                          <a:solidFill>
                            <a:srgbClr val="0A0E0C"/>
                          </a:solidFill>
                          <a:latin typeface="Arial"/>
                          <a:ea typeface="Arial"/>
                          <a:cs typeface="Arial"/>
                          <a:sym typeface="Arial"/>
                        </a:rPr>
                        <a:t>OFFERING</a:t>
                      </a:r>
                      <a:r>
                        <a:rPr b="1" lang="en-US" sz="1300" u="none" cap="none" strike="noStrike">
                          <a:solidFill>
                            <a:srgbClr val="0A0E0C"/>
                          </a:solidFill>
                        </a:rPr>
                        <a:t>/</a:t>
                      </a:r>
                      <a:r>
                        <a:rPr b="1" lang="en-US" sz="1300" u="none" cap="none" strike="noStrike">
                          <a:solidFill>
                            <a:srgbClr val="0A0E0C"/>
                          </a:solidFill>
                          <a:latin typeface="Arial"/>
                          <a:ea typeface="Arial"/>
                          <a:cs typeface="Arial"/>
                          <a:sym typeface="Arial"/>
                        </a:rPr>
                        <a:t>MOTION</a:t>
                      </a:r>
                      <a:endParaRPr sz="130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00C176"/>
                    </a:solidFill>
                  </a:tcPr>
                </a:tc>
                <a:tc>
                  <a:txBody>
                    <a:bodyPr/>
                    <a:lstStyle/>
                    <a:p>
                      <a:pPr indent="0" lvl="0" marL="0" marR="0" rtl="0" algn="l">
                        <a:lnSpc>
                          <a:spcPct val="100000"/>
                        </a:lnSpc>
                        <a:spcBef>
                          <a:spcPts val="0"/>
                        </a:spcBef>
                        <a:spcAft>
                          <a:spcPts val="0"/>
                        </a:spcAft>
                        <a:buClr>
                          <a:srgbClr val="0A0E0C"/>
                        </a:buClr>
                        <a:buSzPts val="1100"/>
                        <a:buFont typeface="Arial"/>
                        <a:buNone/>
                      </a:pPr>
                      <a:r>
                        <a:rPr b="1" lang="en-US" sz="1300" u="none" cap="none" strike="noStrike">
                          <a:solidFill>
                            <a:srgbClr val="0A0E0C"/>
                          </a:solidFill>
                          <a:latin typeface="Arial"/>
                          <a:ea typeface="Arial"/>
                          <a:cs typeface="Arial"/>
                          <a:sym typeface="Arial"/>
                        </a:rPr>
                        <a:t>DESCRIPTION</a:t>
                      </a:r>
                      <a:endParaRPr sz="130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00C176"/>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Managed XSIAM</a:t>
                      </a:r>
                      <a:endParaRPr b="1" sz="1250" u="none" cap="none" strike="noStrike">
                        <a:solidFill>
                          <a:srgbClr val="FFFFFF"/>
                        </a:solidFill>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Tier-aligned service motion: NG SIEM for log-centric customers, Enterprise for XDR-integrated SOCs, Premium for full cloud security. AgentiX agents and human-in-the-loop guardrails as differentiation.</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Managed XDR + XSOAR</a:t>
                      </a:r>
                      <a:endParaRPr b="1" sz="1250" u="none" cap="none" strike="noStrike">
                        <a:solidFill>
                          <a:srgbClr val="FFFFFF"/>
                        </a:solidFill>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Expert-managed detection, response, and automation across endpoints, networks, cloud, and email. SOC-as-a-Platform: unified, scalable, automated operations with faster incident resolution.</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Managed Detection &amp; Response</a:t>
                      </a:r>
                      <a:endParaRPr b="1" sz="1250" u="none" cap="none" strike="noStrike">
                        <a:solidFill>
                          <a:srgbClr val="FFFFFF"/>
                        </a:solidFill>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Behavioral indicators of compromise and threat intelligence delivering proactive detection across endpoint, network, identity, and cloud, with continuous monitoring and real-time response.</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Email Security Service Tier</a:t>
                      </a:r>
                      <a:endParaRPr b="1" sz="1250">
                        <a:solidFill>
                          <a:schemeClr val="lt1"/>
                        </a:solidFil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Managed email threat detection as a billable tier on top of MDR. Telemetry ingestion into XSIAM with service creation around phishing and business email compromise (BEC).</a:t>
                      </a:r>
                      <a:endParaRPr sz="1200">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rtl="0" algn="l">
                        <a:spcBef>
                          <a:spcPts val="0"/>
                        </a:spcBef>
                        <a:spcAft>
                          <a:spcPts val="0"/>
                        </a:spcAft>
                        <a:buClr>
                          <a:schemeClr val="dk1"/>
                        </a:buClr>
                        <a:buSzPts val="1100"/>
                        <a:buFont typeface="Arial"/>
                        <a:buNone/>
                      </a:pPr>
                      <a:r>
                        <a:rPr b="1" lang="en-US" sz="1250">
                          <a:solidFill>
                            <a:schemeClr val="lt1"/>
                          </a:solidFill>
                        </a:rPr>
                        <a:t>Threat Response Proficiency</a:t>
                      </a:r>
                      <a:endParaRPr b="1" sz="1250" u="none" cap="none" strike="noStrike">
                        <a:solidFill>
                          <a:srgbClr val="FFFFFF"/>
                        </a:solidFill>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chemeClr val="dk1"/>
                        </a:buClr>
                        <a:buSzPts val="1100"/>
                        <a:buFont typeface="Arial"/>
                        <a:buNone/>
                      </a:pPr>
                      <a:r>
                        <a:rPr lang="en-US" sz="1200">
                          <a:solidFill>
                            <a:schemeClr val="lt2"/>
                          </a:solidFill>
                          <a:latin typeface="Calibri"/>
                          <a:ea typeface="Calibri"/>
                          <a:cs typeface="Calibri"/>
                          <a:sym typeface="Calibri"/>
                        </a:rPr>
                        <a:t>Partner Incident Response</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XSIAM Consulting &amp; Implementation</a:t>
                      </a:r>
                      <a:endParaRPr b="1" sz="1250" u="none" cap="none" strike="noStrike">
                        <a:solidFill>
                          <a:srgbClr val="FFFFFF"/>
                        </a:solidFill>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Migration services and accelerators for expert-led AI-driven SOC transformation. Rapid deployment with pre-built content, compressing detection and response from weeks to minutes.</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marR="0" rtl="0" algn="l">
                        <a:lnSpc>
                          <a:spcPct val="100000"/>
                        </a:lnSpc>
                        <a:spcBef>
                          <a:spcPts val="0"/>
                        </a:spcBef>
                        <a:spcAft>
                          <a:spcPts val="0"/>
                        </a:spcAft>
                        <a:buClr>
                          <a:srgbClr val="FFFFFF"/>
                        </a:buClr>
                        <a:buSzPts val="1050"/>
                        <a:buFont typeface="Arial"/>
                        <a:buNone/>
                      </a:pPr>
                      <a:r>
                        <a:rPr b="1" lang="en-US" sz="1250" u="none" cap="none" strike="noStrike">
                          <a:solidFill>
                            <a:srgbClr val="FFFFFF"/>
                          </a:solidFill>
                          <a:latin typeface="Arial"/>
                          <a:ea typeface="Arial"/>
                          <a:cs typeface="Arial"/>
                          <a:sym typeface="Arial"/>
                        </a:rPr>
                        <a:t>Attack Surface Management</a:t>
                      </a:r>
                      <a:endParaRPr sz="1250" u="none" cap="none" strike="noStrike">
                        <a:latin typeface="Arial"/>
                        <a:ea typeface="Arial"/>
                        <a:cs typeface="Arial"/>
                        <a:sym typeface="Arial"/>
                      </a:endParaRPr>
                    </a:p>
                    <a:p>
                      <a:pPr indent="0" lvl="0" marL="0" marR="0" rtl="0" algn="l">
                        <a:lnSpc>
                          <a:spcPct val="100000"/>
                        </a:lnSpc>
                        <a:spcBef>
                          <a:spcPts val="0"/>
                        </a:spcBef>
                        <a:spcAft>
                          <a:spcPts val="0"/>
                        </a:spcAft>
                        <a:buClr>
                          <a:srgbClr val="FFFFFF"/>
                        </a:buClr>
                        <a:buSzPts val="1050"/>
                        <a:buFont typeface="Arial"/>
                        <a:buNone/>
                      </a:pPr>
                      <a:r>
                        <a:rPr b="1" lang="en-US" sz="1250" u="none" cap="none" strike="noStrike">
                          <a:solidFill>
                            <a:srgbClr val="FFFFFF"/>
                          </a:solidFill>
                          <a:latin typeface="Arial"/>
                          <a:ea typeface="Arial"/>
                          <a:cs typeface="Arial"/>
                          <a:sym typeface="Arial"/>
                        </a:rPr>
                        <a:t>Consulting &amp; Implementation</a:t>
                      </a:r>
                      <a:endParaRPr sz="125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marR="0" rtl="0" algn="l">
                        <a:lnSpc>
                          <a:spcPct val="100000"/>
                        </a:lnSpc>
                        <a:spcBef>
                          <a:spcPts val="0"/>
                        </a:spcBef>
                        <a:spcAft>
                          <a:spcPts val="0"/>
                        </a:spcAft>
                        <a:buClr>
                          <a:srgbClr val="C5CFC6"/>
                        </a:buClr>
                        <a:buSzPts val="1000"/>
                        <a:buFont typeface="Calibri"/>
                        <a:buNone/>
                      </a:pPr>
                      <a:r>
                        <a:rPr lang="en-US" sz="1200" u="none" cap="none" strike="noStrike">
                          <a:solidFill>
                            <a:schemeClr val="lt2"/>
                          </a:solidFill>
                          <a:latin typeface="Calibri"/>
                          <a:ea typeface="Calibri"/>
                          <a:cs typeface="Calibri"/>
                          <a:sym typeface="Calibri"/>
                        </a:rPr>
                        <a:t>Third-party </a:t>
                      </a:r>
                      <a:r>
                        <a:rPr lang="en-US" sz="1200">
                          <a:solidFill>
                            <a:schemeClr val="lt2"/>
                          </a:solidFill>
                          <a:latin typeface="Calibri"/>
                          <a:ea typeface="Calibri"/>
                          <a:cs typeface="Calibri"/>
                          <a:sym typeface="Calibri"/>
                        </a:rPr>
                        <a:t>advisory</a:t>
                      </a:r>
                      <a:r>
                        <a:rPr lang="en-US" sz="1200" u="none" cap="none" strike="noStrike">
                          <a:solidFill>
                            <a:schemeClr val="lt2"/>
                          </a:solidFill>
                          <a:latin typeface="Calibri"/>
                          <a:ea typeface="Calibri"/>
                          <a:cs typeface="Calibri"/>
                          <a:sym typeface="Calibri"/>
                        </a:rPr>
                        <a:t>s using Cortex Xpanse to identify external exposures and uplift posture. Covers red team services, M&amp;A use cases, and compliance reporting.</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bl>
          </a:graphicData>
        </a:graphic>
      </p:graphicFrame>
      <p:sp>
        <p:nvSpPr>
          <p:cNvPr id="1274" name="Google Shape;1274;g3ecd9bc579e_0_4267"/>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chemeClr val="accent1"/>
                </a:solidFill>
                <a:latin typeface="Arial"/>
                <a:ea typeface="Arial"/>
                <a:cs typeface="Arial"/>
                <a:sym typeface="Arial"/>
              </a:rPr>
              <a:t>PALO ALTO NETWORKS</a:t>
            </a:r>
            <a:endParaRPr b="1" i="0" sz="1000" u="none" cap="none" strike="noStrike">
              <a:solidFill>
                <a:schemeClr val="accen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g3ecd9bc579e_0_4270"/>
          <p:cNvSpPr/>
          <p:nvPr/>
        </p:nvSpPr>
        <p:spPr>
          <a:xfrm>
            <a:off x="640080" y="1554480"/>
            <a:ext cx="3657600" cy="128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3D2A"/>
              </a:buClr>
              <a:buSzPts val="9000"/>
              <a:buFont typeface="Arial Black"/>
              <a:buNone/>
            </a:pPr>
            <a:r>
              <a:rPr b="1" i="0" lang="en-US" sz="9000" u="none" cap="none" strike="noStrike">
                <a:solidFill>
                  <a:srgbClr val="0E3D2A"/>
                </a:solidFill>
                <a:latin typeface="Arial Black"/>
                <a:ea typeface="Arial Black"/>
                <a:cs typeface="Arial Black"/>
                <a:sym typeface="Arial Black"/>
              </a:rPr>
              <a:t>02</a:t>
            </a:r>
            <a:endParaRPr b="0" i="0" sz="9000" u="none" cap="none" strike="noStrike">
              <a:solidFill>
                <a:schemeClr val="dk1"/>
              </a:solidFill>
              <a:latin typeface="Calibri"/>
              <a:ea typeface="Calibri"/>
              <a:cs typeface="Calibri"/>
              <a:sym typeface="Calibri"/>
            </a:endParaRPr>
          </a:p>
        </p:txBody>
      </p:sp>
      <p:sp>
        <p:nvSpPr>
          <p:cNvPr id="1280" name="Google Shape;1280;g3ecd9bc579e_0_4270"/>
          <p:cNvSpPr/>
          <p:nvPr/>
        </p:nvSpPr>
        <p:spPr>
          <a:xfrm>
            <a:off x="640080" y="2971800"/>
            <a:ext cx="7315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400"/>
              <a:buFont typeface="Arial"/>
              <a:buNone/>
            </a:pPr>
            <a:r>
              <a:rPr b="1" i="0" lang="en-US" sz="1400" u="none" cap="none" strike="noStrike">
                <a:solidFill>
                  <a:srgbClr val="00C176"/>
                </a:solidFill>
                <a:latin typeface="Arial"/>
                <a:ea typeface="Arial"/>
                <a:cs typeface="Arial"/>
                <a:sym typeface="Arial"/>
              </a:rPr>
              <a:t>CODE-TO-CLOUD-TO-SOC</a:t>
            </a:r>
            <a:endParaRPr b="0" i="0" sz="1400" u="none" cap="none" strike="noStrike">
              <a:solidFill>
                <a:schemeClr val="dk1"/>
              </a:solidFill>
              <a:latin typeface="Calibri"/>
              <a:ea typeface="Calibri"/>
              <a:cs typeface="Calibri"/>
              <a:sym typeface="Calibri"/>
            </a:endParaRPr>
          </a:p>
        </p:txBody>
      </p:sp>
      <p:sp>
        <p:nvSpPr>
          <p:cNvPr id="1281" name="Google Shape;1281;g3ecd9bc579e_0_4270"/>
          <p:cNvSpPr/>
          <p:nvPr/>
        </p:nvSpPr>
        <p:spPr>
          <a:xfrm>
            <a:off x="640080" y="3337560"/>
            <a:ext cx="8229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Arial Black"/>
              <a:buNone/>
            </a:pPr>
            <a:r>
              <a:rPr b="1" i="0" lang="en-US" sz="4600" u="none" cap="none" strike="noStrike">
                <a:solidFill>
                  <a:srgbClr val="FFFFFF"/>
                </a:solidFill>
                <a:latin typeface="Arial Black"/>
                <a:ea typeface="Arial Black"/>
                <a:cs typeface="Arial Black"/>
                <a:sym typeface="Arial Black"/>
              </a:rPr>
              <a:t>Cortex Cloud</a:t>
            </a:r>
            <a:endParaRPr b="0" i="0" sz="4600" u="none" cap="none" strike="noStrike">
              <a:solidFill>
                <a:schemeClr val="dk1"/>
              </a:solidFill>
              <a:latin typeface="Calibri"/>
              <a:ea typeface="Calibri"/>
              <a:cs typeface="Calibri"/>
              <a:sym typeface="Calibri"/>
            </a:endParaRPr>
          </a:p>
        </p:txBody>
      </p:sp>
      <p:sp>
        <p:nvSpPr>
          <p:cNvPr id="1282" name="Google Shape;1282;g3ecd9bc579e_0_4270"/>
          <p:cNvSpPr/>
          <p:nvPr/>
        </p:nvSpPr>
        <p:spPr>
          <a:xfrm>
            <a:off x="640080" y="4343400"/>
            <a:ext cx="7772400" cy="731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5CFC6"/>
              </a:buClr>
              <a:buSzPts val="1500"/>
              <a:buFont typeface="Calibri"/>
              <a:buNone/>
            </a:pPr>
            <a:r>
              <a:rPr b="0" i="0" lang="en-US" sz="1700" u="none" cap="none" strike="noStrike">
                <a:solidFill>
                  <a:schemeClr val="lt1"/>
                </a:solidFill>
                <a:latin typeface="Calibri"/>
                <a:ea typeface="Calibri"/>
                <a:cs typeface="Calibri"/>
                <a:sym typeface="Calibri"/>
              </a:rPr>
              <a:t>CNAPP re-architected onto XSIAM. CSPM, CIEM, DSPM, AI-SPM, CWPP, ASPM on one unified data lake. The partner motion: cloud security practice build, managed cloud, embedded CNAPP.</a:t>
            </a:r>
            <a:endParaRPr b="0" i="0" sz="1700" u="none" cap="none" strike="noStrike">
              <a:solidFill>
                <a:schemeClr val="lt1"/>
              </a:solidFill>
              <a:latin typeface="Calibri"/>
              <a:ea typeface="Calibri"/>
              <a:cs typeface="Calibri"/>
              <a:sym typeface="Calibri"/>
            </a:endParaRPr>
          </a:p>
        </p:txBody>
      </p:sp>
      <p:pic>
        <p:nvPicPr>
          <p:cNvPr descr="preencoded.png" id="1283" name="Google Shape;1283;g3ecd9bc579e_0_4270"/>
          <p:cNvPicPr preferRelativeResize="0"/>
          <p:nvPr/>
        </p:nvPicPr>
        <p:blipFill rotWithShape="1">
          <a:blip r:embed="rId3">
            <a:alphaModFix/>
          </a:blip>
          <a:srcRect b="0" l="0" r="0" t="0"/>
          <a:stretch/>
        </p:blipFill>
        <p:spPr>
          <a:xfrm>
            <a:off x="9082735" y="2194560"/>
            <a:ext cx="2103120" cy="21031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g3ecd9bc579e_0_4273"/>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400" u="none" cap="none" strike="noStrike">
                <a:solidFill>
                  <a:srgbClr val="00C176"/>
                </a:solidFill>
                <a:latin typeface="Arial"/>
                <a:ea typeface="Arial"/>
                <a:cs typeface="Arial"/>
                <a:sym typeface="Arial"/>
              </a:rPr>
              <a:t>CORTEX CLOUD / CNAPP, CSPM, CIEM, DSPM, AI-SPM</a:t>
            </a:r>
            <a:endParaRPr b="0" i="0" sz="1400" u="none" cap="none" strike="noStrike">
              <a:solidFill>
                <a:schemeClr val="dk1"/>
              </a:solidFill>
              <a:latin typeface="Calibri"/>
              <a:ea typeface="Calibri"/>
              <a:cs typeface="Calibri"/>
              <a:sym typeface="Calibri"/>
            </a:endParaRPr>
          </a:p>
        </p:txBody>
      </p:sp>
      <p:sp>
        <p:nvSpPr>
          <p:cNvPr id="1289" name="Google Shape;1289;g3ecd9bc579e_0_4273"/>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100" u="none" cap="none" strike="noStrike">
                <a:solidFill>
                  <a:srgbClr val="FFFFFF"/>
                </a:solidFill>
                <a:latin typeface="Arial Black"/>
                <a:ea typeface="Arial Black"/>
                <a:cs typeface="Arial Black"/>
                <a:sym typeface="Arial Black"/>
              </a:rPr>
              <a:t>Cortex Cloud offerings across the four motions</a:t>
            </a:r>
            <a:endParaRPr b="0" i="0" sz="3100" u="none" cap="none" strike="noStrike">
              <a:solidFill>
                <a:schemeClr val="dk1"/>
              </a:solidFill>
              <a:latin typeface="Calibri"/>
              <a:ea typeface="Calibri"/>
              <a:cs typeface="Calibri"/>
              <a:sym typeface="Calibri"/>
            </a:endParaRPr>
          </a:p>
        </p:txBody>
      </p:sp>
      <p:sp>
        <p:nvSpPr>
          <p:cNvPr id="1290" name="Google Shape;1290;g3ecd9bc579e_0_4273"/>
          <p:cNvSpPr/>
          <p:nvPr/>
        </p:nvSpPr>
        <p:spPr>
          <a:xfrm>
            <a:off x="640080" y="1828800"/>
            <a:ext cx="2625000" cy="457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291" name="Google Shape;1291;g3ecd9bc579e_0_4273"/>
          <p:cNvSpPr/>
          <p:nvPr/>
        </p:nvSpPr>
        <p:spPr>
          <a:xfrm>
            <a:off x="731520" y="1828800"/>
            <a:ext cx="24420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A0E0C"/>
              </a:buClr>
              <a:buSzPts val="1050"/>
              <a:buFont typeface="Arial"/>
              <a:buNone/>
            </a:pPr>
            <a:r>
              <a:rPr b="1" lang="en-US" sz="1350">
                <a:solidFill>
                  <a:srgbClr val="0A0E0C"/>
                </a:solidFill>
              </a:rPr>
              <a:t>MANAGED</a:t>
            </a:r>
            <a:endParaRPr b="0" i="0" sz="1350" u="none" cap="none" strike="noStrike">
              <a:solidFill>
                <a:schemeClr val="dk1"/>
              </a:solidFill>
              <a:latin typeface="Calibri"/>
              <a:ea typeface="Calibri"/>
              <a:cs typeface="Calibri"/>
              <a:sym typeface="Calibri"/>
            </a:endParaRPr>
          </a:p>
        </p:txBody>
      </p:sp>
      <p:sp>
        <p:nvSpPr>
          <p:cNvPr id="1292" name="Google Shape;1292;g3ecd9bc579e_0_4273"/>
          <p:cNvSpPr/>
          <p:nvPr/>
        </p:nvSpPr>
        <p:spPr>
          <a:xfrm>
            <a:off x="3402254" y="1828800"/>
            <a:ext cx="2625000" cy="457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293" name="Google Shape;1293;g3ecd9bc579e_0_4273"/>
          <p:cNvSpPr/>
          <p:nvPr/>
        </p:nvSpPr>
        <p:spPr>
          <a:xfrm>
            <a:off x="3493694" y="1828800"/>
            <a:ext cx="24420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A0E0C"/>
              </a:buClr>
              <a:buSzPts val="1050"/>
              <a:buFont typeface="Arial"/>
              <a:buNone/>
            </a:pPr>
            <a:r>
              <a:rPr b="1" i="0" lang="en-US" sz="1350" u="none" cap="none" strike="noStrike">
                <a:solidFill>
                  <a:srgbClr val="0A0E0C"/>
                </a:solidFill>
                <a:latin typeface="Arial"/>
                <a:ea typeface="Arial"/>
                <a:cs typeface="Arial"/>
                <a:sym typeface="Arial"/>
              </a:rPr>
              <a:t>CONSULTING &amp; IMPL.</a:t>
            </a:r>
            <a:endParaRPr b="0" i="0" sz="1350" u="none" cap="none" strike="noStrike">
              <a:solidFill>
                <a:schemeClr val="dk1"/>
              </a:solidFill>
              <a:latin typeface="Calibri"/>
              <a:ea typeface="Calibri"/>
              <a:cs typeface="Calibri"/>
              <a:sym typeface="Calibri"/>
            </a:endParaRPr>
          </a:p>
        </p:txBody>
      </p:sp>
      <p:sp>
        <p:nvSpPr>
          <p:cNvPr id="1294" name="Google Shape;1294;g3ecd9bc579e_0_4273"/>
          <p:cNvSpPr/>
          <p:nvPr/>
        </p:nvSpPr>
        <p:spPr>
          <a:xfrm>
            <a:off x="3402254" y="2359152"/>
            <a:ext cx="2625000" cy="37674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295" name="Google Shape;1295;g3ecd9bc579e_0_4273"/>
          <p:cNvSpPr/>
          <p:nvPr/>
        </p:nvSpPr>
        <p:spPr>
          <a:xfrm>
            <a:off x="3548558" y="2587752"/>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296" name="Google Shape;1296;g3ecd9bc579e_0_4273"/>
          <p:cNvSpPr/>
          <p:nvPr/>
        </p:nvSpPr>
        <p:spPr>
          <a:xfrm>
            <a:off x="3694862" y="2505456"/>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250" u="none" cap="none" strike="noStrike">
                <a:solidFill>
                  <a:schemeClr val="lt1"/>
                </a:solidFill>
                <a:latin typeface="Calibri"/>
                <a:ea typeface="Calibri"/>
                <a:cs typeface="Calibri"/>
                <a:sym typeface="Calibri"/>
              </a:rPr>
              <a:t>Cloud Security practice build (CNAPP)</a:t>
            </a:r>
            <a:endParaRPr b="0" i="0" sz="1250" u="none" cap="none" strike="noStrike">
              <a:solidFill>
                <a:schemeClr val="lt1"/>
              </a:solidFill>
              <a:latin typeface="Calibri"/>
              <a:ea typeface="Calibri"/>
              <a:cs typeface="Calibri"/>
              <a:sym typeface="Calibri"/>
            </a:endParaRPr>
          </a:p>
        </p:txBody>
      </p:sp>
      <p:sp>
        <p:nvSpPr>
          <p:cNvPr id="1297" name="Google Shape;1297;g3ecd9bc579e_0_4273"/>
          <p:cNvSpPr/>
          <p:nvPr/>
        </p:nvSpPr>
        <p:spPr>
          <a:xfrm>
            <a:off x="3548558" y="3145536"/>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298" name="Google Shape;1298;g3ecd9bc579e_0_4273"/>
          <p:cNvSpPr/>
          <p:nvPr/>
        </p:nvSpPr>
        <p:spPr>
          <a:xfrm>
            <a:off x="3694862" y="3063240"/>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lang="en-US" sz="1250">
                <a:solidFill>
                  <a:schemeClr val="lt1"/>
                </a:solidFill>
                <a:latin typeface="Calibri"/>
                <a:ea typeface="Calibri"/>
                <a:cs typeface="Calibri"/>
                <a:sym typeface="Calibri"/>
              </a:rPr>
              <a:t>Multi-cloud onboarding &amp; guardrails</a:t>
            </a:r>
            <a:endParaRPr b="0" i="0" sz="1250" u="none" cap="none" strike="noStrike">
              <a:solidFill>
                <a:schemeClr val="lt1"/>
              </a:solidFill>
              <a:latin typeface="Calibri"/>
              <a:ea typeface="Calibri"/>
              <a:cs typeface="Calibri"/>
              <a:sym typeface="Calibri"/>
            </a:endParaRPr>
          </a:p>
        </p:txBody>
      </p:sp>
      <p:sp>
        <p:nvSpPr>
          <p:cNvPr id="1299" name="Google Shape;1299;g3ecd9bc579e_0_4273"/>
          <p:cNvSpPr/>
          <p:nvPr/>
        </p:nvSpPr>
        <p:spPr>
          <a:xfrm>
            <a:off x="3548558" y="3703320"/>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00" name="Google Shape;1300;g3ecd9bc579e_0_4273"/>
          <p:cNvSpPr/>
          <p:nvPr/>
        </p:nvSpPr>
        <p:spPr>
          <a:xfrm>
            <a:off x="3694862" y="3621024"/>
            <a:ext cx="2204400" cy="50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E8EEE9"/>
              </a:buClr>
              <a:buSzPts val="950"/>
              <a:buFont typeface="Calibri"/>
              <a:buNone/>
            </a:pPr>
            <a:r>
              <a:rPr lang="en-US" sz="1250">
                <a:solidFill>
                  <a:schemeClr val="lt1"/>
                </a:solidFill>
                <a:latin typeface="Calibri"/>
                <a:ea typeface="Calibri"/>
                <a:cs typeface="Calibri"/>
                <a:sym typeface="Calibri"/>
              </a:rPr>
              <a:t>Secure DevOps/AppSec integration (ASPM)</a:t>
            </a:r>
            <a:endParaRPr b="0" i="0" sz="1250" u="none" cap="none" strike="noStrike">
              <a:solidFill>
                <a:schemeClr val="lt1"/>
              </a:solidFill>
              <a:latin typeface="Calibri"/>
              <a:ea typeface="Calibri"/>
              <a:cs typeface="Calibri"/>
              <a:sym typeface="Calibri"/>
            </a:endParaRPr>
          </a:p>
        </p:txBody>
      </p:sp>
      <p:sp>
        <p:nvSpPr>
          <p:cNvPr id="1301" name="Google Shape;1301;g3ecd9bc579e_0_4273"/>
          <p:cNvSpPr/>
          <p:nvPr/>
        </p:nvSpPr>
        <p:spPr>
          <a:xfrm>
            <a:off x="3548558" y="4261104"/>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02" name="Google Shape;1302;g3ecd9bc579e_0_4273"/>
          <p:cNvSpPr/>
          <p:nvPr/>
        </p:nvSpPr>
        <p:spPr>
          <a:xfrm>
            <a:off x="3694862" y="4178808"/>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250" u="none" cap="none" strike="noStrike">
                <a:solidFill>
                  <a:schemeClr val="lt1"/>
                </a:solidFill>
                <a:latin typeface="Calibri"/>
                <a:ea typeface="Calibri"/>
                <a:cs typeface="Calibri"/>
                <a:sym typeface="Calibri"/>
              </a:rPr>
              <a:t>AI-SPM/CIEM gap remediation</a:t>
            </a:r>
            <a:endParaRPr b="0" i="0" sz="1250" u="none" cap="none" strike="noStrike">
              <a:solidFill>
                <a:schemeClr val="lt1"/>
              </a:solidFill>
              <a:latin typeface="Calibri"/>
              <a:ea typeface="Calibri"/>
              <a:cs typeface="Calibri"/>
              <a:sym typeface="Calibri"/>
            </a:endParaRPr>
          </a:p>
        </p:txBody>
      </p:sp>
      <p:sp>
        <p:nvSpPr>
          <p:cNvPr id="1303" name="Google Shape;1303;g3ecd9bc579e_0_4273"/>
          <p:cNvSpPr/>
          <p:nvPr/>
        </p:nvSpPr>
        <p:spPr>
          <a:xfrm>
            <a:off x="6164428" y="1828800"/>
            <a:ext cx="2625000" cy="457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304" name="Google Shape;1304;g3ecd9bc579e_0_4273"/>
          <p:cNvSpPr/>
          <p:nvPr/>
        </p:nvSpPr>
        <p:spPr>
          <a:xfrm>
            <a:off x="6255868" y="1828800"/>
            <a:ext cx="24420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A0E0C"/>
              </a:buClr>
              <a:buSzPts val="1050"/>
              <a:buFont typeface="Arial"/>
              <a:buNone/>
            </a:pPr>
            <a:r>
              <a:rPr b="1" lang="en-US" sz="1350">
                <a:solidFill>
                  <a:srgbClr val="0A0E0C"/>
                </a:solidFill>
              </a:rPr>
              <a:t>EMBEDDED</a:t>
            </a:r>
            <a:endParaRPr b="0" i="0" sz="1350" u="none" cap="none" strike="noStrike">
              <a:solidFill>
                <a:schemeClr val="dk1"/>
              </a:solidFill>
              <a:latin typeface="Calibri"/>
              <a:ea typeface="Calibri"/>
              <a:cs typeface="Calibri"/>
              <a:sym typeface="Calibri"/>
            </a:endParaRPr>
          </a:p>
        </p:txBody>
      </p:sp>
      <p:sp>
        <p:nvSpPr>
          <p:cNvPr id="1305" name="Google Shape;1305;g3ecd9bc579e_0_4273"/>
          <p:cNvSpPr/>
          <p:nvPr/>
        </p:nvSpPr>
        <p:spPr>
          <a:xfrm>
            <a:off x="8926601" y="1828800"/>
            <a:ext cx="2625000" cy="457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306" name="Google Shape;1306;g3ecd9bc579e_0_4273"/>
          <p:cNvSpPr/>
          <p:nvPr/>
        </p:nvSpPr>
        <p:spPr>
          <a:xfrm>
            <a:off x="9018041" y="1828800"/>
            <a:ext cx="24420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A0E0C"/>
              </a:buClr>
              <a:buSzPts val="1050"/>
              <a:buFont typeface="Arial"/>
              <a:buNone/>
            </a:pPr>
            <a:r>
              <a:rPr b="1" lang="en-US" sz="1350">
                <a:solidFill>
                  <a:srgbClr val="0A0E0C"/>
                </a:solidFill>
              </a:rPr>
              <a:t>ADVISORY</a:t>
            </a:r>
            <a:endParaRPr b="0" i="0" sz="1350" u="none" cap="none" strike="noStrike">
              <a:solidFill>
                <a:schemeClr val="dk1"/>
              </a:solidFill>
              <a:latin typeface="Calibri"/>
              <a:ea typeface="Calibri"/>
              <a:cs typeface="Calibri"/>
              <a:sym typeface="Calibri"/>
            </a:endParaRPr>
          </a:p>
        </p:txBody>
      </p:sp>
      <p:sp>
        <p:nvSpPr>
          <p:cNvPr id="1307" name="Google Shape;1307;g3ecd9bc579e_0_4273"/>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chemeClr val="accent1"/>
                </a:solidFill>
                <a:latin typeface="Arial"/>
                <a:ea typeface="Arial"/>
                <a:cs typeface="Arial"/>
                <a:sym typeface="Arial"/>
              </a:rPr>
              <a:t>PALO ALTO NETWORKS</a:t>
            </a:r>
            <a:endParaRPr b="1" i="0" sz="1000" u="none" cap="none" strike="noStrike">
              <a:solidFill>
                <a:schemeClr val="accent1"/>
              </a:solidFill>
              <a:latin typeface="Calibri"/>
              <a:ea typeface="Calibri"/>
              <a:cs typeface="Calibri"/>
              <a:sym typeface="Calibri"/>
            </a:endParaRPr>
          </a:p>
        </p:txBody>
      </p:sp>
      <p:sp>
        <p:nvSpPr>
          <p:cNvPr id="1308" name="Google Shape;1308;g3ecd9bc579e_0_4273"/>
          <p:cNvSpPr/>
          <p:nvPr/>
        </p:nvSpPr>
        <p:spPr>
          <a:xfrm>
            <a:off x="6164426" y="2340752"/>
            <a:ext cx="2625000" cy="37674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09" name="Google Shape;1309;g3ecd9bc579e_0_4273"/>
          <p:cNvSpPr/>
          <p:nvPr/>
        </p:nvSpPr>
        <p:spPr>
          <a:xfrm>
            <a:off x="6310730" y="2569352"/>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10" name="Google Shape;1310;g3ecd9bc579e_0_4273"/>
          <p:cNvSpPr/>
          <p:nvPr/>
        </p:nvSpPr>
        <p:spPr>
          <a:xfrm>
            <a:off x="6457034" y="2487056"/>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250" u="none" cap="none" strike="noStrike">
                <a:solidFill>
                  <a:schemeClr val="lt1"/>
                </a:solidFill>
                <a:latin typeface="Calibri"/>
                <a:ea typeface="Calibri"/>
                <a:cs typeface="Calibri"/>
                <a:sym typeface="Calibri"/>
              </a:rPr>
              <a:t>CNAPP embedded in cloud transformation</a:t>
            </a:r>
            <a:endParaRPr b="0" i="0" sz="1250" u="none" cap="none" strike="noStrike">
              <a:solidFill>
                <a:schemeClr val="lt1"/>
              </a:solidFill>
              <a:latin typeface="Calibri"/>
              <a:ea typeface="Calibri"/>
              <a:cs typeface="Calibri"/>
              <a:sym typeface="Calibri"/>
            </a:endParaRPr>
          </a:p>
        </p:txBody>
      </p:sp>
      <p:sp>
        <p:nvSpPr>
          <p:cNvPr id="1311" name="Google Shape;1311;g3ecd9bc579e_0_4273"/>
          <p:cNvSpPr/>
          <p:nvPr/>
        </p:nvSpPr>
        <p:spPr>
          <a:xfrm>
            <a:off x="6310730" y="3127136"/>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12" name="Google Shape;1312;g3ecd9bc579e_0_4273"/>
          <p:cNvSpPr/>
          <p:nvPr/>
        </p:nvSpPr>
        <p:spPr>
          <a:xfrm>
            <a:off x="6457034" y="3044840"/>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lang="en-US" sz="1250">
                <a:solidFill>
                  <a:schemeClr val="lt1"/>
                </a:solidFill>
                <a:latin typeface="Calibri"/>
                <a:ea typeface="Calibri"/>
                <a:cs typeface="Calibri"/>
                <a:sym typeface="Calibri"/>
              </a:rPr>
              <a:t>Identity risk + DSPM service overlay</a:t>
            </a:r>
            <a:endParaRPr b="0" i="0" sz="1250" u="none" cap="none" strike="noStrike">
              <a:solidFill>
                <a:schemeClr val="lt1"/>
              </a:solidFill>
              <a:latin typeface="Calibri"/>
              <a:ea typeface="Calibri"/>
              <a:cs typeface="Calibri"/>
              <a:sym typeface="Calibri"/>
            </a:endParaRPr>
          </a:p>
        </p:txBody>
      </p:sp>
      <p:sp>
        <p:nvSpPr>
          <p:cNvPr id="1313" name="Google Shape;1313;g3ecd9bc579e_0_4273"/>
          <p:cNvSpPr/>
          <p:nvPr/>
        </p:nvSpPr>
        <p:spPr>
          <a:xfrm>
            <a:off x="6310730" y="3684920"/>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14" name="Google Shape;1314;g3ecd9bc579e_0_4273"/>
          <p:cNvSpPr/>
          <p:nvPr/>
        </p:nvSpPr>
        <p:spPr>
          <a:xfrm>
            <a:off x="6457034" y="3602624"/>
            <a:ext cx="2204400" cy="50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E8EEE9"/>
              </a:buClr>
              <a:buSzPts val="950"/>
              <a:buFont typeface="Calibri"/>
              <a:buNone/>
            </a:pPr>
            <a:r>
              <a:rPr lang="en-US" sz="1250">
                <a:solidFill>
                  <a:schemeClr val="lt1"/>
                </a:solidFill>
                <a:latin typeface="Calibri"/>
                <a:ea typeface="Calibri"/>
                <a:cs typeface="Calibri"/>
                <a:sym typeface="Calibri"/>
              </a:rPr>
              <a:t>Security-as-code in DevOps lifecycle</a:t>
            </a:r>
            <a:endParaRPr sz="1250">
              <a:solidFill>
                <a:schemeClr val="lt1"/>
              </a:solidFill>
              <a:latin typeface="Calibri"/>
              <a:ea typeface="Calibri"/>
              <a:cs typeface="Calibri"/>
              <a:sym typeface="Calibri"/>
            </a:endParaRPr>
          </a:p>
        </p:txBody>
      </p:sp>
      <p:sp>
        <p:nvSpPr>
          <p:cNvPr id="1315" name="Google Shape;1315;g3ecd9bc579e_0_4273"/>
          <p:cNvSpPr/>
          <p:nvPr/>
        </p:nvSpPr>
        <p:spPr>
          <a:xfrm>
            <a:off x="6310730" y="4242704"/>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16" name="Google Shape;1316;g3ecd9bc579e_0_4273"/>
          <p:cNvSpPr/>
          <p:nvPr/>
        </p:nvSpPr>
        <p:spPr>
          <a:xfrm>
            <a:off x="6457034" y="4160408"/>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250" u="none" cap="none" strike="noStrike">
                <a:solidFill>
                  <a:schemeClr val="lt1"/>
                </a:solidFill>
                <a:latin typeface="Calibri"/>
                <a:ea typeface="Calibri"/>
                <a:cs typeface="Calibri"/>
                <a:sym typeface="Calibri"/>
              </a:rPr>
              <a:t>Posture management for MSSP book</a:t>
            </a:r>
            <a:endParaRPr b="0" i="0" sz="1250" u="none" cap="none" strike="noStrike">
              <a:solidFill>
                <a:schemeClr val="lt1"/>
              </a:solidFill>
              <a:latin typeface="Calibri"/>
              <a:ea typeface="Calibri"/>
              <a:cs typeface="Calibri"/>
              <a:sym typeface="Calibri"/>
            </a:endParaRPr>
          </a:p>
        </p:txBody>
      </p:sp>
      <p:sp>
        <p:nvSpPr>
          <p:cNvPr id="1317" name="Google Shape;1317;g3ecd9bc579e_0_4273"/>
          <p:cNvSpPr/>
          <p:nvPr/>
        </p:nvSpPr>
        <p:spPr>
          <a:xfrm>
            <a:off x="640078" y="2340752"/>
            <a:ext cx="2625000" cy="37674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18" name="Google Shape;1318;g3ecd9bc579e_0_4273"/>
          <p:cNvSpPr/>
          <p:nvPr/>
        </p:nvSpPr>
        <p:spPr>
          <a:xfrm>
            <a:off x="786382" y="2569352"/>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19" name="Google Shape;1319;g3ecd9bc579e_0_4273"/>
          <p:cNvSpPr/>
          <p:nvPr/>
        </p:nvSpPr>
        <p:spPr>
          <a:xfrm>
            <a:off x="932686" y="2487056"/>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250" u="none" cap="none" strike="noStrike">
                <a:solidFill>
                  <a:schemeClr val="lt1"/>
                </a:solidFill>
                <a:latin typeface="Calibri"/>
                <a:ea typeface="Calibri"/>
                <a:cs typeface="Calibri"/>
                <a:sym typeface="Calibri"/>
              </a:rPr>
              <a:t>Managed Cloud Security &amp; Threat Response</a:t>
            </a:r>
            <a:endParaRPr b="0" i="0" sz="1250" u="none" cap="none" strike="noStrike">
              <a:solidFill>
                <a:schemeClr val="lt1"/>
              </a:solidFill>
              <a:latin typeface="Calibri"/>
              <a:ea typeface="Calibri"/>
              <a:cs typeface="Calibri"/>
              <a:sym typeface="Calibri"/>
            </a:endParaRPr>
          </a:p>
        </p:txBody>
      </p:sp>
      <p:sp>
        <p:nvSpPr>
          <p:cNvPr id="1320" name="Google Shape;1320;g3ecd9bc579e_0_4273"/>
          <p:cNvSpPr/>
          <p:nvPr/>
        </p:nvSpPr>
        <p:spPr>
          <a:xfrm>
            <a:off x="786382" y="3127136"/>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21" name="Google Shape;1321;g3ecd9bc579e_0_4273"/>
          <p:cNvSpPr/>
          <p:nvPr/>
        </p:nvSpPr>
        <p:spPr>
          <a:xfrm>
            <a:off x="932686" y="3044840"/>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250" u="none" cap="none" strike="noStrike">
                <a:solidFill>
                  <a:schemeClr val="lt1"/>
                </a:solidFill>
                <a:latin typeface="Calibri"/>
                <a:ea typeface="Calibri"/>
                <a:cs typeface="Calibri"/>
                <a:sym typeface="Calibri"/>
              </a:rPr>
              <a:t>Managed CNAPP single-pane service</a:t>
            </a:r>
            <a:endParaRPr b="0" i="0" sz="1250" u="none" cap="none" strike="noStrike">
              <a:solidFill>
                <a:schemeClr val="lt1"/>
              </a:solidFill>
              <a:latin typeface="Calibri"/>
              <a:ea typeface="Calibri"/>
              <a:cs typeface="Calibri"/>
              <a:sym typeface="Calibri"/>
            </a:endParaRPr>
          </a:p>
        </p:txBody>
      </p:sp>
      <p:sp>
        <p:nvSpPr>
          <p:cNvPr id="1322" name="Google Shape;1322;g3ecd9bc579e_0_4273"/>
          <p:cNvSpPr/>
          <p:nvPr/>
        </p:nvSpPr>
        <p:spPr>
          <a:xfrm>
            <a:off x="786382" y="3684920"/>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23" name="Google Shape;1323;g3ecd9bc579e_0_4273"/>
          <p:cNvSpPr/>
          <p:nvPr/>
        </p:nvSpPr>
        <p:spPr>
          <a:xfrm>
            <a:off x="932686" y="3602624"/>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250" u="none" cap="none" strike="noStrike">
                <a:solidFill>
                  <a:schemeClr val="lt1"/>
                </a:solidFill>
                <a:latin typeface="Calibri"/>
                <a:ea typeface="Calibri"/>
                <a:cs typeface="Calibri"/>
                <a:sym typeface="Calibri"/>
              </a:rPr>
              <a:t>MSSP multi-tenant Cortex Cloud</a:t>
            </a:r>
            <a:endParaRPr b="0" i="0" sz="1250" u="none" cap="none" strike="noStrike">
              <a:solidFill>
                <a:schemeClr val="lt1"/>
              </a:solidFill>
              <a:latin typeface="Calibri"/>
              <a:ea typeface="Calibri"/>
              <a:cs typeface="Calibri"/>
              <a:sym typeface="Calibri"/>
            </a:endParaRPr>
          </a:p>
        </p:txBody>
      </p:sp>
      <p:sp>
        <p:nvSpPr>
          <p:cNvPr id="1324" name="Google Shape;1324;g3ecd9bc579e_0_4273"/>
          <p:cNvSpPr/>
          <p:nvPr/>
        </p:nvSpPr>
        <p:spPr>
          <a:xfrm>
            <a:off x="786382" y="4242704"/>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25" name="Google Shape;1325;g3ecd9bc579e_0_4273"/>
          <p:cNvSpPr/>
          <p:nvPr/>
        </p:nvSpPr>
        <p:spPr>
          <a:xfrm>
            <a:off x="932686" y="4160408"/>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250" u="none" cap="none" strike="noStrike">
                <a:solidFill>
                  <a:schemeClr val="lt1"/>
                </a:solidFill>
                <a:latin typeface="Calibri"/>
                <a:ea typeface="Calibri"/>
                <a:cs typeface="Calibri"/>
                <a:sym typeface="Calibri"/>
              </a:rPr>
              <a:t>Managed posture &amp; compliance tiers</a:t>
            </a:r>
            <a:endParaRPr b="0" i="0" sz="1250" u="none" cap="none" strike="noStrike">
              <a:solidFill>
                <a:schemeClr val="lt1"/>
              </a:solidFill>
              <a:latin typeface="Calibri"/>
              <a:ea typeface="Calibri"/>
              <a:cs typeface="Calibri"/>
              <a:sym typeface="Calibri"/>
            </a:endParaRPr>
          </a:p>
        </p:txBody>
      </p:sp>
      <p:sp>
        <p:nvSpPr>
          <p:cNvPr id="1326" name="Google Shape;1326;g3ecd9bc579e_0_4273"/>
          <p:cNvSpPr/>
          <p:nvPr/>
        </p:nvSpPr>
        <p:spPr>
          <a:xfrm>
            <a:off x="8926605" y="2340752"/>
            <a:ext cx="2625000" cy="3767400"/>
          </a:xfrm>
          <a:prstGeom prst="rect">
            <a:avLst/>
          </a:prstGeom>
          <a:solidFill>
            <a:srgbClr val="151D14"/>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27" name="Google Shape;1327;g3ecd9bc579e_0_4273"/>
          <p:cNvSpPr/>
          <p:nvPr/>
        </p:nvSpPr>
        <p:spPr>
          <a:xfrm>
            <a:off x="9072909" y="2569352"/>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28" name="Google Shape;1328;g3ecd9bc579e_0_4273"/>
          <p:cNvSpPr/>
          <p:nvPr/>
        </p:nvSpPr>
        <p:spPr>
          <a:xfrm>
            <a:off x="9219213" y="2487056"/>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250" u="none" cap="none" strike="noStrike">
                <a:solidFill>
                  <a:schemeClr val="lt1"/>
                </a:solidFill>
                <a:latin typeface="Calibri"/>
                <a:ea typeface="Calibri"/>
                <a:cs typeface="Calibri"/>
                <a:sym typeface="Calibri"/>
              </a:rPr>
              <a:t>Cloud Security </a:t>
            </a:r>
            <a:r>
              <a:rPr lang="en-US" sz="1250">
                <a:solidFill>
                  <a:schemeClr val="lt1"/>
                </a:solidFill>
                <a:latin typeface="Calibri"/>
                <a:ea typeface="Calibri"/>
                <a:cs typeface="Calibri"/>
                <a:sym typeface="Calibri"/>
              </a:rPr>
              <a:t>advisory</a:t>
            </a:r>
            <a:r>
              <a:rPr b="0" i="0" lang="en-US" sz="1250" u="none" cap="none" strike="noStrike">
                <a:solidFill>
                  <a:schemeClr val="lt1"/>
                </a:solidFill>
                <a:latin typeface="Calibri"/>
                <a:ea typeface="Calibri"/>
                <a:cs typeface="Calibri"/>
                <a:sym typeface="Calibri"/>
              </a:rPr>
              <a:t> (7-10 day)</a:t>
            </a:r>
            <a:endParaRPr b="0" i="0" sz="1250" u="none" cap="none" strike="noStrike">
              <a:solidFill>
                <a:schemeClr val="lt1"/>
              </a:solidFill>
              <a:latin typeface="Calibri"/>
              <a:ea typeface="Calibri"/>
              <a:cs typeface="Calibri"/>
              <a:sym typeface="Calibri"/>
            </a:endParaRPr>
          </a:p>
        </p:txBody>
      </p:sp>
      <p:sp>
        <p:nvSpPr>
          <p:cNvPr id="1329" name="Google Shape;1329;g3ecd9bc579e_0_4273"/>
          <p:cNvSpPr/>
          <p:nvPr/>
        </p:nvSpPr>
        <p:spPr>
          <a:xfrm>
            <a:off x="9072909" y="3127136"/>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30" name="Google Shape;1330;g3ecd9bc579e_0_4273"/>
          <p:cNvSpPr/>
          <p:nvPr/>
        </p:nvSpPr>
        <p:spPr>
          <a:xfrm>
            <a:off x="9219213" y="3044840"/>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b="0" i="0" lang="en-US" sz="1250" u="none" cap="none" strike="noStrike">
                <a:solidFill>
                  <a:schemeClr val="lt1"/>
                </a:solidFill>
                <a:latin typeface="Calibri"/>
                <a:ea typeface="Calibri"/>
                <a:cs typeface="Calibri"/>
                <a:sym typeface="Calibri"/>
              </a:rPr>
              <a:t>AI Security </a:t>
            </a:r>
            <a:r>
              <a:rPr lang="en-US" sz="1250">
                <a:solidFill>
                  <a:schemeClr val="lt1"/>
                </a:solidFill>
                <a:latin typeface="Calibri"/>
                <a:ea typeface="Calibri"/>
                <a:cs typeface="Calibri"/>
                <a:sym typeface="Calibri"/>
              </a:rPr>
              <a:t>advisory</a:t>
            </a:r>
            <a:r>
              <a:rPr b="0" i="0" lang="en-US" sz="1250" u="none" cap="none" strike="noStrike">
                <a:solidFill>
                  <a:schemeClr val="lt1"/>
                </a:solidFill>
                <a:latin typeface="Calibri"/>
                <a:ea typeface="Calibri"/>
                <a:cs typeface="Calibri"/>
                <a:sym typeface="Calibri"/>
              </a:rPr>
              <a:t> (DSPM/AI-SPM)</a:t>
            </a:r>
            <a:endParaRPr b="0" i="0" sz="1250" u="none" cap="none" strike="noStrike">
              <a:solidFill>
                <a:schemeClr val="lt1"/>
              </a:solidFill>
              <a:latin typeface="Calibri"/>
              <a:ea typeface="Calibri"/>
              <a:cs typeface="Calibri"/>
              <a:sym typeface="Calibri"/>
            </a:endParaRPr>
          </a:p>
        </p:txBody>
      </p:sp>
      <p:sp>
        <p:nvSpPr>
          <p:cNvPr id="1331" name="Google Shape;1331;g3ecd9bc579e_0_4273"/>
          <p:cNvSpPr/>
          <p:nvPr/>
        </p:nvSpPr>
        <p:spPr>
          <a:xfrm>
            <a:off x="9072909" y="3684920"/>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32" name="Google Shape;1332;g3ecd9bc579e_0_4273"/>
          <p:cNvSpPr/>
          <p:nvPr/>
        </p:nvSpPr>
        <p:spPr>
          <a:xfrm>
            <a:off x="9219213" y="3602624"/>
            <a:ext cx="22044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8EEE9"/>
              </a:buClr>
              <a:buSzPts val="950"/>
              <a:buFont typeface="Calibri"/>
              <a:buNone/>
            </a:pPr>
            <a:r>
              <a:rPr lang="en-US" sz="1250">
                <a:solidFill>
                  <a:schemeClr val="lt1"/>
                </a:solidFill>
                <a:latin typeface="Calibri"/>
                <a:ea typeface="Calibri"/>
                <a:cs typeface="Calibri"/>
                <a:sym typeface="Calibri"/>
              </a:rPr>
              <a:t>Cloud program strategic review</a:t>
            </a:r>
            <a:endParaRPr b="0" i="0" sz="1250" u="none" cap="none" strike="noStrike">
              <a:solidFill>
                <a:schemeClr val="lt1"/>
              </a:solidFill>
              <a:latin typeface="Calibri"/>
              <a:ea typeface="Calibri"/>
              <a:cs typeface="Calibri"/>
              <a:sym typeface="Calibri"/>
            </a:endParaRPr>
          </a:p>
        </p:txBody>
      </p:sp>
      <p:sp>
        <p:nvSpPr>
          <p:cNvPr id="1333" name="Google Shape;1333;g3ecd9bc579e_0_4273"/>
          <p:cNvSpPr/>
          <p:nvPr/>
        </p:nvSpPr>
        <p:spPr>
          <a:xfrm>
            <a:off x="9072909" y="4242704"/>
            <a:ext cx="63900" cy="63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1334" name="Google Shape;1334;g3ecd9bc579e_0_4273"/>
          <p:cNvSpPr/>
          <p:nvPr/>
        </p:nvSpPr>
        <p:spPr>
          <a:xfrm>
            <a:off x="9219213" y="4160408"/>
            <a:ext cx="2204400" cy="50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E8EEE9"/>
              </a:buClr>
              <a:buSzPts val="950"/>
              <a:buFont typeface="Calibri"/>
              <a:buNone/>
            </a:pPr>
            <a:r>
              <a:rPr lang="en-US" sz="1250">
                <a:solidFill>
                  <a:schemeClr val="lt1"/>
                </a:solidFill>
                <a:latin typeface="Calibri"/>
                <a:ea typeface="Calibri"/>
                <a:cs typeface="Calibri"/>
                <a:sym typeface="Calibri"/>
              </a:rPr>
              <a:t>Industry-specific posture review</a:t>
            </a:r>
            <a:endParaRPr sz="125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g3ecd9bc579e_0_4333"/>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300" u="none" cap="none" strike="noStrike">
                <a:solidFill>
                  <a:srgbClr val="00C176"/>
                </a:solidFill>
                <a:latin typeface="Arial"/>
                <a:ea typeface="Arial"/>
                <a:cs typeface="Arial"/>
                <a:sym typeface="Arial"/>
              </a:rPr>
              <a:t>CORTEX CLOUD / OFFERING DETAIL</a:t>
            </a:r>
            <a:endParaRPr b="0" i="0" sz="1300" u="none" cap="none" strike="noStrike">
              <a:solidFill>
                <a:schemeClr val="dk1"/>
              </a:solidFill>
              <a:latin typeface="Calibri"/>
              <a:ea typeface="Calibri"/>
              <a:cs typeface="Calibri"/>
              <a:sym typeface="Calibri"/>
            </a:endParaRPr>
          </a:p>
        </p:txBody>
      </p:sp>
      <p:sp>
        <p:nvSpPr>
          <p:cNvPr id="1340" name="Google Shape;1340;g3ecd9bc579e_0_4333"/>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000" u="none" cap="none" strike="noStrike">
                <a:solidFill>
                  <a:srgbClr val="FFFFFF"/>
                </a:solidFill>
                <a:latin typeface="Arial Black"/>
                <a:ea typeface="Arial Black"/>
                <a:cs typeface="Arial Black"/>
                <a:sym typeface="Arial Black"/>
              </a:rPr>
              <a:t>Cortex Cloud offering catalog</a:t>
            </a:r>
            <a:endParaRPr b="0" i="0" sz="3000" u="none" cap="none" strike="noStrike">
              <a:solidFill>
                <a:schemeClr val="dk1"/>
              </a:solidFill>
              <a:latin typeface="Calibri"/>
              <a:ea typeface="Calibri"/>
              <a:cs typeface="Calibri"/>
              <a:sym typeface="Calibri"/>
            </a:endParaRPr>
          </a:p>
        </p:txBody>
      </p:sp>
      <p:graphicFrame>
        <p:nvGraphicFramePr>
          <p:cNvPr id="1341" name="Google Shape;1341;g3ecd9bc579e_0_4333"/>
          <p:cNvGraphicFramePr/>
          <p:nvPr/>
        </p:nvGraphicFramePr>
        <p:xfrm>
          <a:off x="640080" y="1828800"/>
          <a:ext cx="3000000" cy="3000000"/>
        </p:xfrm>
        <a:graphic>
          <a:graphicData uri="http://schemas.openxmlformats.org/drawingml/2006/table">
            <a:tbl>
              <a:tblPr>
                <a:noFill/>
                <a:tableStyleId>{053031FF-F472-4A94-A796-D5D1445D7629}</a:tableStyleId>
              </a:tblPr>
              <a:tblGrid>
                <a:gridCol w="3017525"/>
                <a:gridCol w="7894025"/>
              </a:tblGrid>
              <a:tr h="139700">
                <a:tc>
                  <a:txBody>
                    <a:bodyPr/>
                    <a:lstStyle/>
                    <a:p>
                      <a:pPr indent="0" lvl="0" marL="0" marR="0" rtl="0" algn="l">
                        <a:lnSpc>
                          <a:spcPct val="100000"/>
                        </a:lnSpc>
                        <a:spcBef>
                          <a:spcPts val="0"/>
                        </a:spcBef>
                        <a:spcAft>
                          <a:spcPts val="0"/>
                        </a:spcAft>
                        <a:buClr>
                          <a:srgbClr val="0A0E0C"/>
                        </a:buClr>
                        <a:buSzPts val="1100"/>
                        <a:buFont typeface="Arial"/>
                        <a:buNone/>
                      </a:pPr>
                      <a:r>
                        <a:rPr b="1" lang="en-US" sz="1300" u="none" cap="none" strike="noStrike">
                          <a:solidFill>
                            <a:srgbClr val="0A0E0C"/>
                          </a:solidFill>
                          <a:latin typeface="Arial"/>
                          <a:ea typeface="Arial"/>
                          <a:cs typeface="Arial"/>
                          <a:sym typeface="Arial"/>
                        </a:rPr>
                        <a:t>OFFERING</a:t>
                      </a:r>
                      <a:r>
                        <a:rPr b="1" lang="en-US" sz="1300" u="none" cap="none" strike="noStrike">
                          <a:solidFill>
                            <a:srgbClr val="0A0E0C"/>
                          </a:solidFill>
                        </a:rPr>
                        <a:t>/</a:t>
                      </a:r>
                      <a:r>
                        <a:rPr b="1" lang="en-US" sz="1300" u="none" cap="none" strike="noStrike">
                          <a:solidFill>
                            <a:srgbClr val="0A0E0C"/>
                          </a:solidFill>
                          <a:latin typeface="Arial"/>
                          <a:ea typeface="Arial"/>
                          <a:cs typeface="Arial"/>
                          <a:sym typeface="Arial"/>
                        </a:rPr>
                        <a:t>MOTION</a:t>
                      </a:r>
                      <a:endParaRPr sz="130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00C176"/>
                    </a:solidFill>
                  </a:tcPr>
                </a:tc>
                <a:tc>
                  <a:txBody>
                    <a:bodyPr/>
                    <a:lstStyle/>
                    <a:p>
                      <a:pPr indent="0" lvl="0" marL="0" marR="0" rtl="0" algn="l">
                        <a:lnSpc>
                          <a:spcPct val="100000"/>
                        </a:lnSpc>
                        <a:spcBef>
                          <a:spcPts val="0"/>
                        </a:spcBef>
                        <a:spcAft>
                          <a:spcPts val="0"/>
                        </a:spcAft>
                        <a:buClr>
                          <a:srgbClr val="0A0E0C"/>
                        </a:buClr>
                        <a:buSzPts val="1100"/>
                        <a:buFont typeface="Arial"/>
                        <a:buNone/>
                      </a:pPr>
                      <a:r>
                        <a:rPr b="1" lang="en-US" sz="1300" u="none" cap="none" strike="noStrike">
                          <a:solidFill>
                            <a:srgbClr val="0A0E0C"/>
                          </a:solidFill>
                          <a:latin typeface="Arial"/>
                          <a:ea typeface="Arial"/>
                          <a:cs typeface="Arial"/>
                          <a:sym typeface="Arial"/>
                        </a:rPr>
                        <a:t>DESCRIPTION</a:t>
                      </a:r>
                      <a:endParaRPr sz="130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00C176"/>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Managed Cloud Security</a:t>
                      </a:r>
                      <a:endParaRPr b="1" sz="1250" u="none" cap="none" strike="noStrike">
                        <a:solidFill>
                          <a:srgbClr val="FFFFFF"/>
                        </a:solidFill>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Comprehensive threat management across major CSPs and hybrid cloud. Continuous monitoring, detection, and response delivering end-to-end protection through a single pane of glass.</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MSSP Multi-Tenant Service</a:t>
                      </a:r>
                      <a:endParaRPr b="1" sz="1250" u="none" cap="none" strike="noStrike">
                        <a:solidFill>
                          <a:srgbClr val="FFFFFF"/>
                        </a:solidFill>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Operationalized multi-tenant Cortex Cloud for managed providers: tenant architecture, onboarding workflows, posture and compliance tiers mapped to deployment SKUs.</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Cloud Security</a:t>
                      </a:r>
                      <a:endParaRPr sz="1250">
                        <a:solidFill>
                          <a:schemeClr val="dk1"/>
                        </a:solidFill>
                      </a:endParaRPr>
                    </a:p>
                    <a:p>
                      <a:pPr indent="0" lvl="0" marL="0" rtl="0" algn="l">
                        <a:spcBef>
                          <a:spcPts val="0"/>
                        </a:spcBef>
                        <a:spcAft>
                          <a:spcPts val="0"/>
                        </a:spcAft>
                        <a:buClr>
                          <a:schemeClr val="lt1"/>
                        </a:buClr>
                        <a:buSzPts val="1050"/>
                        <a:buFont typeface="Arial"/>
                        <a:buNone/>
                      </a:pPr>
                      <a:r>
                        <a:rPr b="1" lang="en-US" sz="1250">
                          <a:solidFill>
                            <a:schemeClr val="lt1"/>
                          </a:solidFill>
                        </a:rPr>
                        <a:t>Consulting &amp; Implementation</a:t>
                      </a:r>
                      <a:endParaRPr b="1" sz="1250">
                        <a:solidFill>
                          <a:srgbClr val="FFFFFF"/>
                        </a:solidFil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Secure development framework with automation, integrating security into the cloud DevOps lifecycle. Reduces operational cost, accelerates time to market, and minimizes risk.</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Embedded CNAPP</a:t>
                      </a:r>
                      <a:endParaRPr b="1" sz="1250" u="none" cap="none" strike="noStrike">
                        <a:solidFill>
                          <a:srgbClr val="FFFFFF"/>
                        </a:solidFill>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CNAPP embedded into all cloud transformation projects, providing secure application transformation with continuous posture, identity, and runtime security built in.</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marR="0" rtl="0" algn="l">
                        <a:lnSpc>
                          <a:spcPct val="100000"/>
                        </a:lnSpc>
                        <a:spcBef>
                          <a:spcPts val="0"/>
                        </a:spcBef>
                        <a:spcAft>
                          <a:spcPts val="0"/>
                        </a:spcAft>
                        <a:buClr>
                          <a:srgbClr val="FFFFFF"/>
                        </a:buClr>
                        <a:buSzPts val="1050"/>
                        <a:buFont typeface="Arial"/>
                        <a:buNone/>
                      </a:pPr>
                      <a:r>
                        <a:rPr b="1" lang="en-US" sz="1250" u="none" cap="none" strike="noStrike">
                          <a:solidFill>
                            <a:srgbClr val="FFFFFF"/>
                          </a:solidFill>
                          <a:latin typeface="Arial"/>
                          <a:ea typeface="Arial"/>
                          <a:cs typeface="Arial"/>
                          <a:sym typeface="Arial"/>
                        </a:rPr>
                        <a:t>Cloud Security </a:t>
                      </a:r>
                      <a:r>
                        <a:rPr b="1" lang="en-US" sz="1250">
                          <a:solidFill>
                            <a:srgbClr val="FFFFFF"/>
                          </a:solidFill>
                        </a:rPr>
                        <a:t>Advisory</a:t>
                      </a:r>
                      <a:endParaRPr sz="125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marR="0" rtl="0" algn="l">
                        <a:lnSpc>
                          <a:spcPct val="100000"/>
                        </a:lnSpc>
                        <a:spcBef>
                          <a:spcPts val="0"/>
                        </a:spcBef>
                        <a:spcAft>
                          <a:spcPts val="0"/>
                        </a:spcAft>
                        <a:buClr>
                          <a:srgbClr val="C5CFC6"/>
                        </a:buClr>
                        <a:buSzPts val="1000"/>
                        <a:buFont typeface="Calibri"/>
                        <a:buNone/>
                      </a:pPr>
                      <a:r>
                        <a:rPr lang="en-US" sz="1200" u="none" cap="none" strike="noStrike">
                          <a:solidFill>
                            <a:schemeClr val="lt2"/>
                          </a:solidFill>
                          <a:latin typeface="Calibri"/>
                          <a:ea typeface="Calibri"/>
                          <a:cs typeface="Calibri"/>
                          <a:sym typeface="Calibri"/>
                        </a:rPr>
                        <a:t>Accelerated 7-10 day in-depth evaluation of cloud security posture across multi-cloud environments. Compliance and regulatory reporting with actionable insights to strengthen controls and reduce risk.</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marR="0" rtl="0" algn="l">
                        <a:lnSpc>
                          <a:spcPct val="100000"/>
                        </a:lnSpc>
                        <a:spcBef>
                          <a:spcPts val="0"/>
                        </a:spcBef>
                        <a:spcAft>
                          <a:spcPts val="0"/>
                        </a:spcAft>
                        <a:buClr>
                          <a:srgbClr val="FFFFFF"/>
                        </a:buClr>
                        <a:buSzPts val="1050"/>
                        <a:buFont typeface="Arial"/>
                        <a:buNone/>
                      </a:pPr>
                      <a:r>
                        <a:rPr b="1" lang="en-US" sz="1250" u="none" cap="none" strike="noStrike">
                          <a:solidFill>
                            <a:srgbClr val="FFFFFF"/>
                          </a:solidFill>
                          <a:latin typeface="Arial"/>
                          <a:ea typeface="Arial"/>
                          <a:cs typeface="Arial"/>
                          <a:sym typeface="Arial"/>
                        </a:rPr>
                        <a:t>AI Security </a:t>
                      </a:r>
                      <a:r>
                        <a:rPr b="1" lang="en-US" sz="1250">
                          <a:solidFill>
                            <a:srgbClr val="FFFFFF"/>
                          </a:solidFill>
                        </a:rPr>
                        <a:t>Advisory</a:t>
                      </a:r>
                      <a:endParaRPr sz="125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51D14"/>
                    </a:solidFill>
                  </a:tcPr>
                </a:tc>
                <a:tc>
                  <a:txBody>
                    <a:bodyPr/>
                    <a:lstStyle/>
                    <a:p>
                      <a:pPr indent="0" lvl="0" marL="0" marR="0" rtl="0" algn="l">
                        <a:lnSpc>
                          <a:spcPct val="100000"/>
                        </a:lnSpc>
                        <a:spcBef>
                          <a:spcPts val="0"/>
                        </a:spcBef>
                        <a:spcAft>
                          <a:spcPts val="0"/>
                        </a:spcAft>
                        <a:buClr>
                          <a:srgbClr val="C5CFC6"/>
                        </a:buClr>
                        <a:buSzPts val="1000"/>
                        <a:buFont typeface="Calibri"/>
                        <a:buNone/>
                      </a:pPr>
                      <a:r>
                        <a:rPr lang="en-US" sz="1200" u="none" cap="none" strike="noStrike">
                          <a:solidFill>
                            <a:schemeClr val="lt2"/>
                          </a:solidFill>
                          <a:latin typeface="Calibri"/>
                          <a:ea typeface="Calibri"/>
                          <a:cs typeface="Calibri"/>
                          <a:sym typeface="Calibri"/>
                        </a:rPr>
                        <a:t>Leverages DSPM and AI-SPM to evaluate the posture of AI workloads across multi-cloud, identifying vulnerabilities and rogue AI deployments to mitigate AI-specific risk.</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51D14"/>
                    </a:solidFill>
                  </a:tcPr>
                </a:tc>
              </a:tr>
            </a:tbl>
          </a:graphicData>
        </a:graphic>
      </p:graphicFrame>
      <p:sp>
        <p:nvSpPr>
          <p:cNvPr id="1342" name="Google Shape;1342;g3ecd9bc579e_0_4333"/>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chemeClr val="accent1"/>
                </a:solidFill>
                <a:latin typeface="Arial"/>
                <a:ea typeface="Arial"/>
                <a:cs typeface="Arial"/>
                <a:sym typeface="Arial"/>
              </a:rPr>
              <a:t>PALO ALTO NETWORKS</a:t>
            </a:r>
            <a:endParaRPr b="1" i="0" sz="1000" u="none" cap="none" strike="noStrike">
              <a:solidFill>
                <a:schemeClr val="accen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g3ecd9bc579e_0_4336"/>
          <p:cNvSpPr/>
          <p:nvPr/>
        </p:nvSpPr>
        <p:spPr>
          <a:xfrm>
            <a:off x="640080" y="1554480"/>
            <a:ext cx="3657600" cy="128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3D2A"/>
              </a:buClr>
              <a:buSzPts val="9000"/>
              <a:buFont typeface="Arial Black"/>
              <a:buNone/>
            </a:pPr>
            <a:r>
              <a:rPr b="1" i="0" lang="en-US" sz="9000" u="none" cap="none" strike="noStrike">
                <a:solidFill>
                  <a:srgbClr val="0E3D2A"/>
                </a:solidFill>
                <a:latin typeface="Arial Black"/>
                <a:ea typeface="Arial Black"/>
                <a:cs typeface="Arial Black"/>
                <a:sym typeface="Arial Black"/>
              </a:rPr>
              <a:t>03</a:t>
            </a:r>
            <a:endParaRPr b="0" i="0" sz="9000" u="none" cap="none" strike="noStrike">
              <a:solidFill>
                <a:schemeClr val="dk1"/>
              </a:solidFill>
              <a:latin typeface="Calibri"/>
              <a:ea typeface="Calibri"/>
              <a:cs typeface="Calibri"/>
              <a:sym typeface="Calibri"/>
            </a:endParaRPr>
          </a:p>
        </p:txBody>
      </p:sp>
      <p:sp>
        <p:nvSpPr>
          <p:cNvPr id="1348" name="Google Shape;1348;g3ecd9bc579e_0_4336"/>
          <p:cNvSpPr/>
          <p:nvPr/>
        </p:nvSpPr>
        <p:spPr>
          <a:xfrm>
            <a:off x="640080" y="2971800"/>
            <a:ext cx="7315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400"/>
              <a:buFont typeface="Arial"/>
              <a:buNone/>
            </a:pPr>
            <a:r>
              <a:rPr b="1" i="0" lang="en-US" sz="1500" u="none" cap="none" strike="noStrike">
                <a:solidFill>
                  <a:srgbClr val="00C176"/>
                </a:solidFill>
                <a:latin typeface="Arial"/>
                <a:ea typeface="Arial"/>
                <a:cs typeface="Arial"/>
                <a:sym typeface="Arial"/>
              </a:rPr>
              <a:t>AGENTIC ENDPOINT SECURITY</a:t>
            </a:r>
            <a:endParaRPr b="0" i="0" sz="1500" u="none" cap="none" strike="noStrike">
              <a:solidFill>
                <a:schemeClr val="dk1"/>
              </a:solidFill>
              <a:latin typeface="Calibri"/>
              <a:ea typeface="Calibri"/>
              <a:cs typeface="Calibri"/>
              <a:sym typeface="Calibri"/>
            </a:endParaRPr>
          </a:p>
        </p:txBody>
      </p:sp>
      <p:sp>
        <p:nvSpPr>
          <p:cNvPr id="1349" name="Google Shape;1349;g3ecd9bc579e_0_4336"/>
          <p:cNvSpPr/>
          <p:nvPr/>
        </p:nvSpPr>
        <p:spPr>
          <a:xfrm>
            <a:off x="640080" y="3337560"/>
            <a:ext cx="8229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Arial Black"/>
              <a:buNone/>
            </a:pPr>
            <a:r>
              <a:rPr b="1" i="0" lang="en-US" sz="4500" u="none" cap="none" strike="noStrike">
                <a:solidFill>
                  <a:srgbClr val="FFFFFF"/>
                </a:solidFill>
                <a:latin typeface="Arial Black"/>
                <a:ea typeface="Arial Black"/>
                <a:cs typeface="Arial Black"/>
                <a:sym typeface="Arial Black"/>
              </a:rPr>
              <a:t>Cortex AES</a:t>
            </a:r>
            <a:endParaRPr b="0" i="0" sz="4500" u="none" cap="none" strike="noStrike">
              <a:solidFill>
                <a:schemeClr val="dk1"/>
              </a:solidFill>
              <a:latin typeface="Calibri"/>
              <a:ea typeface="Calibri"/>
              <a:cs typeface="Calibri"/>
              <a:sym typeface="Calibri"/>
            </a:endParaRPr>
          </a:p>
        </p:txBody>
      </p:sp>
      <p:sp>
        <p:nvSpPr>
          <p:cNvPr id="1350" name="Google Shape;1350;g3ecd9bc579e_0_4336"/>
          <p:cNvSpPr/>
          <p:nvPr/>
        </p:nvSpPr>
        <p:spPr>
          <a:xfrm>
            <a:off x="640080" y="4343400"/>
            <a:ext cx="7772400" cy="731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5CFC6"/>
              </a:buClr>
              <a:buSzPts val="1500"/>
              <a:buFont typeface="Calibri"/>
              <a:buNone/>
            </a:pPr>
            <a:r>
              <a:rPr b="0" i="0" lang="en-US" sz="1600" u="none" cap="none" strike="noStrike">
                <a:solidFill>
                  <a:schemeClr val="lt1"/>
                </a:solidFill>
                <a:latin typeface="Calibri"/>
                <a:ea typeface="Calibri"/>
                <a:cs typeface="Calibri"/>
                <a:sym typeface="Calibri"/>
              </a:rPr>
              <a:t>Net-new from the Koi acquisition. Discovers, governs, and secures the agentic software supply chain on the endpoint - the blind spot EDR cannot see. The first-mover partner surface for Agentic Software Supply Chain Security (ASCS).</a:t>
            </a:r>
            <a:endParaRPr b="0" i="0" sz="1600" u="none" cap="none" strike="noStrike">
              <a:solidFill>
                <a:schemeClr val="lt1"/>
              </a:solidFill>
              <a:latin typeface="Calibri"/>
              <a:ea typeface="Calibri"/>
              <a:cs typeface="Calibri"/>
              <a:sym typeface="Calibri"/>
            </a:endParaRPr>
          </a:p>
        </p:txBody>
      </p:sp>
      <p:pic>
        <p:nvPicPr>
          <p:cNvPr descr="preencoded.png" id="1351" name="Google Shape;1351;g3ecd9bc579e_0_4336"/>
          <p:cNvPicPr preferRelativeResize="0"/>
          <p:nvPr/>
        </p:nvPicPr>
        <p:blipFill rotWithShape="1">
          <a:blip r:embed="rId3">
            <a:alphaModFix/>
          </a:blip>
          <a:srcRect b="0" l="0" r="0" t="0"/>
          <a:stretch/>
        </p:blipFill>
        <p:spPr>
          <a:xfrm>
            <a:off x="9082735" y="2194560"/>
            <a:ext cx="2103120" cy="21031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g3ecd9bc579e_0_4401"/>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300" u="none" cap="none" strike="noStrike">
                <a:solidFill>
                  <a:srgbClr val="00C176"/>
                </a:solidFill>
                <a:latin typeface="Arial"/>
                <a:ea typeface="Arial"/>
                <a:cs typeface="Arial"/>
                <a:sym typeface="Arial"/>
              </a:rPr>
              <a:t>CORTEX AES/AGENTIC SOFTWARE SUPPLY CHAIN SECURITY</a:t>
            </a:r>
            <a:endParaRPr b="0" i="0" sz="1300" u="none" cap="none" strike="noStrike">
              <a:solidFill>
                <a:schemeClr val="dk1"/>
              </a:solidFill>
              <a:latin typeface="Calibri"/>
              <a:ea typeface="Calibri"/>
              <a:cs typeface="Calibri"/>
              <a:sym typeface="Calibri"/>
            </a:endParaRPr>
          </a:p>
        </p:txBody>
      </p:sp>
      <p:sp>
        <p:nvSpPr>
          <p:cNvPr id="1357" name="Google Shape;1357;g3ecd9bc579e_0_4401"/>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000" u="none" cap="none" strike="noStrike">
                <a:solidFill>
                  <a:srgbClr val="FFFFFF"/>
                </a:solidFill>
                <a:latin typeface="Arial Black"/>
                <a:ea typeface="Arial Black"/>
                <a:cs typeface="Arial Black"/>
                <a:sym typeface="Arial Black"/>
              </a:rPr>
              <a:t>Five pillars. One agentic supply chain.</a:t>
            </a:r>
            <a:endParaRPr b="0" i="0" sz="3000" u="none" cap="none" strike="noStrike">
              <a:solidFill>
                <a:schemeClr val="dk1"/>
              </a:solidFill>
              <a:latin typeface="Calibri"/>
              <a:ea typeface="Calibri"/>
              <a:cs typeface="Calibri"/>
              <a:sym typeface="Calibri"/>
            </a:endParaRPr>
          </a:p>
        </p:txBody>
      </p:sp>
      <p:sp>
        <p:nvSpPr>
          <p:cNvPr id="1358" name="Google Shape;1358;g3ecd9bc579e_0_4401"/>
          <p:cNvSpPr/>
          <p:nvPr/>
        </p:nvSpPr>
        <p:spPr>
          <a:xfrm>
            <a:off x="640080" y="1828800"/>
            <a:ext cx="10881300" cy="6402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C5CFC6"/>
              </a:buClr>
              <a:buSzPts val="1250"/>
              <a:buFont typeface="Calibri"/>
              <a:buNone/>
            </a:pPr>
            <a:r>
              <a:rPr b="0" i="0" lang="en-US" sz="1450" u="none" cap="none" strike="noStrike">
                <a:solidFill>
                  <a:schemeClr val="lt2"/>
                </a:solidFill>
                <a:latin typeface="Calibri"/>
                <a:ea typeface="Calibri"/>
                <a:cs typeface="Calibri"/>
                <a:sym typeface="Calibri"/>
              </a:rPr>
              <a:t>As organizations adopt agentic AI tools, a new unmanaged attack surface emerges: the agentic endpoint. Extensions, MCP servers, packages, and AI agents run inside other processes, invisible to standard EDR. AES is the AI-native control plane that governs them.</a:t>
            </a:r>
            <a:endParaRPr b="0" i="0" sz="1450" u="none" cap="none" strike="noStrike">
              <a:solidFill>
                <a:schemeClr val="lt2"/>
              </a:solidFill>
              <a:latin typeface="Calibri"/>
              <a:ea typeface="Calibri"/>
              <a:cs typeface="Calibri"/>
              <a:sym typeface="Calibri"/>
            </a:endParaRPr>
          </a:p>
        </p:txBody>
      </p:sp>
      <p:sp>
        <p:nvSpPr>
          <p:cNvPr id="1359" name="Google Shape;1359;g3ecd9bc579e_0_4401"/>
          <p:cNvSpPr/>
          <p:nvPr/>
        </p:nvSpPr>
        <p:spPr>
          <a:xfrm>
            <a:off x="640080" y="2697480"/>
            <a:ext cx="2084700" cy="26061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g3ecd9bc579e_0_4401"/>
          <p:cNvSpPr/>
          <p:nvPr/>
        </p:nvSpPr>
        <p:spPr>
          <a:xfrm>
            <a:off x="640080" y="2697480"/>
            <a:ext cx="20847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61" name="Google Shape;1361;g3ecd9bc579e_0_4401"/>
          <p:cNvPicPr preferRelativeResize="0"/>
          <p:nvPr/>
        </p:nvPicPr>
        <p:blipFill rotWithShape="1">
          <a:blip r:embed="rId3">
            <a:alphaModFix/>
          </a:blip>
          <a:srcRect b="0" l="0" r="0" t="0"/>
          <a:stretch/>
        </p:blipFill>
        <p:spPr>
          <a:xfrm>
            <a:off x="896112" y="2971800"/>
            <a:ext cx="457200" cy="457200"/>
          </a:xfrm>
          <a:prstGeom prst="rect">
            <a:avLst/>
          </a:prstGeom>
          <a:noFill/>
          <a:ln>
            <a:noFill/>
          </a:ln>
        </p:spPr>
      </p:pic>
      <p:sp>
        <p:nvSpPr>
          <p:cNvPr id="1362" name="Google Shape;1362;g3ecd9bc579e_0_4401"/>
          <p:cNvSpPr/>
          <p:nvPr/>
        </p:nvSpPr>
        <p:spPr>
          <a:xfrm>
            <a:off x="896112" y="3538728"/>
            <a:ext cx="16275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Black"/>
              <a:buNone/>
            </a:pPr>
            <a:r>
              <a:rPr b="1" i="0" lang="en-US" sz="1700" u="none" cap="none" strike="noStrike">
                <a:solidFill>
                  <a:srgbClr val="FFFFFF"/>
                </a:solidFill>
                <a:latin typeface="Arial Black"/>
                <a:ea typeface="Arial Black"/>
                <a:cs typeface="Arial Black"/>
                <a:sym typeface="Arial Black"/>
              </a:rPr>
              <a:t>Discover</a:t>
            </a:r>
            <a:endParaRPr b="0" i="0" sz="1700" u="none" cap="none" strike="noStrike">
              <a:solidFill>
                <a:schemeClr val="dk1"/>
              </a:solidFill>
              <a:latin typeface="Calibri"/>
              <a:ea typeface="Calibri"/>
              <a:cs typeface="Calibri"/>
              <a:sym typeface="Calibri"/>
            </a:endParaRPr>
          </a:p>
        </p:txBody>
      </p:sp>
      <p:sp>
        <p:nvSpPr>
          <p:cNvPr id="1363" name="Google Shape;1363;g3ecd9bc579e_0_4401"/>
          <p:cNvSpPr/>
          <p:nvPr/>
        </p:nvSpPr>
        <p:spPr>
          <a:xfrm>
            <a:off x="896112" y="3959352"/>
            <a:ext cx="1609200" cy="11886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C5CFC6"/>
              </a:buClr>
              <a:buSzPts val="1000"/>
              <a:buFont typeface="Calibri"/>
              <a:buNone/>
            </a:pPr>
            <a:r>
              <a:rPr b="0" i="0" lang="en-US" sz="1300" u="none" cap="none" strike="noStrike">
                <a:solidFill>
                  <a:schemeClr val="lt2"/>
                </a:solidFill>
                <a:latin typeface="Calibri"/>
                <a:ea typeface="Calibri"/>
                <a:cs typeface="Calibri"/>
                <a:sym typeface="Calibri"/>
              </a:rPr>
              <a:t>Find every extension, MCP server, package, and AI agent across the endpoint fleet.</a:t>
            </a:r>
            <a:endParaRPr b="0" i="0" sz="1300" u="none" cap="none" strike="noStrike">
              <a:solidFill>
                <a:schemeClr val="lt2"/>
              </a:solidFill>
              <a:latin typeface="Calibri"/>
              <a:ea typeface="Calibri"/>
              <a:cs typeface="Calibri"/>
              <a:sym typeface="Calibri"/>
            </a:endParaRPr>
          </a:p>
        </p:txBody>
      </p:sp>
      <p:sp>
        <p:nvSpPr>
          <p:cNvPr id="1364" name="Google Shape;1364;g3ecd9bc579e_0_4401"/>
          <p:cNvSpPr/>
          <p:nvPr/>
        </p:nvSpPr>
        <p:spPr>
          <a:xfrm>
            <a:off x="2843784" y="2697480"/>
            <a:ext cx="2084700" cy="26061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g3ecd9bc579e_0_4401"/>
          <p:cNvSpPr/>
          <p:nvPr/>
        </p:nvSpPr>
        <p:spPr>
          <a:xfrm>
            <a:off x="2843784" y="2697480"/>
            <a:ext cx="20847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66" name="Google Shape;1366;g3ecd9bc579e_0_4401"/>
          <p:cNvPicPr preferRelativeResize="0"/>
          <p:nvPr/>
        </p:nvPicPr>
        <p:blipFill rotWithShape="1">
          <a:blip r:embed="rId4">
            <a:alphaModFix/>
          </a:blip>
          <a:srcRect b="0" l="0" r="0" t="0"/>
          <a:stretch/>
        </p:blipFill>
        <p:spPr>
          <a:xfrm>
            <a:off x="3099816" y="2971800"/>
            <a:ext cx="457200" cy="457200"/>
          </a:xfrm>
          <a:prstGeom prst="rect">
            <a:avLst/>
          </a:prstGeom>
          <a:noFill/>
          <a:ln>
            <a:noFill/>
          </a:ln>
        </p:spPr>
      </p:pic>
      <p:sp>
        <p:nvSpPr>
          <p:cNvPr id="1367" name="Google Shape;1367;g3ecd9bc579e_0_4401"/>
          <p:cNvSpPr/>
          <p:nvPr/>
        </p:nvSpPr>
        <p:spPr>
          <a:xfrm>
            <a:off x="3099816" y="3538728"/>
            <a:ext cx="16275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Black"/>
              <a:buNone/>
            </a:pPr>
            <a:r>
              <a:rPr b="1" i="0" lang="en-US" sz="1700" u="none" cap="none" strike="noStrike">
                <a:solidFill>
                  <a:srgbClr val="FFFFFF"/>
                </a:solidFill>
                <a:latin typeface="Arial Black"/>
                <a:ea typeface="Arial Black"/>
                <a:cs typeface="Arial Black"/>
                <a:sym typeface="Arial Black"/>
              </a:rPr>
              <a:t>Scan</a:t>
            </a:r>
            <a:endParaRPr b="0" i="0" sz="1700" u="none" cap="none" strike="noStrike">
              <a:solidFill>
                <a:schemeClr val="dk1"/>
              </a:solidFill>
              <a:latin typeface="Calibri"/>
              <a:ea typeface="Calibri"/>
              <a:cs typeface="Calibri"/>
              <a:sym typeface="Calibri"/>
            </a:endParaRPr>
          </a:p>
        </p:txBody>
      </p:sp>
      <p:sp>
        <p:nvSpPr>
          <p:cNvPr id="1368" name="Google Shape;1368;g3ecd9bc579e_0_4401"/>
          <p:cNvSpPr/>
          <p:nvPr/>
        </p:nvSpPr>
        <p:spPr>
          <a:xfrm>
            <a:off x="3099816" y="3959352"/>
            <a:ext cx="1609200" cy="11886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C5CFC6"/>
              </a:buClr>
              <a:buSzPts val="1000"/>
              <a:buFont typeface="Calibri"/>
              <a:buNone/>
            </a:pPr>
            <a:r>
              <a:rPr b="0" i="0" lang="en-US" sz="1300" u="none" cap="none" strike="noStrike">
                <a:solidFill>
                  <a:schemeClr val="lt2"/>
                </a:solidFill>
                <a:latin typeface="Calibri"/>
                <a:ea typeface="Calibri"/>
                <a:cs typeface="Calibri"/>
                <a:sym typeface="Calibri"/>
              </a:rPr>
              <a:t>Risk-score each component for vulnerabilities, behavior, and reputation in real time.</a:t>
            </a:r>
            <a:endParaRPr b="0" i="0" sz="1300" u="none" cap="none" strike="noStrike">
              <a:solidFill>
                <a:schemeClr val="lt2"/>
              </a:solidFill>
              <a:latin typeface="Calibri"/>
              <a:ea typeface="Calibri"/>
              <a:cs typeface="Calibri"/>
              <a:sym typeface="Calibri"/>
            </a:endParaRPr>
          </a:p>
        </p:txBody>
      </p:sp>
      <p:sp>
        <p:nvSpPr>
          <p:cNvPr id="1369" name="Google Shape;1369;g3ecd9bc579e_0_4401"/>
          <p:cNvSpPr/>
          <p:nvPr/>
        </p:nvSpPr>
        <p:spPr>
          <a:xfrm>
            <a:off x="5047488" y="2697480"/>
            <a:ext cx="2084700" cy="26061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g3ecd9bc579e_0_4401"/>
          <p:cNvSpPr/>
          <p:nvPr/>
        </p:nvSpPr>
        <p:spPr>
          <a:xfrm>
            <a:off x="5047488" y="2697480"/>
            <a:ext cx="20847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71" name="Google Shape;1371;g3ecd9bc579e_0_4401"/>
          <p:cNvPicPr preferRelativeResize="0"/>
          <p:nvPr/>
        </p:nvPicPr>
        <p:blipFill rotWithShape="1">
          <a:blip r:embed="rId5">
            <a:alphaModFix/>
          </a:blip>
          <a:srcRect b="0" l="0" r="0" t="0"/>
          <a:stretch/>
        </p:blipFill>
        <p:spPr>
          <a:xfrm>
            <a:off x="5303520" y="2971800"/>
            <a:ext cx="457200" cy="457200"/>
          </a:xfrm>
          <a:prstGeom prst="rect">
            <a:avLst/>
          </a:prstGeom>
          <a:noFill/>
          <a:ln>
            <a:noFill/>
          </a:ln>
        </p:spPr>
      </p:pic>
      <p:sp>
        <p:nvSpPr>
          <p:cNvPr id="1372" name="Google Shape;1372;g3ecd9bc579e_0_4401"/>
          <p:cNvSpPr/>
          <p:nvPr/>
        </p:nvSpPr>
        <p:spPr>
          <a:xfrm>
            <a:off x="5303520" y="3538728"/>
            <a:ext cx="16275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Black"/>
              <a:buNone/>
            </a:pPr>
            <a:r>
              <a:rPr b="1" i="0" lang="en-US" sz="1700" u="none" cap="none" strike="noStrike">
                <a:solidFill>
                  <a:srgbClr val="FFFFFF"/>
                </a:solidFill>
                <a:latin typeface="Arial Black"/>
                <a:ea typeface="Arial Black"/>
                <a:cs typeface="Arial Black"/>
                <a:sym typeface="Arial Black"/>
              </a:rPr>
              <a:t>Govern</a:t>
            </a:r>
            <a:endParaRPr b="0" i="0" sz="1700" u="none" cap="none" strike="noStrike">
              <a:solidFill>
                <a:schemeClr val="dk1"/>
              </a:solidFill>
              <a:latin typeface="Calibri"/>
              <a:ea typeface="Calibri"/>
              <a:cs typeface="Calibri"/>
              <a:sym typeface="Calibri"/>
            </a:endParaRPr>
          </a:p>
        </p:txBody>
      </p:sp>
      <p:sp>
        <p:nvSpPr>
          <p:cNvPr id="1373" name="Google Shape;1373;g3ecd9bc579e_0_4401"/>
          <p:cNvSpPr/>
          <p:nvPr/>
        </p:nvSpPr>
        <p:spPr>
          <a:xfrm>
            <a:off x="5303520" y="3959352"/>
            <a:ext cx="1609200" cy="11886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C5CFC6"/>
              </a:buClr>
              <a:buSzPts val="1000"/>
              <a:buFont typeface="Calibri"/>
              <a:buNone/>
            </a:pPr>
            <a:r>
              <a:rPr b="0" i="0" lang="en-US" sz="1300" u="none" cap="none" strike="noStrike">
                <a:solidFill>
                  <a:schemeClr val="lt2"/>
                </a:solidFill>
                <a:latin typeface="Calibri"/>
                <a:ea typeface="Calibri"/>
                <a:cs typeface="Calibri"/>
                <a:sym typeface="Calibri"/>
              </a:rPr>
              <a:t>Enforce policy. Block or allow based on risk, with one-action fleet-wide control.</a:t>
            </a:r>
            <a:endParaRPr b="0" i="0" sz="1300" u="none" cap="none" strike="noStrike">
              <a:solidFill>
                <a:schemeClr val="lt2"/>
              </a:solidFill>
              <a:latin typeface="Calibri"/>
              <a:ea typeface="Calibri"/>
              <a:cs typeface="Calibri"/>
              <a:sym typeface="Calibri"/>
            </a:endParaRPr>
          </a:p>
        </p:txBody>
      </p:sp>
      <p:sp>
        <p:nvSpPr>
          <p:cNvPr id="1374" name="Google Shape;1374;g3ecd9bc579e_0_4401"/>
          <p:cNvSpPr/>
          <p:nvPr/>
        </p:nvSpPr>
        <p:spPr>
          <a:xfrm>
            <a:off x="7251192" y="2697480"/>
            <a:ext cx="2084700" cy="26061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g3ecd9bc579e_0_4401"/>
          <p:cNvSpPr/>
          <p:nvPr/>
        </p:nvSpPr>
        <p:spPr>
          <a:xfrm>
            <a:off x="7251192" y="2697480"/>
            <a:ext cx="20847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76" name="Google Shape;1376;g3ecd9bc579e_0_4401"/>
          <p:cNvPicPr preferRelativeResize="0"/>
          <p:nvPr/>
        </p:nvPicPr>
        <p:blipFill rotWithShape="1">
          <a:blip r:embed="rId6">
            <a:alphaModFix/>
          </a:blip>
          <a:srcRect b="0" l="0" r="0" t="0"/>
          <a:stretch/>
        </p:blipFill>
        <p:spPr>
          <a:xfrm>
            <a:off x="7507224" y="2971800"/>
            <a:ext cx="457200" cy="457200"/>
          </a:xfrm>
          <a:prstGeom prst="rect">
            <a:avLst/>
          </a:prstGeom>
          <a:noFill/>
          <a:ln>
            <a:noFill/>
          </a:ln>
        </p:spPr>
      </p:pic>
      <p:sp>
        <p:nvSpPr>
          <p:cNvPr id="1377" name="Google Shape;1377;g3ecd9bc579e_0_4401"/>
          <p:cNvSpPr/>
          <p:nvPr/>
        </p:nvSpPr>
        <p:spPr>
          <a:xfrm>
            <a:off x="7507224" y="3538728"/>
            <a:ext cx="16275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Black"/>
              <a:buNone/>
            </a:pPr>
            <a:r>
              <a:rPr b="1" i="0" lang="en-US" sz="1700" u="none" cap="none" strike="noStrike">
                <a:solidFill>
                  <a:srgbClr val="FFFFFF"/>
                </a:solidFill>
                <a:latin typeface="Arial Black"/>
                <a:ea typeface="Arial Black"/>
                <a:cs typeface="Arial Black"/>
                <a:sym typeface="Arial Black"/>
              </a:rPr>
              <a:t>Manage</a:t>
            </a:r>
            <a:endParaRPr b="0" i="0" sz="1700" u="none" cap="none" strike="noStrike">
              <a:solidFill>
                <a:schemeClr val="dk1"/>
              </a:solidFill>
              <a:latin typeface="Calibri"/>
              <a:ea typeface="Calibri"/>
              <a:cs typeface="Calibri"/>
              <a:sym typeface="Calibri"/>
            </a:endParaRPr>
          </a:p>
        </p:txBody>
      </p:sp>
      <p:sp>
        <p:nvSpPr>
          <p:cNvPr id="1378" name="Google Shape;1378;g3ecd9bc579e_0_4401"/>
          <p:cNvSpPr/>
          <p:nvPr/>
        </p:nvSpPr>
        <p:spPr>
          <a:xfrm>
            <a:off x="7507224" y="3959352"/>
            <a:ext cx="1609200" cy="11886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C5CFC6"/>
              </a:buClr>
              <a:buSzPts val="1000"/>
              <a:buFont typeface="Calibri"/>
              <a:buNone/>
            </a:pPr>
            <a:r>
              <a:rPr b="0" i="0" lang="en-US" sz="1300" u="none" cap="none" strike="noStrike">
                <a:solidFill>
                  <a:schemeClr val="lt2"/>
                </a:solidFill>
                <a:latin typeface="Calibri"/>
                <a:ea typeface="Calibri"/>
                <a:cs typeface="Calibri"/>
                <a:sym typeface="Calibri"/>
              </a:rPr>
              <a:t>Track changes in code, behavior, and reputation continuously, not just at install.</a:t>
            </a:r>
            <a:endParaRPr b="0" i="0" sz="1300" u="none" cap="none" strike="noStrike">
              <a:solidFill>
                <a:schemeClr val="lt2"/>
              </a:solidFill>
              <a:latin typeface="Calibri"/>
              <a:ea typeface="Calibri"/>
              <a:cs typeface="Calibri"/>
              <a:sym typeface="Calibri"/>
            </a:endParaRPr>
          </a:p>
        </p:txBody>
      </p:sp>
      <p:sp>
        <p:nvSpPr>
          <p:cNvPr id="1379" name="Google Shape;1379;g3ecd9bc579e_0_4401"/>
          <p:cNvSpPr/>
          <p:nvPr/>
        </p:nvSpPr>
        <p:spPr>
          <a:xfrm>
            <a:off x="9454896" y="2697480"/>
            <a:ext cx="2084700" cy="26061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g3ecd9bc579e_0_4401"/>
          <p:cNvSpPr/>
          <p:nvPr/>
        </p:nvSpPr>
        <p:spPr>
          <a:xfrm>
            <a:off x="9454896" y="2697480"/>
            <a:ext cx="20847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81" name="Google Shape;1381;g3ecd9bc579e_0_4401"/>
          <p:cNvPicPr preferRelativeResize="0"/>
          <p:nvPr/>
        </p:nvPicPr>
        <p:blipFill rotWithShape="1">
          <a:blip r:embed="rId7">
            <a:alphaModFix/>
          </a:blip>
          <a:srcRect b="0" l="0" r="0" t="0"/>
          <a:stretch/>
        </p:blipFill>
        <p:spPr>
          <a:xfrm>
            <a:off x="9710928" y="2971800"/>
            <a:ext cx="457200" cy="457200"/>
          </a:xfrm>
          <a:prstGeom prst="rect">
            <a:avLst/>
          </a:prstGeom>
          <a:noFill/>
          <a:ln>
            <a:noFill/>
          </a:ln>
        </p:spPr>
      </p:pic>
      <p:sp>
        <p:nvSpPr>
          <p:cNvPr id="1382" name="Google Shape;1382;g3ecd9bc579e_0_4401"/>
          <p:cNvSpPr/>
          <p:nvPr/>
        </p:nvSpPr>
        <p:spPr>
          <a:xfrm>
            <a:off x="9710928" y="3538728"/>
            <a:ext cx="16275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Black"/>
              <a:buNone/>
            </a:pPr>
            <a:r>
              <a:rPr b="1" i="0" lang="en-US" sz="1600" u="none" cap="none" strike="noStrike">
                <a:solidFill>
                  <a:srgbClr val="FFFFFF"/>
                </a:solidFill>
                <a:latin typeface="Arial Black"/>
                <a:ea typeface="Arial Black"/>
                <a:cs typeface="Arial Black"/>
                <a:sym typeface="Arial Black"/>
              </a:rPr>
              <a:t>Secure</a:t>
            </a:r>
            <a:endParaRPr b="0" i="0" sz="1700" u="none" cap="none" strike="noStrike">
              <a:solidFill>
                <a:schemeClr val="dk1"/>
              </a:solidFill>
              <a:latin typeface="Calibri"/>
              <a:ea typeface="Calibri"/>
              <a:cs typeface="Calibri"/>
              <a:sym typeface="Calibri"/>
            </a:endParaRPr>
          </a:p>
        </p:txBody>
      </p:sp>
      <p:sp>
        <p:nvSpPr>
          <p:cNvPr id="1383" name="Google Shape;1383;g3ecd9bc579e_0_4401"/>
          <p:cNvSpPr/>
          <p:nvPr/>
        </p:nvSpPr>
        <p:spPr>
          <a:xfrm>
            <a:off x="9710928" y="3959352"/>
            <a:ext cx="1609200" cy="11886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C5CFC6"/>
              </a:buClr>
              <a:buSzPts val="1000"/>
              <a:buFont typeface="Calibri"/>
              <a:buNone/>
            </a:pPr>
            <a:r>
              <a:rPr b="0" i="0" lang="en-US" sz="1300" u="none" cap="none" strike="noStrike">
                <a:solidFill>
                  <a:schemeClr val="lt2"/>
                </a:solidFill>
                <a:latin typeface="Calibri"/>
                <a:ea typeface="Calibri"/>
                <a:cs typeface="Calibri"/>
                <a:sym typeface="Calibri"/>
              </a:rPr>
              <a:t>Remediate at scale and feed signal into the Cortex SOC for correlated response.</a:t>
            </a:r>
            <a:endParaRPr b="0" i="0" sz="1300" u="none" cap="none" strike="noStrike">
              <a:solidFill>
                <a:schemeClr val="lt2"/>
              </a:solidFill>
              <a:latin typeface="Calibri"/>
              <a:ea typeface="Calibri"/>
              <a:cs typeface="Calibri"/>
              <a:sym typeface="Calibri"/>
            </a:endParaRPr>
          </a:p>
        </p:txBody>
      </p:sp>
      <p:sp>
        <p:nvSpPr>
          <p:cNvPr id="1384" name="Google Shape;1384;g3ecd9bc579e_0_4401"/>
          <p:cNvSpPr/>
          <p:nvPr/>
        </p:nvSpPr>
        <p:spPr>
          <a:xfrm>
            <a:off x="640080" y="5440680"/>
            <a:ext cx="10911600" cy="6585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85" name="Google Shape;1385;g3ecd9bc579e_0_4401"/>
          <p:cNvSpPr/>
          <p:nvPr/>
        </p:nvSpPr>
        <p:spPr>
          <a:xfrm>
            <a:off x="868680" y="5440680"/>
            <a:ext cx="2194500" cy="65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1100"/>
              <a:buFont typeface="Arial"/>
              <a:buNone/>
            </a:pPr>
            <a:r>
              <a:rPr b="1" i="0" lang="en-US" sz="1300" u="none" cap="none" strike="noStrike">
                <a:solidFill>
                  <a:srgbClr val="4FE3A6"/>
                </a:solidFill>
                <a:latin typeface="Arial"/>
                <a:ea typeface="Arial"/>
                <a:cs typeface="Arial"/>
                <a:sym typeface="Arial"/>
              </a:rPr>
              <a:t>PROVEN AT PANW SCALE</a:t>
            </a:r>
            <a:endParaRPr b="0" i="0" sz="1300" u="none" cap="none" strike="noStrike">
              <a:solidFill>
                <a:schemeClr val="dk1"/>
              </a:solidFill>
              <a:latin typeface="Calibri"/>
              <a:ea typeface="Calibri"/>
              <a:cs typeface="Calibri"/>
              <a:sym typeface="Calibri"/>
            </a:endParaRPr>
          </a:p>
        </p:txBody>
      </p:sp>
      <p:sp>
        <p:nvSpPr>
          <p:cNvPr id="1386" name="Google Shape;1386;g3ecd9bc579e_0_4401"/>
          <p:cNvSpPr/>
          <p:nvPr/>
        </p:nvSpPr>
        <p:spPr>
          <a:xfrm>
            <a:off x="3246120" y="5486400"/>
            <a:ext cx="10059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Black"/>
              <a:buNone/>
            </a:pPr>
            <a:r>
              <a:rPr b="1" i="0" lang="en-US" sz="2400" u="none" cap="none" strike="noStrike">
                <a:solidFill>
                  <a:srgbClr val="FFFFFF"/>
                </a:solidFill>
                <a:latin typeface="Arial Black"/>
                <a:ea typeface="Arial Black"/>
                <a:cs typeface="Arial Black"/>
                <a:sym typeface="Arial Black"/>
              </a:rPr>
              <a:t>1T+</a:t>
            </a:r>
            <a:endParaRPr b="0" i="0" sz="2400" u="none" cap="none" strike="noStrike">
              <a:solidFill>
                <a:schemeClr val="dk1"/>
              </a:solidFill>
              <a:latin typeface="Calibri"/>
              <a:ea typeface="Calibri"/>
              <a:cs typeface="Calibri"/>
              <a:sym typeface="Calibri"/>
            </a:endParaRPr>
          </a:p>
        </p:txBody>
      </p:sp>
      <p:sp>
        <p:nvSpPr>
          <p:cNvPr id="1387" name="Google Shape;1387;g3ecd9bc579e_0_4401"/>
          <p:cNvSpPr/>
          <p:nvPr/>
        </p:nvSpPr>
        <p:spPr>
          <a:xfrm>
            <a:off x="4233672" y="5440680"/>
            <a:ext cx="1920300" cy="65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rgbClr val="C5CFC6"/>
                </a:solidFill>
                <a:latin typeface="Calibri"/>
                <a:ea typeface="Calibri"/>
                <a:cs typeface="Calibri"/>
                <a:sym typeface="Calibri"/>
              </a:rPr>
              <a:t>events/month processed</a:t>
            </a:r>
            <a:endParaRPr b="0" i="0" sz="1150" u="none" cap="none" strike="noStrike">
              <a:solidFill>
                <a:schemeClr val="dk1"/>
              </a:solidFill>
              <a:latin typeface="Calibri"/>
              <a:ea typeface="Calibri"/>
              <a:cs typeface="Calibri"/>
              <a:sym typeface="Calibri"/>
            </a:endParaRPr>
          </a:p>
        </p:txBody>
      </p:sp>
      <p:sp>
        <p:nvSpPr>
          <p:cNvPr id="1388" name="Google Shape;1388;g3ecd9bc579e_0_4401"/>
          <p:cNvSpPr/>
          <p:nvPr/>
        </p:nvSpPr>
        <p:spPr>
          <a:xfrm>
            <a:off x="6217920" y="5486400"/>
            <a:ext cx="10059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Black"/>
              <a:buNone/>
            </a:pPr>
            <a:r>
              <a:rPr b="1" i="0" lang="en-US" sz="2400" u="none" cap="none" strike="noStrike">
                <a:solidFill>
                  <a:srgbClr val="FFFFFF"/>
                </a:solidFill>
                <a:latin typeface="Arial Black"/>
                <a:ea typeface="Arial Black"/>
                <a:cs typeface="Arial Black"/>
                <a:sym typeface="Arial Black"/>
              </a:rPr>
              <a:t>257%</a:t>
            </a:r>
            <a:endParaRPr b="0" i="0" sz="2400" u="none" cap="none" strike="noStrike">
              <a:solidFill>
                <a:schemeClr val="dk1"/>
              </a:solidFill>
              <a:latin typeface="Calibri"/>
              <a:ea typeface="Calibri"/>
              <a:cs typeface="Calibri"/>
              <a:sym typeface="Calibri"/>
            </a:endParaRPr>
          </a:p>
        </p:txBody>
      </p:sp>
      <p:sp>
        <p:nvSpPr>
          <p:cNvPr id="1389" name="Google Shape;1389;g3ecd9bc579e_0_4401"/>
          <p:cNvSpPr/>
          <p:nvPr/>
        </p:nvSpPr>
        <p:spPr>
          <a:xfrm>
            <a:off x="7205472" y="5440680"/>
            <a:ext cx="1920300" cy="65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rgbClr val="C5CFC6"/>
                </a:solidFill>
                <a:latin typeface="Calibri"/>
                <a:ea typeface="Calibri"/>
                <a:cs typeface="Calibri"/>
                <a:sym typeface="Calibri"/>
              </a:rPr>
              <a:t>3-yr ROI (Forrester TEI)</a:t>
            </a:r>
            <a:endParaRPr b="0" i="0" sz="1150" u="none" cap="none" strike="noStrike">
              <a:solidFill>
                <a:schemeClr val="dk1"/>
              </a:solidFill>
              <a:latin typeface="Calibri"/>
              <a:ea typeface="Calibri"/>
              <a:cs typeface="Calibri"/>
              <a:sym typeface="Calibri"/>
            </a:endParaRPr>
          </a:p>
        </p:txBody>
      </p:sp>
      <p:sp>
        <p:nvSpPr>
          <p:cNvPr id="1390" name="Google Shape;1390;g3ecd9bc579e_0_4401"/>
          <p:cNvSpPr/>
          <p:nvPr/>
        </p:nvSpPr>
        <p:spPr>
          <a:xfrm>
            <a:off x="9189720" y="5486400"/>
            <a:ext cx="10059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Black"/>
              <a:buNone/>
            </a:pPr>
            <a:r>
              <a:rPr b="1" i="0" lang="en-US" sz="2400" u="none" cap="none" strike="noStrike">
                <a:solidFill>
                  <a:srgbClr val="FFFFFF"/>
                </a:solidFill>
                <a:latin typeface="Arial Black"/>
                <a:ea typeface="Arial Black"/>
                <a:cs typeface="Arial Black"/>
                <a:sym typeface="Arial Black"/>
              </a:rPr>
              <a:t>85%</a:t>
            </a:r>
            <a:endParaRPr b="0" i="0" sz="2400" u="none" cap="none" strike="noStrike">
              <a:solidFill>
                <a:schemeClr val="dk1"/>
              </a:solidFill>
              <a:latin typeface="Calibri"/>
              <a:ea typeface="Calibri"/>
              <a:cs typeface="Calibri"/>
              <a:sym typeface="Calibri"/>
            </a:endParaRPr>
          </a:p>
        </p:txBody>
      </p:sp>
      <p:sp>
        <p:nvSpPr>
          <p:cNvPr id="1391" name="Google Shape;1391;g3ecd9bc579e_0_4401"/>
          <p:cNvSpPr/>
          <p:nvPr/>
        </p:nvSpPr>
        <p:spPr>
          <a:xfrm>
            <a:off x="10177272" y="5440680"/>
            <a:ext cx="1920300" cy="65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rgbClr val="C5CFC6"/>
                </a:solidFill>
                <a:latin typeface="Calibri"/>
                <a:ea typeface="Calibri"/>
                <a:cs typeface="Calibri"/>
                <a:sym typeface="Calibri"/>
              </a:rPr>
              <a:t>MTTR reduction</a:t>
            </a:r>
            <a:endParaRPr b="0" i="0" sz="1150" u="none" cap="none" strike="noStrike">
              <a:solidFill>
                <a:schemeClr val="dk1"/>
              </a:solidFill>
              <a:latin typeface="Calibri"/>
              <a:ea typeface="Calibri"/>
              <a:cs typeface="Calibri"/>
              <a:sym typeface="Calibri"/>
            </a:endParaRPr>
          </a:p>
        </p:txBody>
      </p:sp>
      <p:sp>
        <p:nvSpPr>
          <p:cNvPr id="1392" name="Google Shape;1392;g3ecd9bc579e_0_4401"/>
          <p:cNvSpPr/>
          <p:nvPr/>
        </p:nvSpPr>
        <p:spPr>
          <a:xfrm>
            <a:off x="640080" y="6163056"/>
            <a:ext cx="10911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76C"/>
              </a:buClr>
              <a:buSzPts val="850"/>
              <a:buFont typeface="Calibri"/>
              <a:buNone/>
            </a:pPr>
            <a:r>
              <a:rPr b="0" i="1" lang="en-US" sz="1050" u="none" cap="none" strike="noStrike">
                <a:solidFill>
                  <a:schemeClr val="lt1"/>
                </a:solidFill>
                <a:latin typeface="Calibri"/>
                <a:ea typeface="Calibri"/>
                <a:cs typeface="Calibri"/>
                <a:sym typeface="Calibri"/>
              </a:rPr>
              <a:t>PANW operates its own SOC on Cortex at full enterprise scale. Forrester TEI validates 257% three-year ROI, $5.6M NPV, payback under six months.</a:t>
            </a:r>
            <a:endParaRPr b="0" i="0" sz="1050" u="none" cap="none" strike="noStrike">
              <a:solidFill>
                <a:schemeClr val="lt1"/>
              </a:solidFill>
              <a:latin typeface="Calibri"/>
              <a:ea typeface="Calibri"/>
              <a:cs typeface="Calibri"/>
              <a:sym typeface="Calibri"/>
            </a:endParaRPr>
          </a:p>
        </p:txBody>
      </p:sp>
      <p:sp>
        <p:nvSpPr>
          <p:cNvPr id="1393" name="Google Shape;1393;g3ecd9bc579e_0_4401"/>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chemeClr val="accent1"/>
                </a:solidFill>
                <a:latin typeface="Arial"/>
                <a:ea typeface="Arial"/>
                <a:cs typeface="Arial"/>
                <a:sym typeface="Arial"/>
              </a:rPr>
              <a:t>PALO ALTO NETWORKS</a:t>
            </a:r>
            <a:endParaRPr b="1" i="0" sz="1000" u="none" cap="none" strike="noStrike">
              <a:solidFill>
                <a:schemeClr val="accen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g3ecd9bc579e_0_4404"/>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300" u="none" cap="none" strike="noStrike">
                <a:solidFill>
                  <a:srgbClr val="00C176"/>
                </a:solidFill>
                <a:latin typeface="Arial"/>
                <a:ea typeface="Arial"/>
                <a:cs typeface="Arial"/>
                <a:sym typeface="Arial"/>
              </a:rPr>
              <a:t>CORTEX AES/THREE INTEGRATION MODULES</a:t>
            </a:r>
            <a:endParaRPr b="0" i="0" sz="1300" u="none" cap="none" strike="noStrike">
              <a:solidFill>
                <a:schemeClr val="dk1"/>
              </a:solidFill>
              <a:latin typeface="Calibri"/>
              <a:ea typeface="Calibri"/>
              <a:cs typeface="Calibri"/>
              <a:sym typeface="Calibri"/>
            </a:endParaRPr>
          </a:p>
        </p:txBody>
      </p:sp>
      <p:sp>
        <p:nvSpPr>
          <p:cNvPr id="1399" name="Google Shape;1399;g3ecd9bc579e_0_4404"/>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000" u="none" cap="none" strike="noStrike">
                <a:solidFill>
                  <a:srgbClr val="FFFFFF"/>
                </a:solidFill>
                <a:latin typeface="Arial Black"/>
                <a:ea typeface="Arial Black"/>
                <a:cs typeface="Arial Black"/>
                <a:sym typeface="Arial Black"/>
              </a:rPr>
              <a:t>How partners build a service around AES</a:t>
            </a:r>
            <a:endParaRPr b="0" i="0" sz="3000" u="none" cap="none" strike="noStrike">
              <a:solidFill>
                <a:schemeClr val="dk1"/>
              </a:solidFill>
              <a:latin typeface="Calibri"/>
              <a:ea typeface="Calibri"/>
              <a:cs typeface="Calibri"/>
              <a:sym typeface="Calibri"/>
            </a:endParaRPr>
          </a:p>
        </p:txBody>
      </p:sp>
      <p:sp>
        <p:nvSpPr>
          <p:cNvPr id="1400" name="Google Shape;1400;g3ecd9bc579e_0_4404"/>
          <p:cNvSpPr/>
          <p:nvPr/>
        </p:nvSpPr>
        <p:spPr>
          <a:xfrm>
            <a:off x="640075" y="1920250"/>
            <a:ext cx="2511000" cy="2884500"/>
          </a:xfrm>
          <a:prstGeom prst="rect">
            <a:avLst/>
          </a:prstGeom>
          <a:solidFill>
            <a:srgbClr val="151D14"/>
          </a:solidFill>
          <a:ln cap="flat" cmpd="sng" w="9100">
            <a:solidFill>
              <a:srgbClr val="2A3527"/>
            </a:solidFill>
            <a:prstDash val="solid"/>
            <a:round/>
            <a:headEnd len="sm" w="sm" type="none"/>
            <a:tailEnd len="sm" w="sm" type="none"/>
          </a:ln>
          <a:effectLst>
            <a:outerShdw blurRad="81948" rotWithShape="0" algn="bl" dir="8100000" dist="27316">
              <a:srgbClr val="000000">
                <a:alpha val="34902"/>
              </a:srgbClr>
            </a:outerShdw>
          </a:effectLst>
        </p:spPr>
        <p:txBody>
          <a:bodyPr anchorCtr="0" anchor="ctr" bIns="65550" lIns="65550" spcFirstLastPara="1" rIns="65550" wrap="square" tIns="65550">
            <a:noAutofit/>
          </a:bodyPr>
          <a:lstStyle/>
          <a:p>
            <a:pPr indent="0" lvl="0" marL="0" marR="0" rtl="0" algn="l">
              <a:lnSpc>
                <a:spcPct val="100000"/>
              </a:lnSpc>
              <a:spcBef>
                <a:spcPts val="0"/>
              </a:spcBef>
              <a:spcAft>
                <a:spcPts val="0"/>
              </a:spcAft>
              <a:buClr>
                <a:srgbClr val="000000"/>
              </a:buClr>
              <a:buSzPts val="1004"/>
              <a:buFont typeface="Arial"/>
              <a:buNone/>
            </a:pPr>
            <a:r>
              <a:t/>
            </a:r>
            <a:endParaRPr b="0" i="0" sz="1004" u="none" cap="none" strike="noStrike">
              <a:solidFill>
                <a:srgbClr val="000000"/>
              </a:solidFill>
              <a:latin typeface="Arial"/>
              <a:ea typeface="Arial"/>
              <a:cs typeface="Arial"/>
              <a:sym typeface="Arial"/>
            </a:endParaRPr>
          </a:p>
        </p:txBody>
      </p:sp>
      <p:sp>
        <p:nvSpPr>
          <p:cNvPr id="1401" name="Google Shape;1401;g3ecd9bc579e_0_4404"/>
          <p:cNvSpPr/>
          <p:nvPr/>
        </p:nvSpPr>
        <p:spPr>
          <a:xfrm>
            <a:off x="640075" y="1920250"/>
            <a:ext cx="2511000" cy="45900"/>
          </a:xfrm>
          <a:prstGeom prst="rect">
            <a:avLst/>
          </a:prstGeom>
          <a:solidFill>
            <a:srgbClr val="00C176"/>
          </a:solidFill>
          <a:ln>
            <a:noFill/>
          </a:ln>
        </p:spPr>
        <p:txBody>
          <a:bodyPr anchorCtr="0" anchor="ctr" bIns="65550" lIns="65550" spcFirstLastPara="1" rIns="65550" wrap="square" tIns="65550">
            <a:noAutofit/>
          </a:bodyPr>
          <a:lstStyle/>
          <a:p>
            <a:pPr indent="0" lvl="0" marL="0" marR="0" rtl="0" algn="l">
              <a:lnSpc>
                <a:spcPct val="100000"/>
              </a:lnSpc>
              <a:spcBef>
                <a:spcPts val="0"/>
              </a:spcBef>
              <a:spcAft>
                <a:spcPts val="0"/>
              </a:spcAft>
              <a:buClr>
                <a:srgbClr val="000000"/>
              </a:buClr>
              <a:buSzPts val="1004"/>
              <a:buFont typeface="Arial"/>
              <a:buNone/>
            </a:pPr>
            <a:r>
              <a:t/>
            </a:r>
            <a:endParaRPr b="0" i="0" sz="1004" u="none" cap="none" strike="noStrike">
              <a:solidFill>
                <a:srgbClr val="000000"/>
              </a:solidFill>
              <a:latin typeface="Arial"/>
              <a:ea typeface="Arial"/>
              <a:cs typeface="Arial"/>
              <a:sym typeface="Arial"/>
            </a:endParaRPr>
          </a:p>
        </p:txBody>
      </p:sp>
      <p:pic>
        <p:nvPicPr>
          <p:cNvPr descr="preencoded.png" id="1402" name="Google Shape;1402;g3ecd9bc579e_0_4404"/>
          <p:cNvPicPr preferRelativeResize="0"/>
          <p:nvPr/>
        </p:nvPicPr>
        <p:blipFill rotWithShape="1">
          <a:blip r:embed="rId3">
            <a:alphaModFix/>
          </a:blip>
          <a:srcRect b="0" l="0" r="0" t="0"/>
          <a:stretch/>
        </p:blipFill>
        <p:spPr>
          <a:xfrm>
            <a:off x="836751" y="2149705"/>
            <a:ext cx="360572" cy="360572"/>
          </a:xfrm>
          <a:prstGeom prst="rect">
            <a:avLst/>
          </a:prstGeom>
          <a:noFill/>
          <a:ln>
            <a:noFill/>
          </a:ln>
        </p:spPr>
      </p:pic>
      <p:sp>
        <p:nvSpPr>
          <p:cNvPr id="1403" name="Google Shape;1403;g3ecd9bc579e_0_4404"/>
          <p:cNvSpPr/>
          <p:nvPr/>
        </p:nvSpPr>
        <p:spPr>
          <a:xfrm>
            <a:off x="836751" y="2575837"/>
            <a:ext cx="21177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753"/>
              <a:buFont typeface="Arial"/>
              <a:buNone/>
            </a:pPr>
            <a:r>
              <a:rPr b="1" i="0" lang="en-US" sz="753" u="none" cap="none" strike="noStrike">
                <a:solidFill>
                  <a:srgbClr val="00C176"/>
                </a:solidFill>
                <a:latin typeface="Arial"/>
                <a:ea typeface="Arial"/>
                <a:cs typeface="Arial"/>
                <a:sym typeface="Arial"/>
              </a:rPr>
              <a:t>MODULE 1</a:t>
            </a:r>
            <a:endParaRPr b="0" i="0" sz="753" u="none" cap="none" strike="noStrike">
              <a:solidFill>
                <a:schemeClr val="dk1"/>
              </a:solidFill>
              <a:latin typeface="Calibri"/>
              <a:ea typeface="Calibri"/>
              <a:cs typeface="Calibri"/>
              <a:sym typeface="Calibri"/>
            </a:endParaRPr>
          </a:p>
        </p:txBody>
      </p:sp>
      <p:sp>
        <p:nvSpPr>
          <p:cNvPr id="1404" name="Google Shape;1404;g3ecd9bc579e_0_4404"/>
          <p:cNvSpPr/>
          <p:nvPr/>
        </p:nvSpPr>
        <p:spPr>
          <a:xfrm>
            <a:off x="836751" y="2772513"/>
            <a:ext cx="2117700" cy="29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91"/>
              <a:buFont typeface="Arial Black"/>
              <a:buNone/>
            </a:pPr>
            <a:r>
              <a:rPr b="1" i="0" lang="en-US" sz="1362" u="none" cap="none" strike="noStrike">
                <a:solidFill>
                  <a:srgbClr val="FFFFFF"/>
                </a:solidFill>
                <a:latin typeface="Arial Black"/>
                <a:ea typeface="Arial Black"/>
                <a:cs typeface="Arial Black"/>
                <a:sym typeface="Arial Black"/>
              </a:rPr>
              <a:t>AES Standalone</a:t>
            </a:r>
            <a:endParaRPr b="0" i="0" sz="1362" u="none" cap="none" strike="noStrike">
              <a:solidFill>
                <a:schemeClr val="dk1"/>
              </a:solidFill>
              <a:latin typeface="Calibri"/>
              <a:ea typeface="Calibri"/>
              <a:cs typeface="Calibri"/>
              <a:sym typeface="Calibri"/>
            </a:endParaRPr>
          </a:p>
        </p:txBody>
      </p:sp>
      <p:sp>
        <p:nvSpPr>
          <p:cNvPr id="1405" name="Google Shape;1405;g3ecd9bc579e_0_4404"/>
          <p:cNvSpPr/>
          <p:nvPr/>
        </p:nvSpPr>
        <p:spPr>
          <a:xfrm>
            <a:off x="836751" y="3133085"/>
            <a:ext cx="2117700" cy="1311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5CFC6"/>
              </a:buClr>
              <a:buSzPts val="753"/>
              <a:buFont typeface="Calibri"/>
              <a:buNone/>
            </a:pPr>
            <a:r>
              <a:rPr b="0" i="0" lang="en-US" sz="896" u="none" cap="none" strike="noStrike">
                <a:solidFill>
                  <a:schemeClr val="lt1"/>
                </a:solidFill>
                <a:latin typeface="Calibri"/>
                <a:ea typeface="Calibri"/>
                <a:cs typeface="Calibri"/>
                <a:sym typeface="Calibri"/>
              </a:rPr>
              <a:t>Partners build an independent managed service: Agentic Software Supply Chain Monitoring. Discovery, policy configuration, ongoing monitoring, remediation, and reporting. Per-endpoint pricing mirrors the AES licensing model.</a:t>
            </a:r>
            <a:endParaRPr b="0" i="0" sz="896" u="none" cap="none" strike="noStrike">
              <a:solidFill>
                <a:schemeClr val="lt1"/>
              </a:solidFill>
              <a:latin typeface="Calibri"/>
              <a:ea typeface="Calibri"/>
              <a:cs typeface="Calibri"/>
              <a:sym typeface="Calibri"/>
            </a:endParaRPr>
          </a:p>
        </p:txBody>
      </p:sp>
      <p:sp>
        <p:nvSpPr>
          <p:cNvPr id="1406" name="Google Shape;1406;g3ecd9bc579e_0_4404"/>
          <p:cNvSpPr/>
          <p:nvPr/>
        </p:nvSpPr>
        <p:spPr>
          <a:xfrm>
            <a:off x="836751" y="4444259"/>
            <a:ext cx="2117700" cy="235800"/>
          </a:xfrm>
          <a:prstGeom prst="rect">
            <a:avLst/>
          </a:prstGeom>
          <a:solidFill>
            <a:srgbClr val="10160F"/>
          </a:solidFill>
          <a:ln cap="flat" cmpd="sng" w="9100">
            <a:solidFill>
              <a:srgbClr val="00C176"/>
            </a:solidFill>
            <a:prstDash val="solid"/>
            <a:round/>
            <a:headEnd len="sm" w="sm" type="none"/>
            <a:tailEnd len="sm" w="sm" type="none"/>
          </a:ln>
        </p:spPr>
        <p:txBody>
          <a:bodyPr anchorCtr="0" anchor="ctr" bIns="65550" lIns="65550" spcFirstLastPara="1" rIns="65550" wrap="square" tIns="65550">
            <a:noAutofit/>
          </a:bodyPr>
          <a:lstStyle/>
          <a:p>
            <a:pPr indent="0" lvl="0" marL="0" marR="0" rtl="0" algn="l">
              <a:lnSpc>
                <a:spcPct val="100000"/>
              </a:lnSpc>
              <a:spcBef>
                <a:spcPts val="0"/>
              </a:spcBef>
              <a:spcAft>
                <a:spcPts val="0"/>
              </a:spcAft>
              <a:buClr>
                <a:srgbClr val="000000"/>
              </a:buClr>
              <a:buSzPts val="1004"/>
              <a:buFont typeface="Arial"/>
              <a:buNone/>
            </a:pPr>
            <a:r>
              <a:t/>
            </a:r>
            <a:endParaRPr b="0" i="0" sz="1004" u="none" cap="none" strike="noStrike">
              <a:solidFill>
                <a:srgbClr val="000000"/>
              </a:solidFill>
              <a:latin typeface="Arial"/>
              <a:ea typeface="Arial"/>
              <a:cs typeface="Arial"/>
              <a:sym typeface="Arial"/>
            </a:endParaRPr>
          </a:p>
        </p:txBody>
      </p:sp>
      <p:sp>
        <p:nvSpPr>
          <p:cNvPr id="1407" name="Google Shape;1407;g3ecd9bc579e_0_4404"/>
          <p:cNvSpPr/>
          <p:nvPr/>
        </p:nvSpPr>
        <p:spPr>
          <a:xfrm>
            <a:off x="836751" y="4444259"/>
            <a:ext cx="2117700" cy="23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176"/>
              </a:buClr>
              <a:buSzPts val="681"/>
              <a:buFont typeface="Arial"/>
              <a:buNone/>
            </a:pPr>
            <a:r>
              <a:rPr b="1" i="0" lang="en-US" sz="753" u="none" cap="none" strike="noStrike">
                <a:solidFill>
                  <a:srgbClr val="00C176"/>
                </a:solidFill>
                <a:latin typeface="Arial"/>
                <a:ea typeface="Arial"/>
                <a:cs typeface="Arial"/>
                <a:sym typeface="Arial"/>
              </a:rPr>
              <a:t>AVAILABLE NOW</a:t>
            </a:r>
            <a:endParaRPr b="0" i="0" sz="753" u="none" cap="none" strike="noStrike">
              <a:solidFill>
                <a:schemeClr val="dk1"/>
              </a:solidFill>
              <a:latin typeface="Calibri"/>
              <a:ea typeface="Calibri"/>
              <a:cs typeface="Calibri"/>
              <a:sym typeface="Calibri"/>
            </a:endParaRPr>
          </a:p>
        </p:txBody>
      </p:sp>
      <p:sp>
        <p:nvSpPr>
          <p:cNvPr id="1408" name="Google Shape;1408;g3ecd9bc579e_0_4404"/>
          <p:cNvSpPr/>
          <p:nvPr/>
        </p:nvSpPr>
        <p:spPr>
          <a:xfrm>
            <a:off x="3414928" y="1904797"/>
            <a:ext cx="2537700" cy="2915400"/>
          </a:xfrm>
          <a:prstGeom prst="rect">
            <a:avLst/>
          </a:prstGeom>
          <a:solidFill>
            <a:srgbClr val="151D14"/>
          </a:solidFill>
          <a:ln cap="flat" cmpd="sng" w="9200">
            <a:solidFill>
              <a:srgbClr val="2A3527"/>
            </a:solidFill>
            <a:prstDash val="solid"/>
            <a:round/>
            <a:headEnd len="sm" w="sm" type="none"/>
            <a:tailEnd len="sm" w="sm" type="none"/>
          </a:ln>
          <a:effectLst>
            <a:outerShdw blurRad="82826" rotWithShape="0" algn="bl" dir="8100000" dist="27609">
              <a:srgbClr val="000000">
                <a:alpha val="34902"/>
              </a:srgbClr>
            </a:outerShdw>
          </a:effectLst>
        </p:spPr>
        <p:txBody>
          <a:bodyPr anchorCtr="0" anchor="ctr" bIns="66250" lIns="66250" spcFirstLastPara="1" rIns="66250" wrap="square" tIns="66250">
            <a:noAutofit/>
          </a:bodyPr>
          <a:lstStyle/>
          <a:p>
            <a:pPr indent="0" lvl="0" marL="0" marR="0" rtl="0" algn="l">
              <a:lnSpc>
                <a:spcPct val="100000"/>
              </a:lnSpc>
              <a:spcBef>
                <a:spcPts val="0"/>
              </a:spcBef>
              <a:spcAft>
                <a:spcPts val="0"/>
              </a:spcAft>
              <a:buClr>
                <a:srgbClr val="000000"/>
              </a:buClr>
              <a:buSzPts val="1015"/>
              <a:buFont typeface="Arial"/>
              <a:buNone/>
            </a:pPr>
            <a:r>
              <a:t/>
            </a:r>
            <a:endParaRPr b="0" i="0" sz="1015" u="none" cap="none" strike="noStrike">
              <a:solidFill>
                <a:srgbClr val="000000"/>
              </a:solidFill>
              <a:latin typeface="Arial"/>
              <a:ea typeface="Arial"/>
              <a:cs typeface="Arial"/>
              <a:sym typeface="Arial"/>
            </a:endParaRPr>
          </a:p>
        </p:txBody>
      </p:sp>
      <p:sp>
        <p:nvSpPr>
          <p:cNvPr id="1409" name="Google Shape;1409;g3ecd9bc579e_0_4404"/>
          <p:cNvSpPr/>
          <p:nvPr/>
        </p:nvSpPr>
        <p:spPr>
          <a:xfrm>
            <a:off x="3414928" y="1904797"/>
            <a:ext cx="2537700" cy="46200"/>
          </a:xfrm>
          <a:prstGeom prst="rect">
            <a:avLst/>
          </a:prstGeom>
          <a:solidFill>
            <a:srgbClr val="00C176"/>
          </a:solidFill>
          <a:ln>
            <a:noFill/>
          </a:ln>
        </p:spPr>
        <p:txBody>
          <a:bodyPr anchorCtr="0" anchor="ctr" bIns="66250" lIns="66250" spcFirstLastPara="1" rIns="66250" wrap="square" tIns="66250">
            <a:noAutofit/>
          </a:bodyPr>
          <a:lstStyle/>
          <a:p>
            <a:pPr indent="0" lvl="0" marL="0" marR="0" rtl="0" algn="l">
              <a:lnSpc>
                <a:spcPct val="100000"/>
              </a:lnSpc>
              <a:spcBef>
                <a:spcPts val="0"/>
              </a:spcBef>
              <a:spcAft>
                <a:spcPts val="0"/>
              </a:spcAft>
              <a:buClr>
                <a:srgbClr val="000000"/>
              </a:buClr>
              <a:buSzPts val="1015"/>
              <a:buFont typeface="Arial"/>
              <a:buNone/>
            </a:pPr>
            <a:r>
              <a:t/>
            </a:r>
            <a:endParaRPr b="0" i="0" sz="1015" u="none" cap="none" strike="noStrike">
              <a:solidFill>
                <a:srgbClr val="000000"/>
              </a:solidFill>
              <a:latin typeface="Arial"/>
              <a:ea typeface="Arial"/>
              <a:cs typeface="Arial"/>
              <a:sym typeface="Arial"/>
            </a:endParaRPr>
          </a:p>
        </p:txBody>
      </p:sp>
      <p:pic>
        <p:nvPicPr>
          <p:cNvPr descr="preencoded.png" id="1410" name="Google Shape;1410;g3ecd9bc579e_0_4404"/>
          <p:cNvPicPr preferRelativeResize="0"/>
          <p:nvPr/>
        </p:nvPicPr>
        <p:blipFill rotWithShape="1">
          <a:blip r:embed="rId4">
            <a:alphaModFix/>
          </a:blip>
          <a:srcRect b="0" l="0" r="0" t="0"/>
          <a:stretch/>
        </p:blipFill>
        <p:spPr>
          <a:xfrm>
            <a:off x="3613712" y="2136711"/>
            <a:ext cx="364436" cy="364436"/>
          </a:xfrm>
          <a:prstGeom prst="rect">
            <a:avLst/>
          </a:prstGeom>
          <a:noFill/>
          <a:ln>
            <a:noFill/>
          </a:ln>
        </p:spPr>
      </p:pic>
      <p:sp>
        <p:nvSpPr>
          <p:cNvPr id="1411" name="Google Shape;1411;g3ecd9bc579e_0_4404"/>
          <p:cNvSpPr/>
          <p:nvPr/>
        </p:nvSpPr>
        <p:spPr>
          <a:xfrm>
            <a:off x="3613712" y="2567409"/>
            <a:ext cx="2140200" cy="19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761"/>
              <a:buFont typeface="Arial"/>
              <a:buNone/>
            </a:pPr>
            <a:r>
              <a:rPr b="1" i="0" lang="en-US" sz="761" u="none" cap="none" strike="noStrike">
                <a:solidFill>
                  <a:srgbClr val="00C176"/>
                </a:solidFill>
                <a:latin typeface="Arial"/>
                <a:ea typeface="Arial"/>
                <a:cs typeface="Arial"/>
                <a:sym typeface="Arial"/>
              </a:rPr>
              <a:t>MODULE 2</a:t>
            </a:r>
            <a:endParaRPr b="0" i="0" sz="761" u="none" cap="none" strike="noStrike">
              <a:solidFill>
                <a:schemeClr val="dk1"/>
              </a:solidFill>
              <a:latin typeface="Calibri"/>
              <a:ea typeface="Calibri"/>
              <a:cs typeface="Calibri"/>
              <a:sym typeface="Calibri"/>
            </a:endParaRPr>
          </a:p>
        </p:txBody>
      </p:sp>
      <p:sp>
        <p:nvSpPr>
          <p:cNvPr id="1412" name="Google Shape;1412;g3ecd9bc579e_0_4404"/>
          <p:cNvSpPr/>
          <p:nvPr/>
        </p:nvSpPr>
        <p:spPr>
          <a:xfrm>
            <a:off x="3613712" y="2766193"/>
            <a:ext cx="2140200" cy="29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4"/>
              <a:buFont typeface="Arial Black"/>
              <a:buNone/>
            </a:pPr>
            <a:r>
              <a:rPr b="1" i="0" lang="en-US" sz="1377" u="none" cap="none" strike="noStrike">
                <a:solidFill>
                  <a:srgbClr val="FFFFFF"/>
                </a:solidFill>
                <a:latin typeface="Arial Black"/>
                <a:ea typeface="Arial Black"/>
                <a:cs typeface="Arial Black"/>
                <a:sym typeface="Arial Black"/>
              </a:rPr>
              <a:t>AES as part of Cortex</a:t>
            </a:r>
            <a:endParaRPr b="0" i="0" sz="1377" u="none" cap="none" strike="noStrike">
              <a:solidFill>
                <a:schemeClr val="dk1"/>
              </a:solidFill>
              <a:latin typeface="Calibri"/>
              <a:ea typeface="Calibri"/>
              <a:cs typeface="Calibri"/>
              <a:sym typeface="Calibri"/>
            </a:endParaRPr>
          </a:p>
        </p:txBody>
      </p:sp>
      <p:sp>
        <p:nvSpPr>
          <p:cNvPr id="1413" name="Google Shape;1413;g3ecd9bc579e_0_4404"/>
          <p:cNvSpPr/>
          <p:nvPr/>
        </p:nvSpPr>
        <p:spPr>
          <a:xfrm>
            <a:off x="3613712" y="3130629"/>
            <a:ext cx="2140200" cy="1325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5CFC6"/>
              </a:buClr>
              <a:buSzPts val="761"/>
              <a:buFont typeface="Calibri"/>
              <a:buNone/>
            </a:pPr>
            <a:r>
              <a:rPr b="0" i="0" lang="en-US" sz="906" u="none" cap="none" strike="noStrike">
                <a:solidFill>
                  <a:schemeClr val="lt1"/>
                </a:solidFill>
                <a:latin typeface="Calibri"/>
                <a:ea typeface="Calibri"/>
                <a:cs typeface="Calibri"/>
                <a:sym typeface="Calibri"/>
              </a:rPr>
              <a:t>AES feeds endpoint telemetry into XSIAM as a new detection source. AI-SPM governs the same agentic categories in the cloud, closing the loop: endpoint discovery to cloud posture to runtime to SOC correlation under SmartGrouping and AgentiX.</a:t>
            </a:r>
            <a:endParaRPr b="0" i="0" sz="906" u="none" cap="none" strike="noStrike">
              <a:solidFill>
                <a:schemeClr val="lt1"/>
              </a:solidFill>
              <a:latin typeface="Calibri"/>
              <a:ea typeface="Calibri"/>
              <a:cs typeface="Calibri"/>
              <a:sym typeface="Calibri"/>
            </a:endParaRPr>
          </a:p>
        </p:txBody>
      </p:sp>
      <p:sp>
        <p:nvSpPr>
          <p:cNvPr id="1414" name="Google Shape;1414;g3ecd9bc579e_0_4404"/>
          <p:cNvSpPr/>
          <p:nvPr/>
        </p:nvSpPr>
        <p:spPr>
          <a:xfrm>
            <a:off x="3613712" y="4455852"/>
            <a:ext cx="2140200" cy="238500"/>
          </a:xfrm>
          <a:prstGeom prst="rect">
            <a:avLst/>
          </a:prstGeom>
          <a:solidFill>
            <a:srgbClr val="10160F"/>
          </a:solidFill>
          <a:ln cap="flat" cmpd="sng" w="9200">
            <a:solidFill>
              <a:srgbClr val="F0B429"/>
            </a:solidFill>
            <a:prstDash val="solid"/>
            <a:round/>
            <a:headEnd len="sm" w="sm" type="none"/>
            <a:tailEnd len="sm" w="sm" type="none"/>
          </a:ln>
        </p:spPr>
        <p:txBody>
          <a:bodyPr anchorCtr="0" anchor="ctr" bIns="66250" lIns="66250" spcFirstLastPara="1" rIns="66250" wrap="square" tIns="66250">
            <a:noAutofit/>
          </a:bodyPr>
          <a:lstStyle/>
          <a:p>
            <a:pPr indent="0" lvl="0" marL="0" marR="0" rtl="0" algn="l">
              <a:lnSpc>
                <a:spcPct val="100000"/>
              </a:lnSpc>
              <a:spcBef>
                <a:spcPts val="0"/>
              </a:spcBef>
              <a:spcAft>
                <a:spcPts val="0"/>
              </a:spcAft>
              <a:buClr>
                <a:srgbClr val="000000"/>
              </a:buClr>
              <a:buSzPts val="1015"/>
              <a:buFont typeface="Arial"/>
              <a:buNone/>
            </a:pPr>
            <a:r>
              <a:t/>
            </a:r>
            <a:endParaRPr b="0" i="0" sz="1015" u="none" cap="none" strike="noStrike">
              <a:solidFill>
                <a:srgbClr val="000000"/>
              </a:solidFill>
              <a:latin typeface="Arial"/>
              <a:ea typeface="Arial"/>
              <a:cs typeface="Arial"/>
              <a:sym typeface="Arial"/>
            </a:endParaRPr>
          </a:p>
        </p:txBody>
      </p:sp>
      <p:sp>
        <p:nvSpPr>
          <p:cNvPr id="1415" name="Google Shape;1415;g3ecd9bc579e_0_4404"/>
          <p:cNvSpPr/>
          <p:nvPr/>
        </p:nvSpPr>
        <p:spPr>
          <a:xfrm>
            <a:off x="3613712" y="4455852"/>
            <a:ext cx="2140200" cy="23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688"/>
              <a:buFont typeface="Arial"/>
              <a:buNone/>
            </a:pPr>
            <a:r>
              <a:rPr b="1" i="0" lang="en-US" sz="761" u="none" cap="none" strike="noStrike">
                <a:solidFill>
                  <a:srgbClr val="F0B429"/>
                </a:solidFill>
                <a:latin typeface="Arial"/>
                <a:ea typeface="Arial"/>
                <a:cs typeface="Arial"/>
                <a:sym typeface="Arial"/>
              </a:rPr>
              <a:t>XDR INTEGRATION ON ROADMAP</a:t>
            </a:r>
            <a:endParaRPr b="0" i="0" sz="761" u="none" cap="none" strike="noStrike">
              <a:solidFill>
                <a:schemeClr val="dk1"/>
              </a:solidFill>
              <a:latin typeface="Calibri"/>
              <a:ea typeface="Calibri"/>
              <a:cs typeface="Calibri"/>
              <a:sym typeface="Calibri"/>
            </a:endParaRPr>
          </a:p>
        </p:txBody>
      </p:sp>
      <p:sp>
        <p:nvSpPr>
          <p:cNvPr id="1416" name="Google Shape;1416;g3ecd9bc579e_0_4404"/>
          <p:cNvSpPr/>
          <p:nvPr/>
        </p:nvSpPr>
        <p:spPr>
          <a:xfrm>
            <a:off x="6216473" y="1920247"/>
            <a:ext cx="2511000" cy="2884500"/>
          </a:xfrm>
          <a:prstGeom prst="rect">
            <a:avLst/>
          </a:prstGeom>
          <a:solidFill>
            <a:srgbClr val="151D14"/>
          </a:solidFill>
          <a:ln cap="flat" cmpd="sng" w="9100">
            <a:solidFill>
              <a:srgbClr val="2A3527"/>
            </a:solidFill>
            <a:prstDash val="solid"/>
            <a:round/>
            <a:headEnd len="sm" w="sm" type="none"/>
            <a:tailEnd len="sm" w="sm" type="none"/>
          </a:ln>
          <a:effectLst>
            <a:outerShdw blurRad="81951" rotWithShape="0" algn="bl" dir="8100000" dist="27317">
              <a:srgbClr val="000000">
                <a:alpha val="34902"/>
              </a:srgbClr>
            </a:outerShdw>
          </a:effectLst>
        </p:spPr>
        <p:txBody>
          <a:bodyPr anchorCtr="0" anchor="ctr" bIns="65550" lIns="65550" spcFirstLastPara="1" rIns="65550" wrap="square" tIns="65550">
            <a:noAutofit/>
          </a:bodyPr>
          <a:lstStyle/>
          <a:p>
            <a:pPr indent="0" lvl="0" marL="0" marR="0" rtl="0" algn="l">
              <a:lnSpc>
                <a:spcPct val="100000"/>
              </a:lnSpc>
              <a:spcBef>
                <a:spcPts val="0"/>
              </a:spcBef>
              <a:spcAft>
                <a:spcPts val="0"/>
              </a:spcAft>
              <a:buClr>
                <a:srgbClr val="000000"/>
              </a:buClr>
              <a:buSzPts val="1004"/>
              <a:buFont typeface="Arial"/>
              <a:buNone/>
            </a:pPr>
            <a:r>
              <a:t/>
            </a:r>
            <a:endParaRPr b="0" i="0" sz="1004" u="none" cap="none" strike="noStrike">
              <a:solidFill>
                <a:srgbClr val="000000"/>
              </a:solidFill>
              <a:latin typeface="Arial"/>
              <a:ea typeface="Arial"/>
              <a:cs typeface="Arial"/>
              <a:sym typeface="Arial"/>
            </a:endParaRPr>
          </a:p>
        </p:txBody>
      </p:sp>
      <p:sp>
        <p:nvSpPr>
          <p:cNvPr id="1417" name="Google Shape;1417;g3ecd9bc579e_0_4404"/>
          <p:cNvSpPr/>
          <p:nvPr/>
        </p:nvSpPr>
        <p:spPr>
          <a:xfrm>
            <a:off x="6216473" y="1920247"/>
            <a:ext cx="2511000" cy="45900"/>
          </a:xfrm>
          <a:prstGeom prst="rect">
            <a:avLst/>
          </a:prstGeom>
          <a:solidFill>
            <a:srgbClr val="00C176"/>
          </a:solidFill>
          <a:ln>
            <a:noFill/>
          </a:ln>
        </p:spPr>
        <p:txBody>
          <a:bodyPr anchorCtr="0" anchor="ctr" bIns="65550" lIns="65550" spcFirstLastPara="1" rIns="65550" wrap="square" tIns="65550">
            <a:noAutofit/>
          </a:bodyPr>
          <a:lstStyle/>
          <a:p>
            <a:pPr indent="0" lvl="0" marL="0" marR="0" rtl="0" algn="l">
              <a:lnSpc>
                <a:spcPct val="100000"/>
              </a:lnSpc>
              <a:spcBef>
                <a:spcPts val="0"/>
              </a:spcBef>
              <a:spcAft>
                <a:spcPts val="0"/>
              </a:spcAft>
              <a:buClr>
                <a:srgbClr val="000000"/>
              </a:buClr>
              <a:buSzPts val="1004"/>
              <a:buFont typeface="Arial"/>
              <a:buNone/>
            </a:pPr>
            <a:r>
              <a:t/>
            </a:r>
            <a:endParaRPr b="0" i="0" sz="1004" u="none" cap="none" strike="noStrike">
              <a:solidFill>
                <a:srgbClr val="000000"/>
              </a:solidFill>
              <a:latin typeface="Arial"/>
              <a:ea typeface="Arial"/>
              <a:cs typeface="Arial"/>
              <a:sym typeface="Arial"/>
            </a:endParaRPr>
          </a:p>
        </p:txBody>
      </p:sp>
      <p:pic>
        <p:nvPicPr>
          <p:cNvPr descr="preencoded.png" id="1418" name="Google Shape;1418;g3ecd9bc579e_0_4404"/>
          <p:cNvPicPr preferRelativeResize="0"/>
          <p:nvPr/>
        </p:nvPicPr>
        <p:blipFill rotWithShape="1">
          <a:blip r:embed="rId5">
            <a:alphaModFix/>
          </a:blip>
          <a:srcRect b="0" l="0" r="0" t="0"/>
          <a:stretch/>
        </p:blipFill>
        <p:spPr>
          <a:xfrm>
            <a:off x="6413155" y="2149709"/>
            <a:ext cx="360582" cy="360582"/>
          </a:xfrm>
          <a:prstGeom prst="rect">
            <a:avLst/>
          </a:prstGeom>
          <a:noFill/>
          <a:ln>
            <a:noFill/>
          </a:ln>
        </p:spPr>
      </p:pic>
      <p:sp>
        <p:nvSpPr>
          <p:cNvPr id="1419" name="Google Shape;1419;g3ecd9bc579e_0_4404"/>
          <p:cNvSpPr/>
          <p:nvPr/>
        </p:nvSpPr>
        <p:spPr>
          <a:xfrm>
            <a:off x="6413155" y="2575852"/>
            <a:ext cx="21177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753"/>
              <a:buFont typeface="Arial"/>
              <a:buNone/>
            </a:pPr>
            <a:r>
              <a:rPr b="1" i="0" lang="en-US" sz="753" u="none" cap="none" strike="noStrike">
                <a:solidFill>
                  <a:srgbClr val="00C176"/>
                </a:solidFill>
                <a:latin typeface="Arial"/>
                <a:ea typeface="Arial"/>
                <a:cs typeface="Arial"/>
                <a:sym typeface="Arial"/>
              </a:rPr>
              <a:t>MODULE 3</a:t>
            </a:r>
            <a:endParaRPr b="0" i="0" sz="753" u="none" cap="none" strike="noStrike">
              <a:solidFill>
                <a:schemeClr val="dk1"/>
              </a:solidFill>
              <a:latin typeface="Calibri"/>
              <a:ea typeface="Calibri"/>
              <a:cs typeface="Calibri"/>
              <a:sym typeface="Calibri"/>
            </a:endParaRPr>
          </a:p>
        </p:txBody>
      </p:sp>
      <p:sp>
        <p:nvSpPr>
          <p:cNvPr id="1420" name="Google Shape;1420;g3ecd9bc579e_0_4404"/>
          <p:cNvSpPr/>
          <p:nvPr/>
        </p:nvSpPr>
        <p:spPr>
          <a:xfrm>
            <a:off x="6413155" y="2772533"/>
            <a:ext cx="2117700" cy="29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91"/>
              <a:buFont typeface="Arial Black"/>
              <a:buNone/>
            </a:pPr>
            <a:r>
              <a:rPr b="1" i="0" lang="en-US" sz="1362" u="none" cap="none" strike="noStrike">
                <a:solidFill>
                  <a:srgbClr val="FFFFFF"/>
                </a:solidFill>
                <a:latin typeface="Arial Black"/>
                <a:ea typeface="Arial Black"/>
                <a:cs typeface="Arial Black"/>
                <a:sym typeface="Arial Black"/>
              </a:rPr>
              <a:t>AES + Prisma </a:t>
            </a:r>
            <a:r>
              <a:rPr b="1" lang="en-US" sz="1362">
                <a:solidFill>
                  <a:srgbClr val="FFFFFF"/>
                </a:solidFill>
                <a:latin typeface="Arial Black"/>
                <a:ea typeface="Arial Black"/>
                <a:cs typeface="Arial Black"/>
                <a:sym typeface="Arial Black"/>
              </a:rPr>
              <a:t>SASE</a:t>
            </a:r>
            <a:endParaRPr b="0" i="0" sz="1362" u="none" cap="none" strike="noStrike">
              <a:solidFill>
                <a:schemeClr val="dk1"/>
              </a:solidFill>
              <a:latin typeface="Calibri"/>
              <a:ea typeface="Calibri"/>
              <a:cs typeface="Calibri"/>
              <a:sym typeface="Calibri"/>
            </a:endParaRPr>
          </a:p>
        </p:txBody>
      </p:sp>
      <p:sp>
        <p:nvSpPr>
          <p:cNvPr id="1421" name="Google Shape;1421;g3ecd9bc579e_0_4404"/>
          <p:cNvSpPr/>
          <p:nvPr/>
        </p:nvSpPr>
        <p:spPr>
          <a:xfrm>
            <a:off x="6413155" y="3133116"/>
            <a:ext cx="2117700" cy="1311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5CFC6"/>
              </a:buClr>
              <a:buSzPts val="753"/>
              <a:buFont typeface="Calibri"/>
              <a:buNone/>
            </a:pPr>
            <a:r>
              <a:rPr b="0" i="0" lang="en-US" sz="896" u="none" cap="none" strike="noStrike">
                <a:solidFill>
                  <a:schemeClr val="lt1"/>
                </a:solidFill>
                <a:latin typeface="Calibri"/>
                <a:ea typeface="Calibri"/>
                <a:cs typeface="Calibri"/>
                <a:sym typeface="Calibri"/>
              </a:rPr>
              <a:t>Double-gate for the remote workforce. AES governs agentic software at the </a:t>
            </a:r>
            <a:r>
              <a:rPr lang="en-US" sz="896">
                <a:solidFill>
                  <a:schemeClr val="lt1"/>
                </a:solidFill>
                <a:latin typeface="Calibri"/>
                <a:ea typeface="Calibri"/>
                <a:cs typeface="Calibri"/>
                <a:sym typeface="Calibri"/>
              </a:rPr>
              <a:t>endpoint</a:t>
            </a:r>
            <a:r>
              <a:rPr b="0" i="0" lang="en-US" sz="896" u="none" cap="none" strike="noStrike">
                <a:solidFill>
                  <a:schemeClr val="lt1"/>
                </a:solidFill>
                <a:latin typeface="Calibri"/>
                <a:ea typeface="Calibri"/>
                <a:cs typeface="Calibri"/>
                <a:sym typeface="Calibri"/>
              </a:rPr>
              <a:t>; Prisma </a:t>
            </a:r>
            <a:r>
              <a:rPr lang="en-US" sz="896">
                <a:solidFill>
                  <a:schemeClr val="lt1"/>
                </a:solidFill>
                <a:latin typeface="Calibri"/>
                <a:ea typeface="Calibri"/>
                <a:cs typeface="Calibri"/>
                <a:sym typeface="Calibri"/>
              </a:rPr>
              <a:t>SASE</a:t>
            </a:r>
            <a:r>
              <a:rPr b="0" i="0" lang="en-US" sz="896" u="none" cap="none" strike="noStrike">
                <a:solidFill>
                  <a:schemeClr val="lt1"/>
                </a:solidFill>
                <a:latin typeface="Calibri"/>
                <a:ea typeface="Calibri"/>
                <a:cs typeface="Calibri"/>
                <a:sym typeface="Calibri"/>
              </a:rPr>
              <a:t> enforces network policy on traffic that leaves. A malicious extension is caught at install, and any exfiltration is caught in the SASE tunnel.</a:t>
            </a:r>
            <a:endParaRPr b="0" i="0" sz="896" u="none" cap="none" strike="noStrike">
              <a:solidFill>
                <a:schemeClr val="lt1"/>
              </a:solidFill>
              <a:latin typeface="Calibri"/>
              <a:ea typeface="Calibri"/>
              <a:cs typeface="Calibri"/>
              <a:sym typeface="Calibri"/>
            </a:endParaRPr>
          </a:p>
        </p:txBody>
      </p:sp>
      <p:sp>
        <p:nvSpPr>
          <p:cNvPr id="1422" name="Google Shape;1422;g3ecd9bc579e_0_4404"/>
          <p:cNvSpPr/>
          <p:nvPr/>
        </p:nvSpPr>
        <p:spPr>
          <a:xfrm>
            <a:off x="6413155" y="4444325"/>
            <a:ext cx="2117700" cy="236100"/>
          </a:xfrm>
          <a:prstGeom prst="rect">
            <a:avLst/>
          </a:prstGeom>
          <a:solidFill>
            <a:srgbClr val="10160F"/>
          </a:solidFill>
          <a:ln cap="flat" cmpd="sng" w="9100">
            <a:solidFill>
              <a:srgbClr val="F0B429"/>
            </a:solidFill>
            <a:prstDash val="solid"/>
            <a:round/>
            <a:headEnd len="sm" w="sm" type="none"/>
            <a:tailEnd len="sm" w="sm" type="none"/>
          </a:ln>
        </p:spPr>
        <p:txBody>
          <a:bodyPr anchorCtr="0" anchor="ctr" bIns="65550" lIns="65550" spcFirstLastPara="1" rIns="65550" wrap="square" tIns="65550">
            <a:noAutofit/>
          </a:bodyPr>
          <a:lstStyle/>
          <a:p>
            <a:pPr indent="0" lvl="0" marL="0" marR="0" rtl="0" algn="l">
              <a:lnSpc>
                <a:spcPct val="100000"/>
              </a:lnSpc>
              <a:spcBef>
                <a:spcPts val="0"/>
              </a:spcBef>
              <a:spcAft>
                <a:spcPts val="0"/>
              </a:spcAft>
              <a:buClr>
                <a:srgbClr val="000000"/>
              </a:buClr>
              <a:buSzPts val="1004"/>
              <a:buFont typeface="Arial"/>
              <a:buNone/>
            </a:pPr>
            <a:r>
              <a:t/>
            </a:r>
            <a:endParaRPr b="0" i="0" sz="1004" u="none" cap="none" strike="noStrike">
              <a:solidFill>
                <a:srgbClr val="000000"/>
              </a:solidFill>
              <a:latin typeface="Arial"/>
              <a:ea typeface="Arial"/>
              <a:cs typeface="Arial"/>
              <a:sym typeface="Arial"/>
            </a:endParaRPr>
          </a:p>
        </p:txBody>
      </p:sp>
      <p:sp>
        <p:nvSpPr>
          <p:cNvPr id="1423" name="Google Shape;1423;g3ecd9bc579e_0_4404"/>
          <p:cNvSpPr/>
          <p:nvPr/>
        </p:nvSpPr>
        <p:spPr>
          <a:xfrm>
            <a:off x="6413155" y="4444325"/>
            <a:ext cx="2117700" cy="236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681"/>
              <a:buFont typeface="Arial"/>
              <a:buNone/>
            </a:pPr>
            <a:r>
              <a:rPr b="1" lang="en-US" sz="753">
                <a:solidFill>
                  <a:srgbClr val="F0B429"/>
                </a:solidFill>
              </a:rPr>
              <a:t>SASE </a:t>
            </a:r>
            <a:r>
              <a:rPr b="1" i="0" lang="en-US" sz="753" u="none" cap="none" strike="noStrike">
                <a:solidFill>
                  <a:srgbClr val="F0B429"/>
                </a:solidFill>
                <a:latin typeface="Arial"/>
                <a:ea typeface="Arial"/>
                <a:cs typeface="Arial"/>
                <a:sym typeface="Arial"/>
              </a:rPr>
              <a:t>INTEGRATION FOLLOWING</a:t>
            </a:r>
            <a:endParaRPr b="0" i="0" sz="753" u="none" cap="none" strike="noStrike">
              <a:solidFill>
                <a:schemeClr val="dk1"/>
              </a:solidFill>
              <a:latin typeface="Calibri"/>
              <a:ea typeface="Calibri"/>
              <a:cs typeface="Calibri"/>
              <a:sym typeface="Calibri"/>
            </a:endParaRPr>
          </a:p>
        </p:txBody>
      </p:sp>
      <p:sp>
        <p:nvSpPr>
          <p:cNvPr id="1424" name="Google Shape;1424;g3ecd9bc579e_0_4404"/>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chemeClr val="accent1"/>
                </a:solidFill>
                <a:latin typeface="Arial"/>
                <a:ea typeface="Arial"/>
                <a:cs typeface="Arial"/>
                <a:sym typeface="Arial"/>
              </a:rPr>
              <a:t>PALO ALTO NETWORKS</a:t>
            </a:r>
            <a:endParaRPr b="1" i="0" sz="1000" u="none" cap="none" strike="noStrike">
              <a:solidFill>
                <a:schemeClr val="accent1"/>
              </a:solidFill>
              <a:latin typeface="Calibri"/>
              <a:ea typeface="Calibri"/>
              <a:cs typeface="Calibri"/>
              <a:sym typeface="Calibri"/>
            </a:endParaRPr>
          </a:p>
        </p:txBody>
      </p:sp>
      <p:sp>
        <p:nvSpPr>
          <p:cNvPr id="1425" name="Google Shape;1425;g3ecd9bc579e_0_4404"/>
          <p:cNvSpPr/>
          <p:nvPr/>
        </p:nvSpPr>
        <p:spPr>
          <a:xfrm>
            <a:off x="8991323" y="1920247"/>
            <a:ext cx="2511000" cy="2884500"/>
          </a:xfrm>
          <a:prstGeom prst="rect">
            <a:avLst/>
          </a:prstGeom>
          <a:solidFill>
            <a:srgbClr val="151D14"/>
          </a:solidFill>
          <a:ln cap="flat" cmpd="sng" w="9100">
            <a:solidFill>
              <a:srgbClr val="2A3527"/>
            </a:solidFill>
            <a:prstDash val="solid"/>
            <a:round/>
            <a:headEnd len="sm" w="sm" type="none"/>
            <a:tailEnd len="sm" w="sm" type="none"/>
          </a:ln>
          <a:effectLst>
            <a:outerShdw blurRad="81951" rotWithShape="0" algn="bl" dir="8100000" dist="27317">
              <a:srgbClr val="000000">
                <a:alpha val="34900"/>
              </a:srgbClr>
            </a:outerShdw>
          </a:effectLst>
        </p:spPr>
        <p:txBody>
          <a:bodyPr anchorCtr="0" anchor="ctr" bIns="65550" lIns="65550" spcFirstLastPara="1" rIns="65550" wrap="square" tIns="65550">
            <a:noAutofit/>
          </a:bodyPr>
          <a:lstStyle/>
          <a:p>
            <a:pPr indent="0" lvl="0" marL="0" marR="0" rtl="0" algn="l">
              <a:lnSpc>
                <a:spcPct val="100000"/>
              </a:lnSpc>
              <a:spcBef>
                <a:spcPts val="0"/>
              </a:spcBef>
              <a:spcAft>
                <a:spcPts val="0"/>
              </a:spcAft>
              <a:buClr>
                <a:srgbClr val="000000"/>
              </a:buClr>
              <a:buSzPts val="1004"/>
              <a:buFont typeface="Arial"/>
              <a:buNone/>
            </a:pPr>
            <a:r>
              <a:t/>
            </a:r>
            <a:endParaRPr b="0" i="0" sz="1004" u="none" cap="none" strike="noStrike">
              <a:solidFill>
                <a:srgbClr val="000000"/>
              </a:solidFill>
              <a:latin typeface="Arial"/>
              <a:ea typeface="Arial"/>
              <a:cs typeface="Arial"/>
              <a:sym typeface="Arial"/>
            </a:endParaRPr>
          </a:p>
        </p:txBody>
      </p:sp>
      <p:sp>
        <p:nvSpPr>
          <p:cNvPr id="1426" name="Google Shape;1426;g3ecd9bc579e_0_4404"/>
          <p:cNvSpPr/>
          <p:nvPr/>
        </p:nvSpPr>
        <p:spPr>
          <a:xfrm>
            <a:off x="8991323" y="1920247"/>
            <a:ext cx="2511000" cy="45900"/>
          </a:xfrm>
          <a:prstGeom prst="rect">
            <a:avLst/>
          </a:prstGeom>
          <a:solidFill>
            <a:srgbClr val="00C176"/>
          </a:solidFill>
          <a:ln>
            <a:noFill/>
          </a:ln>
        </p:spPr>
        <p:txBody>
          <a:bodyPr anchorCtr="0" anchor="ctr" bIns="65550" lIns="65550" spcFirstLastPara="1" rIns="65550" wrap="square" tIns="65550">
            <a:noAutofit/>
          </a:bodyPr>
          <a:lstStyle/>
          <a:p>
            <a:pPr indent="0" lvl="0" marL="0" marR="0" rtl="0" algn="l">
              <a:lnSpc>
                <a:spcPct val="100000"/>
              </a:lnSpc>
              <a:spcBef>
                <a:spcPts val="0"/>
              </a:spcBef>
              <a:spcAft>
                <a:spcPts val="0"/>
              </a:spcAft>
              <a:buClr>
                <a:srgbClr val="000000"/>
              </a:buClr>
              <a:buSzPts val="1004"/>
              <a:buFont typeface="Arial"/>
              <a:buNone/>
            </a:pPr>
            <a:r>
              <a:t/>
            </a:r>
            <a:endParaRPr b="0" i="0" sz="1004" u="none" cap="none" strike="noStrike">
              <a:solidFill>
                <a:srgbClr val="000000"/>
              </a:solidFill>
              <a:latin typeface="Arial"/>
              <a:ea typeface="Arial"/>
              <a:cs typeface="Arial"/>
              <a:sym typeface="Arial"/>
            </a:endParaRPr>
          </a:p>
        </p:txBody>
      </p:sp>
      <p:sp>
        <p:nvSpPr>
          <p:cNvPr id="1427" name="Google Shape;1427;g3ecd9bc579e_0_4404"/>
          <p:cNvSpPr/>
          <p:nvPr/>
        </p:nvSpPr>
        <p:spPr>
          <a:xfrm>
            <a:off x="9188005" y="2575852"/>
            <a:ext cx="21177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753"/>
              <a:buFont typeface="Arial"/>
              <a:buNone/>
            </a:pPr>
            <a:r>
              <a:rPr b="1" i="0" lang="en-US" sz="753" u="none" cap="none" strike="noStrike">
                <a:solidFill>
                  <a:srgbClr val="00C176"/>
                </a:solidFill>
                <a:latin typeface="Arial"/>
                <a:ea typeface="Arial"/>
                <a:cs typeface="Arial"/>
                <a:sym typeface="Arial"/>
              </a:rPr>
              <a:t>MODULE </a:t>
            </a:r>
            <a:r>
              <a:rPr b="1" lang="en-US" sz="753">
                <a:solidFill>
                  <a:srgbClr val="00C176"/>
                </a:solidFill>
              </a:rPr>
              <a:t>4</a:t>
            </a:r>
            <a:endParaRPr b="0" i="0" sz="753" u="none" cap="none" strike="noStrike">
              <a:solidFill>
                <a:schemeClr val="dk1"/>
              </a:solidFill>
              <a:latin typeface="Calibri"/>
              <a:ea typeface="Calibri"/>
              <a:cs typeface="Calibri"/>
              <a:sym typeface="Calibri"/>
            </a:endParaRPr>
          </a:p>
        </p:txBody>
      </p:sp>
      <p:sp>
        <p:nvSpPr>
          <p:cNvPr id="1428" name="Google Shape;1428;g3ecd9bc579e_0_4404"/>
          <p:cNvSpPr/>
          <p:nvPr/>
        </p:nvSpPr>
        <p:spPr>
          <a:xfrm>
            <a:off x="9188005" y="2772533"/>
            <a:ext cx="2117700" cy="29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91"/>
              <a:buFont typeface="Arial Black"/>
              <a:buNone/>
            </a:pPr>
            <a:r>
              <a:rPr b="1" i="0" lang="en-US" sz="1362" u="none" cap="none" strike="noStrike">
                <a:solidFill>
                  <a:srgbClr val="FFFFFF"/>
                </a:solidFill>
                <a:latin typeface="Arial Black"/>
                <a:ea typeface="Arial Black"/>
                <a:cs typeface="Arial Black"/>
                <a:sym typeface="Arial Black"/>
              </a:rPr>
              <a:t>AES + Prisma </a:t>
            </a:r>
            <a:r>
              <a:rPr b="1" lang="en-US" sz="1362">
                <a:solidFill>
                  <a:srgbClr val="FFFFFF"/>
                </a:solidFill>
                <a:latin typeface="Arial Black"/>
                <a:ea typeface="Arial Black"/>
                <a:cs typeface="Arial Black"/>
                <a:sym typeface="Arial Black"/>
              </a:rPr>
              <a:t>AIRS</a:t>
            </a:r>
            <a:endParaRPr b="0" i="0" sz="1362" u="none" cap="none" strike="noStrike">
              <a:solidFill>
                <a:schemeClr val="dk1"/>
              </a:solidFill>
              <a:latin typeface="Calibri"/>
              <a:ea typeface="Calibri"/>
              <a:cs typeface="Calibri"/>
              <a:sym typeface="Calibri"/>
            </a:endParaRPr>
          </a:p>
        </p:txBody>
      </p:sp>
      <p:sp>
        <p:nvSpPr>
          <p:cNvPr id="1429" name="Google Shape;1429;g3ecd9bc579e_0_4404"/>
          <p:cNvSpPr/>
          <p:nvPr/>
        </p:nvSpPr>
        <p:spPr>
          <a:xfrm>
            <a:off x="9188005" y="3133116"/>
            <a:ext cx="2117700" cy="1311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5CFC6"/>
              </a:buClr>
              <a:buSzPts val="753"/>
              <a:buFont typeface="Calibri"/>
              <a:buNone/>
            </a:pPr>
            <a:r>
              <a:rPr lang="en-US" sz="896">
                <a:solidFill>
                  <a:schemeClr val="lt1"/>
                </a:solidFill>
                <a:latin typeface="Calibri"/>
                <a:ea typeface="Calibri"/>
                <a:cs typeface="Calibri"/>
                <a:sym typeface="Calibri"/>
              </a:rPr>
              <a:t>End-to-end AI Factory governance. AES governs the agentic developer endpoint - extensions, IDE plugins, MCP servers, packages. Prisma AIRS governs the AI runtime - agents, models, prompt traffic. A malicious model is caught before deployment, and any runtime drift is caught in the AIRS firewall.</a:t>
            </a:r>
            <a:endParaRPr sz="896">
              <a:solidFill>
                <a:schemeClr val="lt1"/>
              </a:solidFill>
              <a:latin typeface="Calibri"/>
              <a:ea typeface="Calibri"/>
              <a:cs typeface="Calibri"/>
              <a:sym typeface="Calibri"/>
            </a:endParaRPr>
          </a:p>
        </p:txBody>
      </p:sp>
      <p:sp>
        <p:nvSpPr>
          <p:cNvPr id="1430" name="Google Shape;1430;g3ecd9bc579e_0_4404"/>
          <p:cNvSpPr/>
          <p:nvPr/>
        </p:nvSpPr>
        <p:spPr>
          <a:xfrm>
            <a:off x="9188005" y="4444325"/>
            <a:ext cx="2117700" cy="236100"/>
          </a:xfrm>
          <a:prstGeom prst="rect">
            <a:avLst/>
          </a:prstGeom>
          <a:solidFill>
            <a:srgbClr val="10160F"/>
          </a:solidFill>
          <a:ln cap="flat" cmpd="sng" w="9100">
            <a:solidFill>
              <a:srgbClr val="F0B429"/>
            </a:solidFill>
            <a:prstDash val="solid"/>
            <a:round/>
            <a:headEnd len="sm" w="sm" type="none"/>
            <a:tailEnd len="sm" w="sm" type="none"/>
          </a:ln>
        </p:spPr>
        <p:txBody>
          <a:bodyPr anchorCtr="0" anchor="ctr" bIns="65550" lIns="65550" spcFirstLastPara="1" rIns="65550" wrap="square" tIns="65550">
            <a:noAutofit/>
          </a:bodyPr>
          <a:lstStyle/>
          <a:p>
            <a:pPr indent="0" lvl="0" marL="0" marR="0" rtl="0" algn="l">
              <a:lnSpc>
                <a:spcPct val="100000"/>
              </a:lnSpc>
              <a:spcBef>
                <a:spcPts val="0"/>
              </a:spcBef>
              <a:spcAft>
                <a:spcPts val="0"/>
              </a:spcAft>
              <a:buClr>
                <a:srgbClr val="000000"/>
              </a:buClr>
              <a:buSzPts val="1004"/>
              <a:buFont typeface="Arial"/>
              <a:buNone/>
            </a:pPr>
            <a:r>
              <a:t/>
            </a:r>
            <a:endParaRPr b="0" i="0" sz="1004" u="none" cap="none" strike="noStrike">
              <a:solidFill>
                <a:srgbClr val="000000"/>
              </a:solidFill>
              <a:latin typeface="Arial"/>
              <a:ea typeface="Arial"/>
              <a:cs typeface="Arial"/>
              <a:sym typeface="Arial"/>
            </a:endParaRPr>
          </a:p>
        </p:txBody>
      </p:sp>
      <p:sp>
        <p:nvSpPr>
          <p:cNvPr id="1431" name="Google Shape;1431;g3ecd9bc579e_0_4404"/>
          <p:cNvSpPr/>
          <p:nvPr/>
        </p:nvSpPr>
        <p:spPr>
          <a:xfrm>
            <a:off x="9188005" y="4444325"/>
            <a:ext cx="2117700" cy="236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B429"/>
              </a:buClr>
              <a:buSzPts val="681"/>
              <a:buFont typeface="Arial"/>
              <a:buNone/>
            </a:pPr>
            <a:r>
              <a:rPr b="1" i="0" lang="en-US" sz="753" u="none" cap="none" strike="noStrike">
                <a:solidFill>
                  <a:srgbClr val="F0B429"/>
                </a:solidFill>
                <a:latin typeface="Arial"/>
                <a:ea typeface="Arial"/>
                <a:cs typeface="Arial"/>
                <a:sym typeface="Arial"/>
              </a:rPr>
              <a:t>AIRS INTEGRATION FOLLOWING</a:t>
            </a:r>
            <a:endParaRPr b="0" i="0" sz="753" u="none" cap="none" strike="noStrike">
              <a:solidFill>
                <a:schemeClr val="dk1"/>
              </a:solidFill>
              <a:latin typeface="Calibri"/>
              <a:ea typeface="Calibri"/>
              <a:cs typeface="Calibri"/>
              <a:sym typeface="Calibri"/>
            </a:endParaRPr>
          </a:p>
        </p:txBody>
      </p:sp>
      <p:pic>
        <p:nvPicPr>
          <p:cNvPr id="1432" name="Google Shape;1432;g3ecd9bc579e_0_4404"/>
          <p:cNvPicPr preferRelativeResize="0"/>
          <p:nvPr/>
        </p:nvPicPr>
        <p:blipFill>
          <a:blip r:embed="rId6">
            <a:alphaModFix/>
          </a:blip>
          <a:stretch>
            <a:fillRect/>
          </a:stretch>
        </p:blipFill>
        <p:spPr>
          <a:xfrm>
            <a:off x="9188002" y="2187113"/>
            <a:ext cx="378872" cy="364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6" name="Shape 1436"/>
        <p:cNvGrpSpPr/>
        <p:nvPr/>
      </p:nvGrpSpPr>
      <p:grpSpPr>
        <a:xfrm>
          <a:off x="0" y="0"/>
          <a:ext cx="0" cy="0"/>
          <a:chOff x="0" y="0"/>
          <a:chExt cx="0" cy="0"/>
        </a:xfrm>
      </p:grpSpPr>
      <p:sp>
        <p:nvSpPr>
          <p:cNvPr id="1437" name="Google Shape;1437;g3ecd9bc579e_0_4407"/>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300" u="none" cap="none" strike="noStrike">
                <a:solidFill>
                  <a:srgbClr val="00C176"/>
                </a:solidFill>
                <a:latin typeface="Arial"/>
                <a:ea typeface="Arial"/>
                <a:cs typeface="Arial"/>
                <a:sym typeface="Arial"/>
              </a:rPr>
              <a:t>CORTEX AES/OFFERING DETAIL</a:t>
            </a:r>
            <a:endParaRPr b="0" i="0" sz="1300" u="none" cap="none" strike="noStrike">
              <a:solidFill>
                <a:schemeClr val="dk1"/>
              </a:solidFill>
              <a:latin typeface="Calibri"/>
              <a:ea typeface="Calibri"/>
              <a:cs typeface="Calibri"/>
              <a:sym typeface="Calibri"/>
            </a:endParaRPr>
          </a:p>
        </p:txBody>
      </p:sp>
      <p:sp>
        <p:nvSpPr>
          <p:cNvPr id="1438" name="Google Shape;1438;g3ecd9bc579e_0_4407"/>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000" u="none" cap="none" strike="noStrike">
                <a:solidFill>
                  <a:srgbClr val="FFFFFF"/>
                </a:solidFill>
                <a:latin typeface="Arial Black"/>
                <a:ea typeface="Arial Black"/>
                <a:cs typeface="Arial Black"/>
                <a:sym typeface="Arial Black"/>
              </a:rPr>
              <a:t>Cortex AES offering catalog</a:t>
            </a:r>
            <a:endParaRPr b="0" i="0" sz="3000" u="none" cap="none" strike="noStrike">
              <a:solidFill>
                <a:schemeClr val="dk1"/>
              </a:solidFill>
              <a:latin typeface="Calibri"/>
              <a:ea typeface="Calibri"/>
              <a:cs typeface="Calibri"/>
              <a:sym typeface="Calibri"/>
            </a:endParaRPr>
          </a:p>
        </p:txBody>
      </p:sp>
      <p:graphicFrame>
        <p:nvGraphicFramePr>
          <p:cNvPr id="1439" name="Google Shape;1439;g3ecd9bc579e_0_4407"/>
          <p:cNvGraphicFramePr/>
          <p:nvPr/>
        </p:nvGraphicFramePr>
        <p:xfrm>
          <a:off x="640080" y="1828800"/>
          <a:ext cx="3000000" cy="3000000"/>
        </p:xfrm>
        <a:graphic>
          <a:graphicData uri="http://schemas.openxmlformats.org/drawingml/2006/table">
            <a:tbl>
              <a:tblPr>
                <a:noFill/>
                <a:tableStyleId>{053031FF-F472-4A94-A796-D5D1445D7629}</a:tableStyleId>
              </a:tblPr>
              <a:tblGrid>
                <a:gridCol w="3017525"/>
                <a:gridCol w="7894025"/>
              </a:tblGrid>
              <a:tr h="139700">
                <a:tc>
                  <a:txBody>
                    <a:bodyPr/>
                    <a:lstStyle/>
                    <a:p>
                      <a:pPr indent="0" lvl="0" marL="0" marR="0" rtl="0" algn="l">
                        <a:lnSpc>
                          <a:spcPct val="100000"/>
                        </a:lnSpc>
                        <a:spcBef>
                          <a:spcPts val="0"/>
                        </a:spcBef>
                        <a:spcAft>
                          <a:spcPts val="0"/>
                        </a:spcAft>
                        <a:buClr>
                          <a:srgbClr val="0A0E0C"/>
                        </a:buClr>
                        <a:buSzPts val="1100"/>
                        <a:buFont typeface="Arial"/>
                        <a:buNone/>
                      </a:pPr>
                      <a:r>
                        <a:rPr b="1" lang="en-US" sz="1300" u="none" cap="none" strike="noStrike">
                          <a:solidFill>
                            <a:srgbClr val="0A0E0C"/>
                          </a:solidFill>
                          <a:latin typeface="Arial"/>
                          <a:ea typeface="Arial"/>
                          <a:cs typeface="Arial"/>
                          <a:sym typeface="Arial"/>
                        </a:rPr>
                        <a:t>OFFERING</a:t>
                      </a:r>
                      <a:r>
                        <a:rPr b="1" lang="en-US" sz="1300" u="none" cap="none" strike="noStrike">
                          <a:solidFill>
                            <a:srgbClr val="0A0E0C"/>
                          </a:solidFill>
                        </a:rPr>
                        <a:t>/</a:t>
                      </a:r>
                      <a:r>
                        <a:rPr b="1" lang="en-US" sz="1300" u="none" cap="none" strike="noStrike">
                          <a:solidFill>
                            <a:srgbClr val="0A0E0C"/>
                          </a:solidFill>
                          <a:latin typeface="Arial"/>
                          <a:ea typeface="Arial"/>
                          <a:cs typeface="Arial"/>
                          <a:sym typeface="Arial"/>
                        </a:rPr>
                        <a:t>MOTION</a:t>
                      </a:r>
                      <a:endParaRPr sz="130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00C176"/>
                    </a:solidFill>
                  </a:tcPr>
                </a:tc>
                <a:tc>
                  <a:txBody>
                    <a:bodyPr/>
                    <a:lstStyle/>
                    <a:p>
                      <a:pPr indent="0" lvl="0" marL="0" marR="0" rtl="0" algn="l">
                        <a:lnSpc>
                          <a:spcPct val="100000"/>
                        </a:lnSpc>
                        <a:spcBef>
                          <a:spcPts val="0"/>
                        </a:spcBef>
                        <a:spcAft>
                          <a:spcPts val="0"/>
                        </a:spcAft>
                        <a:buClr>
                          <a:srgbClr val="0A0E0C"/>
                        </a:buClr>
                        <a:buSzPts val="1100"/>
                        <a:buFont typeface="Arial"/>
                        <a:buNone/>
                      </a:pPr>
                      <a:r>
                        <a:rPr b="1" lang="en-US" sz="1300" u="none" cap="none" strike="noStrike">
                          <a:solidFill>
                            <a:srgbClr val="0A0E0C"/>
                          </a:solidFill>
                          <a:latin typeface="Arial"/>
                          <a:ea typeface="Arial"/>
                          <a:cs typeface="Arial"/>
                          <a:sym typeface="Arial"/>
                        </a:rPr>
                        <a:t>DESCRIPTION</a:t>
                      </a:r>
                      <a:endParaRPr sz="130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00C176"/>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Managed: Agentic Software</a:t>
                      </a:r>
                      <a:endParaRPr sz="1250">
                        <a:solidFill>
                          <a:schemeClr val="dk1"/>
                        </a:solidFill>
                      </a:endParaRPr>
                    </a:p>
                    <a:p>
                      <a:pPr indent="0" lvl="0" marL="0" rtl="0" algn="l">
                        <a:spcBef>
                          <a:spcPts val="0"/>
                        </a:spcBef>
                        <a:spcAft>
                          <a:spcPts val="0"/>
                        </a:spcAft>
                        <a:buClr>
                          <a:schemeClr val="lt1"/>
                        </a:buClr>
                        <a:buSzPts val="1050"/>
                        <a:buFont typeface="Arial"/>
                        <a:buNone/>
                      </a:pPr>
                      <a:r>
                        <a:rPr b="1" lang="en-US" sz="1250">
                          <a:solidFill>
                            <a:schemeClr val="lt1"/>
                          </a:solidFill>
                        </a:rPr>
                        <a:t>Supply Chain Monitoring</a:t>
                      </a:r>
                      <a:endParaRPr sz="1250"/>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Net-new recurring managed service: discovery, policy configuration, ongoing monitoring, remediation, and reporting. Per-endpoint pricing model. Does not cannibalize existing Cortex services.</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marR="0" rtl="0" algn="l">
                        <a:lnSpc>
                          <a:spcPct val="100000"/>
                        </a:lnSpc>
                        <a:spcBef>
                          <a:spcPts val="0"/>
                        </a:spcBef>
                        <a:spcAft>
                          <a:spcPts val="0"/>
                        </a:spcAft>
                        <a:buClr>
                          <a:srgbClr val="FFFFFF"/>
                        </a:buClr>
                        <a:buSzPts val="1050"/>
                        <a:buFont typeface="Arial"/>
                        <a:buNone/>
                      </a:pPr>
                      <a:r>
                        <a:rPr b="1" lang="en-US" sz="1250" u="none" cap="none" strike="noStrike">
                          <a:solidFill>
                            <a:srgbClr val="FFFFFF"/>
                          </a:solidFill>
                          <a:latin typeface="Arial"/>
                          <a:ea typeface="Arial"/>
                          <a:cs typeface="Arial"/>
                          <a:sym typeface="Arial"/>
                        </a:rPr>
                        <a:t>Consulting &amp; Implementation</a:t>
                      </a:r>
                      <a:endParaRPr sz="125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51D14"/>
                    </a:solidFill>
                  </a:tcPr>
                </a:tc>
                <a:tc>
                  <a:txBody>
                    <a:bodyPr/>
                    <a:lstStyle/>
                    <a:p>
                      <a:pPr indent="0" lvl="0" marL="0" marR="0" rtl="0" algn="l">
                        <a:lnSpc>
                          <a:spcPct val="100000"/>
                        </a:lnSpc>
                        <a:spcBef>
                          <a:spcPts val="0"/>
                        </a:spcBef>
                        <a:spcAft>
                          <a:spcPts val="0"/>
                        </a:spcAft>
                        <a:buClr>
                          <a:srgbClr val="C5CFC6"/>
                        </a:buClr>
                        <a:buSzPts val="1000"/>
                        <a:buFont typeface="Calibri"/>
                        <a:buNone/>
                      </a:pPr>
                      <a:r>
                        <a:rPr lang="en-US" sz="1200" u="none" cap="none" strike="noStrike">
                          <a:solidFill>
                            <a:schemeClr val="lt2"/>
                          </a:solidFill>
                          <a:latin typeface="Calibri"/>
                          <a:ea typeface="Calibri"/>
                          <a:cs typeface="Calibri"/>
                          <a:sym typeface="Calibri"/>
                        </a:rPr>
                        <a:t>Deploy AES, configure governance policy, and tune the allow/block model. Establish the operational baseline for ongoing agentic software supply chain monitoring across the fleet.</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51D14"/>
                    </a:solidFill>
                  </a:tcPr>
                </a:tc>
              </a:tr>
              <a:tr h="133350">
                <a:tc>
                  <a:txBody>
                    <a:bodyPr/>
                    <a:lstStyle/>
                    <a:p>
                      <a:pPr indent="0" lvl="0" marL="0" marR="0" rtl="0" algn="l">
                        <a:lnSpc>
                          <a:spcPct val="100000"/>
                        </a:lnSpc>
                        <a:spcBef>
                          <a:spcPts val="0"/>
                        </a:spcBef>
                        <a:spcAft>
                          <a:spcPts val="0"/>
                        </a:spcAft>
                        <a:buClr>
                          <a:srgbClr val="FFFFFF"/>
                        </a:buClr>
                        <a:buSzPts val="1050"/>
                        <a:buFont typeface="Arial"/>
                        <a:buNone/>
                      </a:pPr>
                      <a:r>
                        <a:rPr b="1" lang="en-US" sz="1250" u="none" cap="none" strike="noStrike">
                          <a:solidFill>
                            <a:srgbClr val="FFFFFF"/>
                          </a:solidFill>
                          <a:latin typeface="Arial"/>
                          <a:ea typeface="Arial"/>
                          <a:cs typeface="Arial"/>
                          <a:sym typeface="Arial"/>
                        </a:rPr>
                        <a:t>Embedded: AES in Managed Endpoint</a:t>
                      </a:r>
                      <a:endParaRPr sz="125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51D14"/>
                    </a:solidFill>
                  </a:tcPr>
                </a:tc>
                <a:tc>
                  <a:txBody>
                    <a:bodyPr/>
                    <a:lstStyle/>
                    <a:p>
                      <a:pPr indent="0" lvl="0" marL="0" marR="0" rtl="0" algn="l">
                        <a:lnSpc>
                          <a:spcPct val="100000"/>
                        </a:lnSpc>
                        <a:spcBef>
                          <a:spcPts val="0"/>
                        </a:spcBef>
                        <a:spcAft>
                          <a:spcPts val="0"/>
                        </a:spcAft>
                        <a:buClr>
                          <a:srgbClr val="C5CFC6"/>
                        </a:buClr>
                        <a:buSzPts val="1000"/>
                        <a:buFont typeface="Calibri"/>
                        <a:buNone/>
                      </a:pPr>
                      <a:r>
                        <a:rPr lang="en-US" sz="1200" u="none" cap="none" strike="noStrike">
                          <a:solidFill>
                            <a:schemeClr val="lt2"/>
                          </a:solidFill>
                          <a:latin typeface="Calibri"/>
                          <a:ea typeface="Calibri"/>
                          <a:cs typeface="Calibri"/>
                          <a:sym typeface="Calibri"/>
                        </a:rPr>
                        <a:t>AES governance layered into the partner's existing managed endpoint or MDR service as a built-in differentiator, with telemetry feeding the Cortex SOC for correlated response.</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51D14"/>
                    </a:solidFill>
                  </a:tcPr>
                </a:tc>
              </a:tr>
              <a:tr h="133350">
                <a:tc>
                  <a:txBody>
                    <a:bodyPr/>
                    <a:lstStyle/>
                    <a:p>
                      <a:pPr indent="0" lvl="0" marL="0" marR="0" rtl="0" algn="l">
                        <a:lnSpc>
                          <a:spcPct val="100000"/>
                        </a:lnSpc>
                        <a:spcBef>
                          <a:spcPts val="0"/>
                        </a:spcBef>
                        <a:spcAft>
                          <a:spcPts val="0"/>
                        </a:spcAft>
                        <a:buClr>
                          <a:srgbClr val="FFFFFF"/>
                        </a:buClr>
                        <a:buSzPts val="1050"/>
                        <a:buFont typeface="Arial"/>
                        <a:buNone/>
                      </a:pPr>
                      <a:r>
                        <a:rPr b="1" lang="en-US" sz="1250" u="none" cap="none" strike="noStrike">
                          <a:solidFill>
                            <a:srgbClr val="FFFFFF"/>
                          </a:solidFill>
                          <a:latin typeface="Arial"/>
                          <a:ea typeface="Arial"/>
                          <a:cs typeface="Arial"/>
                          <a:sym typeface="Arial"/>
                        </a:rPr>
                        <a:t>AES + Prisma </a:t>
                      </a:r>
                      <a:r>
                        <a:rPr b="1" lang="en-US" sz="1250">
                          <a:solidFill>
                            <a:srgbClr val="FFFFFF"/>
                          </a:solidFill>
                        </a:rPr>
                        <a:t>SASE</a:t>
                      </a:r>
                      <a:r>
                        <a:rPr b="1" lang="en-US" sz="1250" u="none" cap="none" strike="noStrike">
                          <a:solidFill>
                            <a:srgbClr val="FFFFFF"/>
                          </a:solidFill>
                          <a:latin typeface="Arial"/>
                          <a:ea typeface="Arial"/>
                          <a:cs typeface="Arial"/>
                          <a:sym typeface="Arial"/>
                        </a:rPr>
                        <a:t> (Remote Workforce)</a:t>
                      </a:r>
                      <a:endParaRPr sz="1250" u="none" cap="none" strike="noStrike">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marR="0" rtl="0" algn="l">
                        <a:lnSpc>
                          <a:spcPct val="100000"/>
                        </a:lnSpc>
                        <a:spcBef>
                          <a:spcPts val="0"/>
                        </a:spcBef>
                        <a:spcAft>
                          <a:spcPts val="0"/>
                        </a:spcAft>
                        <a:buClr>
                          <a:srgbClr val="C5CFC6"/>
                        </a:buClr>
                        <a:buSzPts val="1000"/>
                        <a:buFont typeface="Calibri"/>
                        <a:buNone/>
                      </a:pPr>
                      <a:r>
                        <a:rPr lang="en-US" sz="1200" u="none" cap="none" strike="noStrike">
                          <a:solidFill>
                            <a:schemeClr val="lt2"/>
                          </a:solidFill>
                          <a:latin typeface="Calibri"/>
                          <a:ea typeface="Calibri"/>
                          <a:cs typeface="Calibri"/>
                          <a:sym typeface="Calibri"/>
                        </a:rPr>
                        <a:t>Endpoint governance plus network enforcement for the SASE workforce. AES blocks risky agentic software at the endpoint; Prisma </a:t>
                      </a:r>
                      <a:r>
                        <a:rPr lang="en-US" sz="1200">
                          <a:solidFill>
                            <a:schemeClr val="lt2"/>
                          </a:solidFill>
                          <a:latin typeface="Calibri"/>
                          <a:ea typeface="Calibri"/>
                          <a:cs typeface="Calibri"/>
                          <a:sym typeface="Calibri"/>
                        </a:rPr>
                        <a:t>SASE</a:t>
                      </a:r>
                      <a:r>
                        <a:rPr lang="en-US" sz="1200" u="none" cap="none" strike="noStrike">
                          <a:solidFill>
                            <a:schemeClr val="lt2"/>
                          </a:solidFill>
                          <a:latin typeface="Calibri"/>
                          <a:ea typeface="Calibri"/>
                          <a:cs typeface="Calibri"/>
                          <a:sym typeface="Calibri"/>
                        </a:rPr>
                        <a:t> enforces policy on outbound traffic.</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rtl="0" algn="l">
                        <a:lnSpc>
                          <a:spcPct val="140000"/>
                        </a:lnSpc>
                        <a:spcBef>
                          <a:spcPts val="1200"/>
                        </a:spcBef>
                        <a:spcAft>
                          <a:spcPts val="1200"/>
                        </a:spcAft>
                        <a:buClr>
                          <a:schemeClr val="dk1"/>
                        </a:buClr>
                        <a:buSzPts val="1100"/>
                        <a:buFont typeface="Arial"/>
                        <a:buNone/>
                      </a:pPr>
                      <a:r>
                        <a:rPr b="1" lang="en-US" sz="1250">
                          <a:solidFill>
                            <a:srgbClr val="FFFFFF"/>
                          </a:solidFill>
                        </a:rPr>
                        <a:t>AES + Prisma AIRS (AI Factory)</a:t>
                      </a:r>
                      <a:endParaRPr b="1" sz="1250" u="none" cap="none" strike="noStrike">
                        <a:solidFill>
                          <a:srgbClr val="FFFFFF"/>
                        </a:solidFill>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lnSpc>
                          <a:spcPct val="140000"/>
                        </a:lnSpc>
                        <a:spcBef>
                          <a:spcPts val="1200"/>
                        </a:spcBef>
                        <a:spcAft>
                          <a:spcPts val="1200"/>
                        </a:spcAft>
                        <a:buClr>
                          <a:schemeClr val="dk1"/>
                        </a:buClr>
                        <a:buSzPts val="1100"/>
                        <a:buFont typeface="Arial"/>
                        <a:buNone/>
                      </a:pPr>
                      <a:r>
                        <a:rPr lang="en-US" sz="1200">
                          <a:solidFill>
                            <a:schemeClr val="lt2"/>
                          </a:solidFill>
                          <a:latin typeface="Calibri"/>
                          <a:ea typeface="Calibri"/>
                          <a:cs typeface="Calibri"/>
                          <a:sym typeface="Calibri"/>
                        </a:rPr>
                        <a:t>End-to-end AI Factory governance across the agentic developer endpoint and the AI runtime. AES governs extensions, IDE plugins, MCP servers, and packages on developer workstations where AI gets built. Prisma AIRS governs agents, models, and prompt traffic where AI executes. Joint motion intercepts malicious models before deployment and catches runtime drift through the AIRS firewall, with AI-BOM tracking and agent identity controls as the connective tissue.</a:t>
                      </a:r>
                      <a:endParaRPr sz="1200">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r h="133350">
                <a:tc>
                  <a:txBody>
                    <a:bodyPr/>
                    <a:lstStyle/>
                    <a:p>
                      <a:pPr indent="0" lvl="0" marL="0" rtl="0" algn="l">
                        <a:spcBef>
                          <a:spcPts val="0"/>
                        </a:spcBef>
                        <a:spcAft>
                          <a:spcPts val="0"/>
                        </a:spcAft>
                        <a:buClr>
                          <a:schemeClr val="lt1"/>
                        </a:buClr>
                        <a:buSzPts val="1050"/>
                        <a:buFont typeface="Arial"/>
                        <a:buNone/>
                      </a:pPr>
                      <a:r>
                        <a:rPr b="1" lang="en-US" sz="1250">
                          <a:solidFill>
                            <a:schemeClr val="lt1"/>
                          </a:solidFill>
                        </a:rPr>
                        <a:t>Agentic Supply Chain advisory</a:t>
                      </a:r>
                      <a:endParaRPr b="1" sz="1250" u="none" cap="none" strike="noStrike">
                        <a:solidFill>
                          <a:srgbClr val="FFFFFF"/>
                        </a:solidFill>
                        <a:latin typeface="Arial"/>
                        <a:ea typeface="Arial"/>
                        <a:cs typeface="Arial"/>
                        <a:sym typeface="Arial"/>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c>
                  <a:txBody>
                    <a:bodyPr/>
                    <a:lstStyle/>
                    <a:p>
                      <a:pPr indent="0" lvl="0" marL="0" rtl="0" algn="l">
                        <a:spcBef>
                          <a:spcPts val="0"/>
                        </a:spcBef>
                        <a:spcAft>
                          <a:spcPts val="0"/>
                        </a:spcAft>
                        <a:buClr>
                          <a:srgbClr val="C5CFC6"/>
                        </a:buClr>
                        <a:buSzPts val="1000"/>
                        <a:buFont typeface="Calibri"/>
                        <a:buNone/>
                      </a:pPr>
                      <a:r>
                        <a:rPr lang="en-US" sz="1200">
                          <a:solidFill>
                            <a:schemeClr val="lt2"/>
                          </a:solidFill>
                          <a:latin typeface="Calibri"/>
                          <a:ea typeface="Calibri"/>
                          <a:cs typeface="Calibri"/>
                          <a:sym typeface="Calibri"/>
                        </a:rPr>
                        <a:t>Discovery-led engagement that inventories every extension, MCP server, package, and AI agent across the endpoint fleet and risk-scores the agentic attack surface. The immediate value moment: customers always see components they did not know existed.</a:t>
                      </a:r>
                      <a:endParaRPr sz="1200" u="none" cap="none" strike="noStrike">
                        <a:solidFill>
                          <a:schemeClr val="lt2"/>
                        </a:solidFill>
                        <a:latin typeface="Calibri"/>
                        <a:ea typeface="Calibri"/>
                        <a:cs typeface="Calibri"/>
                        <a:sym typeface="Calibri"/>
                      </a:endParaRPr>
                    </a:p>
                  </a:txBody>
                  <a:tcPr marT="50800" marB="50800" marR="101600" marL="101600" anchor="ctr">
                    <a:lnL cap="flat" cmpd="sng" w="12700">
                      <a:solidFill>
                        <a:srgbClr val="2A3527"/>
                      </a:solidFill>
                      <a:prstDash val="solid"/>
                      <a:round/>
                      <a:headEnd len="sm" w="sm" type="none"/>
                      <a:tailEnd len="sm" w="sm" type="none"/>
                    </a:lnL>
                    <a:lnR cap="flat" cmpd="sng" w="12700">
                      <a:solidFill>
                        <a:srgbClr val="2A3527"/>
                      </a:solidFill>
                      <a:prstDash val="solid"/>
                      <a:round/>
                      <a:headEnd len="sm" w="sm" type="none"/>
                      <a:tailEnd len="sm" w="sm" type="none"/>
                    </a:lnR>
                    <a:lnT cap="flat" cmpd="sng" w="12700">
                      <a:solidFill>
                        <a:srgbClr val="2A3527"/>
                      </a:solidFill>
                      <a:prstDash val="solid"/>
                      <a:round/>
                      <a:headEnd len="sm" w="sm" type="none"/>
                      <a:tailEnd len="sm" w="sm" type="none"/>
                    </a:lnT>
                    <a:lnB cap="flat" cmpd="sng" w="12700">
                      <a:solidFill>
                        <a:srgbClr val="2A3527"/>
                      </a:solidFill>
                      <a:prstDash val="solid"/>
                      <a:round/>
                      <a:headEnd len="sm" w="sm" type="none"/>
                      <a:tailEnd len="sm" w="sm" type="none"/>
                    </a:lnB>
                    <a:solidFill>
                      <a:srgbClr val="1B2419"/>
                    </a:solidFill>
                  </a:tcPr>
                </a:tc>
              </a:tr>
            </a:tbl>
          </a:graphicData>
        </a:graphic>
      </p:graphicFrame>
      <p:sp>
        <p:nvSpPr>
          <p:cNvPr id="1440" name="Google Shape;1440;g3ecd9bc579e_0_4407"/>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chemeClr val="accent1"/>
                </a:solidFill>
                <a:latin typeface="Arial"/>
                <a:ea typeface="Arial"/>
                <a:cs typeface="Arial"/>
                <a:sym typeface="Arial"/>
              </a:rPr>
              <a:t>PALO ALTO NETWORKS</a:t>
            </a:r>
            <a:endParaRPr b="1" i="0" sz="1000" u="none" cap="none" strike="noStrike">
              <a:solidFill>
                <a:schemeClr val="accen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g3ecd9bc579e_0_4422"/>
          <p:cNvSpPr/>
          <p:nvPr/>
        </p:nvSpPr>
        <p:spPr>
          <a:xfrm>
            <a:off x="640080" y="1554480"/>
            <a:ext cx="3657600" cy="128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3D2A"/>
              </a:buClr>
              <a:buSzPts val="9000"/>
              <a:buFont typeface="Arial Black"/>
              <a:buNone/>
            </a:pPr>
            <a:r>
              <a:rPr b="1" i="0" lang="en-US" sz="9000" u="none" cap="none" strike="noStrike">
                <a:solidFill>
                  <a:srgbClr val="0E3D2A"/>
                </a:solidFill>
                <a:latin typeface="Arial Black"/>
                <a:ea typeface="Arial Black"/>
                <a:cs typeface="Arial Black"/>
                <a:sym typeface="Arial Black"/>
              </a:rPr>
              <a:t>04</a:t>
            </a:r>
            <a:endParaRPr b="0" i="0" sz="9000" u="none" cap="none" strike="noStrike">
              <a:solidFill>
                <a:schemeClr val="dk1"/>
              </a:solidFill>
              <a:latin typeface="Calibri"/>
              <a:ea typeface="Calibri"/>
              <a:cs typeface="Calibri"/>
              <a:sym typeface="Calibri"/>
            </a:endParaRPr>
          </a:p>
        </p:txBody>
      </p:sp>
      <p:sp>
        <p:nvSpPr>
          <p:cNvPr id="1446" name="Google Shape;1446;g3ecd9bc579e_0_4422"/>
          <p:cNvSpPr/>
          <p:nvPr/>
        </p:nvSpPr>
        <p:spPr>
          <a:xfrm>
            <a:off x="640080" y="2971800"/>
            <a:ext cx="7315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400"/>
              <a:buFont typeface="Arial"/>
              <a:buNone/>
            </a:pPr>
            <a:r>
              <a:rPr b="1" i="0" lang="en-US" sz="1400" u="none" cap="none" strike="noStrike">
                <a:solidFill>
                  <a:srgbClr val="00C176"/>
                </a:solidFill>
                <a:latin typeface="Arial"/>
                <a:ea typeface="Arial"/>
                <a:cs typeface="Arial"/>
                <a:sym typeface="Arial"/>
              </a:rPr>
              <a:t>THE FULL PANW PLATFORM</a:t>
            </a:r>
            <a:endParaRPr b="0" i="0" sz="1400" u="none" cap="none" strike="noStrike">
              <a:solidFill>
                <a:schemeClr val="dk1"/>
              </a:solidFill>
              <a:latin typeface="Calibri"/>
              <a:ea typeface="Calibri"/>
              <a:cs typeface="Calibri"/>
              <a:sym typeface="Calibri"/>
            </a:endParaRPr>
          </a:p>
        </p:txBody>
      </p:sp>
      <p:sp>
        <p:nvSpPr>
          <p:cNvPr id="1447" name="Google Shape;1447;g3ecd9bc579e_0_4422"/>
          <p:cNvSpPr/>
          <p:nvPr/>
        </p:nvSpPr>
        <p:spPr>
          <a:xfrm>
            <a:off x="640080" y="3337560"/>
            <a:ext cx="8229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Arial Black"/>
              <a:buNone/>
            </a:pPr>
            <a:r>
              <a:rPr b="1" i="0" lang="en-US" sz="4600" u="none" cap="none" strike="noStrike">
                <a:solidFill>
                  <a:srgbClr val="FFFFFF"/>
                </a:solidFill>
                <a:latin typeface="Arial Black"/>
                <a:ea typeface="Arial Black"/>
                <a:cs typeface="Arial Black"/>
                <a:sym typeface="Arial Black"/>
              </a:rPr>
              <a:t>Beyond Cortex</a:t>
            </a:r>
            <a:endParaRPr b="0" i="0" sz="4600" u="none" cap="none" strike="noStrike">
              <a:solidFill>
                <a:schemeClr val="dk1"/>
              </a:solidFill>
              <a:latin typeface="Calibri"/>
              <a:ea typeface="Calibri"/>
              <a:cs typeface="Calibri"/>
              <a:sym typeface="Calibri"/>
            </a:endParaRPr>
          </a:p>
        </p:txBody>
      </p:sp>
      <p:sp>
        <p:nvSpPr>
          <p:cNvPr id="1448" name="Google Shape;1448;g3ecd9bc579e_0_4422"/>
          <p:cNvSpPr/>
          <p:nvPr/>
        </p:nvSpPr>
        <p:spPr>
          <a:xfrm>
            <a:off x="640080" y="4343400"/>
            <a:ext cx="7772400" cy="731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5CFC6"/>
              </a:buClr>
              <a:buSzPts val="1500"/>
              <a:buFont typeface="Calibri"/>
              <a:buNone/>
            </a:pPr>
            <a:r>
              <a:rPr b="0" i="0" lang="en-US" sz="1600" u="none" cap="none" strike="noStrike">
                <a:solidFill>
                  <a:schemeClr val="lt1"/>
                </a:solidFill>
                <a:latin typeface="Calibri"/>
                <a:ea typeface="Calibri"/>
                <a:cs typeface="Calibri"/>
                <a:sym typeface="Calibri"/>
              </a:rPr>
              <a:t>The catalog extends across the rest of the PANW portfolio. Each product carries an active partner motion and connects back to the Cortex platform through telemetry, identity, or policy.</a:t>
            </a:r>
            <a:endParaRPr b="0" i="0" sz="1600" u="none" cap="none" strike="noStrike">
              <a:solidFill>
                <a:schemeClr val="lt1"/>
              </a:solidFill>
              <a:latin typeface="Calibri"/>
              <a:ea typeface="Calibri"/>
              <a:cs typeface="Calibri"/>
              <a:sym typeface="Calibri"/>
            </a:endParaRPr>
          </a:p>
        </p:txBody>
      </p:sp>
      <p:pic>
        <p:nvPicPr>
          <p:cNvPr descr="preencoded.png" id="1449" name="Google Shape;1449;g3ecd9bc579e_0_4422"/>
          <p:cNvPicPr preferRelativeResize="0"/>
          <p:nvPr/>
        </p:nvPicPr>
        <p:blipFill rotWithShape="1">
          <a:blip r:embed="rId3">
            <a:alphaModFix/>
          </a:blip>
          <a:srcRect b="0" l="0" r="0" t="0"/>
          <a:stretch/>
        </p:blipFill>
        <p:spPr>
          <a:xfrm>
            <a:off x="9082735" y="2194560"/>
            <a:ext cx="2103120" cy="21031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g3ecd9bc579e_0_4425"/>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100" u="none" cap="none" strike="noStrike">
                <a:solidFill>
                  <a:srgbClr val="00C176"/>
                </a:solidFill>
                <a:latin typeface="Arial"/>
                <a:ea typeface="Arial"/>
                <a:cs typeface="Arial"/>
                <a:sym typeface="Arial"/>
              </a:rPr>
              <a:t>BEYOND CORTEX</a:t>
            </a:r>
            <a:r>
              <a:rPr b="1" lang="en-US" sz="1100">
                <a:solidFill>
                  <a:srgbClr val="00C176"/>
                </a:solidFill>
              </a:rPr>
              <a:t>: </a:t>
            </a:r>
            <a:r>
              <a:rPr b="1" i="0" lang="en-US" sz="1100" u="none" cap="none" strike="noStrike">
                <a:solidFill>
                  <a:srgbClr val="00C176"/>
                </a:solidFill>
                <a:latin typeface="Arial"/>
                <a:ea typeface="Arial"/>
                <a:cs typeface="Arial"/>
                <a:sym typeface="Arial"/>
              </a:rPr>
              <a:t>SASE</a:t>
            </a:r>
            <a:endParaRPr b="0" i="0" sz="1100" u="none" cap="none" strike="noStrike">
              <a:solidFill>
                <a:schemeClr val="dk1"/>
              </a:solidFill>
              <a:latin typeface="Calibri"/>
              <a:ea typeface="Calibri"/>
              <a:cs typeface="Calibri"/>
              <a:sym typeface="Calibri"/>
            </a:endParaRPr>
          </a:p>
        </p:txBody>
      </p:sp>
      <p:sp>
        <p:nvSpPr>
          <p:cNvPr id="1455" name="Google Shape;1455;g3ecd9bc579e_0_4425"/>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lang="en-US" sz="3100">
                <a:solidFill>
                  <a:srgbClr val="FFFFFF"/>
                </a:solidFill>
                <a:latin typeface="Arial Black"/>
                <a:ea typeface="Arial Black"/>
                <a:cs typeface="Arial Black"/>
                <a:sym typeface="Arial Black"/>
              </a:rPr>
              <a:t>P</a:t>
            </a:r>
            <a:r>
              <a:rPr b="1" lang="en-US" sz="3100">
                <a:solidFill>
                  <a:srgbClr val="FFFFFF"/>
                </a:solidFill>
                <a:latin typeface="Arial Black"/>
                <a:ea typeface="Arial Black"/>
                <a:cs typeface="Arial Black"/>
                <a:sym typeface="Arial Black"/>
              </a:rPr>
              <a:t>risma SASE</a:t>
            </a:r>
            <a:endParaRPr b="0" i="0" sz="3100" u="none" cap="none" strike="noStrike">
              <a:solidFill>
                <a:schemeClr val="dk1"/>
              </a:solidFill>
              <a:latin typeface="Calibri"/>
              <a:ea typeface="Calibri"/>
              <a:cs typeface="Calibri"/>
              <a:sym typeface="Calibri"/>
            </a:endParaRPr>
          </a:p>
        </p:txBody>
      </p:sp>
      <p:sp>
        <p:nvSpPr>
          <p:cNvPr id="1456" name="Google Shape;1456;g3ecd9bc579e_0_4425"/>
          <p:cNvSpPr/>
          <p:nvPr/>
        </p:nvSpPr>
        <p:spPr>
          <a:xfrm>
            <a:off x="640080" y="1828800"/>
            <a:ext cx="3840600" cy="39318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g3ecd9bc579e_0_4425"/>
          <p:cNvSpPr/>
          <p:nvPr/>
        </p:nvSpPr>
        <p:spPr>
          <a:xfrm>
            <a:off x="640080" y="1828800"/>
            <a:ext cx="3840600" cy="73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58" name="Google Shape;1458;g3ecd9bc579e_0_4425"/>
          <p:cNvPicPr preferRelativeResize="0"/>
          <p:nvPr/>
        </p:nvPicPr>
        <p:blipFill rotWithShape="1">
          <a:blip r:embed="rId3">
            <a:alphaModFix/>
          </a:blip>
          <a:srcRect b="0" l="0" r="0" t="0"/>
          <a:stretch/>
        </p:blipFill>
        <p:spPr>
          <a:xfrm>
            <a:off x="960120" y="2121408"/>
            <a:ext cx="685800" cy="685800"/>
          </a:xfrm>
          <a:prstGeom prst="rect">
            <a:avLst/>
          </a:prstGeom>
          <a:noFill/>
          <a:ln>
            <a:noFill/>
          </a:ln>
        </p:spPr>
      </p:pic>
      <p:sp>
        <p:nvSpPr>
          <p:cNvPr id="1459" name="Google Shape;1459;g3ecd9bc579e_0_4425"/>
          <p:cNvSpPr/>
          <p:nvPr/>
        </p:nvSpPr>
        <p:spPr>
          <a:xfrm>
            <a:off x="960120" y="2926080"/>
            <a:ext cx="3291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50"/>
              <a:buFont typeface="Arial"/>
              <a:buNone/>
            </a:pPr>
            <a:r>
              <a:rPr b="1" i="0" lang="en-US" sz="1050" u="none" cap="none" strike="noStrike">
                <a:solidFill>
                  <a:srgbClr val="00C176"/>
                </a:solidFill>
                <a:latin typeface="Arial"/>
                <a:ea typeface="Arial"/>
                <a:cs typeface="Arial"/>
                <a:sym typeface="Arial"/>
              </a:rPr>
              <a:t>SECURE ACCESS SERVICE EDGE</a:t>
            </a:r>
            <a:endParaRPr b="0" i="0" sz="1050" u="none" cap="none" strike="noStrike">
              <a:solidFill>
                <a:schemeClr val="dk1"/>
              </a:solidFill>
              <a:latin typeface="Calibri"/>
              <a:ea typeface="Calibri"/>
              <a:cs typeface="Calibri"/>
              <a:sym typeface="Calibri"/>
            </a:endParaRPr>
          </a:p>
        </p:txBody>
      </p:sp>
      <p:sp>
        <p:nvSpPr>
          <p:cNvPr id="1460" name="Google Shape;1460;g3ecd9bc579e_0_4425"/>
          <p:cNvSpPr/>
          <p:nvPr/>
        </p:nvSpPr>
        <p:spPr>
          <a:xfrm>
            <a:off x="960120" y="3200400"/>
            <a:ext cx="32919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Black"/>
              <a:buNone/>
            </a:pPr>
            <a:r>
              <a:rPr b="1" lang="en-US" sz="2400">
                <a:solidFill>
                  <a:srgbClr val="FFFFFF"/>
                </a:solidFill>
                <a:latin typeface="Arial Black"/>
                <a:ea typeface="Arial Black"/>
                <a:cs typeface="Arial Black"/>
                <a:sym typeface="Arial Black"/>
              </a:rPr>
              <a:t>P</a:t>
            </a:r>
            <a:r>
              <a:rPr b="1" lang="en-US" sz="2400">
                <a:solidFill>
                  <a:srgbClr val="FFFFFF"/>
                </a:solidFill>
                <a:latin typeface="Arial Black"/>
                <a:ea typeface="Arial Black"/>
                <a:cs typeface="Arial Black"/>
                <a:sym typeface="Arial Black"/>
              </a:rPr>
              <a:t>risma SASE</a:t>
            </a:r>
            <a:endParaRPr b="0" i="0" sz="2400" u="none" cap="none" strike="noStrike">
              <a:solidFill>
                <a:schemeClr val="dk1"/>
              </a:solidFill>
              <a:latin typeface="Calibri"/>
              <a:ea typeface="Calibri"/>
              <a:cs typeface="Calibri"/>
              <a:sym typeface="Calibri"/>
            </a:endParaRPr>
          </a:p>
        </p:txBody>
      </p:sp>
      <p:sp>
        <p:nvSpPr>
          <p:cNvPr id="1461" name="Google Shape;1461;g3ecd9bc579e_0_4425"/>
          <p:cNvSpPr/>
          <p:nvPr/>
        </p:nvSpPr>
        <p:spPr>
          <a:xfrm>
            <a:off x="960120" y="3749040"/>
            <a:ext cx="3291900" cy="19203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C5CFC6"/>
              </a:buClr>
              <a:buSzPts val="1100"/>
              <a:buFont typeface="Calibri"/>
              <a:buNone/>
            </a:pPr>
            <a:r>
              <a:rPr b="0" i="0" lang="en-US" sz="1300" u="none" cap="none" strike="noStrike">
                <a:solidFill>
                  <a:srgbClr val="C5CFC6"/>
                </a:solidFill>
                <a:latin typeface="Calibri"/>
                <a:ea typeface="Calibri"/>
                <a:cs typeface="Calibri"/>
                <a:sym typeface="Calibri"/>
              </a:rPr>
              <a:t>Cloud-delivered SASE for the hybrid workforce. Combines ZTNA 2.0, SWG, FWaaS, CASB, and DLP in one service that follows the user, not the perimeter. The natural network-side gate that pairs with AES Module 3 for the agentic remote workforce.</a:t>
            </a:r>
            <a:endParaRPr b="0" i="0" sz="1300" u="none" cap="none" strike="noStrike">
              <a:solidFill>
                <a:schemeClr val="dk1"/>
              </a:solidFill>
              <a:latin typeface="Calibri"/>
              <a:ea typeface="Calibri"/>
              <a:cs typeface="Calibri"/>
              <a:sym typeface="Calibri"/>
            </a:endParaRPr>
          </a:p>
        </p:txBody>
      </p:sp>
      <p:sp>
        <p:nvSpPr>
          <p:cNvPr id="1462" name="Google Shape;1462;g3ecd9bc579e_0_4425"/>
          <p:cNvSpPr/>
          <p:nvPr/>
        </p:nvSpPr>
        <p:spPr>
          <a:xfrm>
            <a:off x="4709160" y="1828800"/>
            <a:ext cx="684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00"/>
              <a:buFont typeface="Arial"/>
              <a:buNone/>
            </a:pPr>
            <a:r>
              <a:rPr b="1" i="0" lang="en-US" sz="1300" u="none" cap="none" strike="noStrike">
                <a:solidFill>
                  <a:srgbClr val="00C176"/>
                </a:solidFill>
                <a:latin typeface="Arial"/>
                <a:ea typeface="Arial"/>
                <a:cs typeface="Arial"/>
                <a:sym typeface="Arial"/>
              </a:rPr>
              <a:t>KEY CAPABILITIES</a:t>
            </a:r>
            <a:endParaRPr b="0" i="0" sz="1300" u="none" cap="none" strike="noStrike">
              <a:solidFill>
                <a:schemeClr val="dk1"/>
              </a:solidFill>
              <a:latin typeface="Calibri"/>
              <a:ea typeface="Calibri"/>
              <a:cs typeface="Calibri"/>
              <a:sym typeface="Calibri"/>
            </a:endParaRPr>
          </a:p>
        </p:txBody>
      </p:sp>
      <p:sp>
        <p:nvSpPr>
          <p:cNvPr id="1463" name="Google Shape;1463;g3ecd9bc579e_0_4425"/>
          <p:cNvSpPr/>
          <p:nvPr/>
        </p:nvSpPr>
        <p:spPr>
          <a:xfrm>
            <a:off x="4709160" y="2194560"/>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464" name="Google Shape;1464;g3ecd9bc579e_0_4425"/>
          <p:cNvSpPr/>
          <p:nvPr/>
        </p:nvSpPr>
        <p:spPr>
          <a:xfrm>
            <a:off x="4709160" y="2194560"/>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465" name="Google Shape;1465;g3ecd9bc579e_0_4425"/>
          <p:cNvSpPr/>
          <p:nvPr/>
        </p:nvSpPr>
        <p:spPr>
          <a:xfrm>
            <a:off x="4892040" y="2249424"/>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500" u="none" cap="none" strike="noStrike">
                <a:solidFill>
                  <a:srgbClr val="FFFFFF"/>
                </a:solidFill>
                <a:latin typeface="Arial"/>
                <a:ea typeface="Arial"/>
                <a:cs typeface="Arial"/>
                <a:sym typeface="Arial"/>
              </a:rPr>
              <a:t>ZTNA 2.0</a:t>
            </a:r>
            <a:endParaRPr b="0" i="0" sz="1500" u="none" cap="none" strike="noStrike">
              <a:solidFill>
                <a:schemeClr val="dk1"/>
              </a:solidFill>
              <a:latin typeface="Calibri"/>
              <a:ea typeface="Calibri"/>
              <a:cs typeface="Calibri"/>
              <a:sym typeface="Calibri"/>
            </a:endParaRPr>
          </a:p>
        </p:txBody>
      </p:sp>
      <p:sp>
        <p:nvSpPr>
          <p:cNvPr id="1466" name="Google Shape;1466;g3ecd9bc579e_0_4425"/>
          <p:cNvSpPr/>
          <p:nvPr/>
        </p:nvSpPr>
        <p:spPr>
          <a:xfrm>
            <a:off x="4892040" y="2505456"/>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250" u="none" cap="none" strike="noStrike">
                <a:solidFill>
                  <a:schemeClr val="lt2"/>
                </a:solidFill>
                <a:latin typeface="Calibri"/>
                <a:ea typeface="Calibri"/>
                <a:cs typeface="Calibri"/>
                <a:sym typeface="Calibri"/>
              </a:rPr>
              <a:t>Zero Trust Network Access with continuous trust verification</a:t>
            </a:r>
            <a:endParaRPr b="0" i="0" sz="1250" u="none" cap="none" strike="noStrike">
              <a:solidFill>
                <a:schemeClr val="lt2"/>
              </a:solidFill>
              <a:latin typeface="Calibri"/>
              <a:ea typeface="Calibri"/>
              <a:cs typeface="Calibri"/>
              <a:sym typeface="Calibri"/>
            </a:endParaRPr>
          </a:p>
        </p:txBody>
      </p:sp>
      <p:sp>
        <p:nvSpPr>
          <p:cNvPr id="1467" name="Google Shape;1467;g3ecd9bc579e_0_4425"/>
          <p:cNvSpPr/>
          <p:nvPr/>
        </p:nvSpPr>
        <p:spPr>
          <a:xfrm>
            <a:off x="4709160" y="2944368"/>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468" name="Google Shape;1468;g3ecd9bc579e_0_4425"/>
          <p:cNvSpPr/>
          <p:nvPr/>
        </p:nvSpPr>
        <p:spPr>
          <a:xfrm>
            <a:off x="4709160" y="2944368"/>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469" name="Google Shape;1469;g3ecd9bc579e_0_4425"/>
          <p:cNvSpPr/>
          <p:nvPr/>
        </p:nvSpPr>
        <p:spPr>
          <a:xfrm>
            <a:off x="4892040" y="2999232"/>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500" u="none" cap="none" strike="noStrike">
                <a:solidFill>
                  <a:srgbClr val="FFFFFF"/>
                </a:solidFill>
                <a:latin typeface="Arial"/>
                <a:ea typeface="Arial"/>
                <a:cs typeface="Arial"/>
                <a:sym typeface="Arial"/>
              </a:rPr>
              <a:t>Cloud SWG + DLP</a:t>
            </a:r>
            <a:endParaRPr b="0" i="0" sz="1500" u="none" cap="none" strike="noStrike">
              <a:solidFill>
                <a:schemeClr val="dk1"/>
              </a:solidFill>
              <a:latin typeface="Calibri"/>
              <a:ea typeface="Calibri"/>
              <a:cs typeface="Calibri"/>
              <a:sym typeface="Calibri"/>
            </a:endParaRPr>
          </a:p>
        </p:txBody>
      </p:sp>
      <p:sp>
        <p:nvSpPr>
          <p:cNvPr id="1470" name="Google Shape;1470;g3ecd9bc579e_0_4425"/>
          <p:cNvSpPr/>
          <p:nvPr/>
        </p:nvSpPr>
        <p:spPr>
          <a:xfrm>
            <a:off x="4892040" y="3255264"/>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250" u="none" cap="none" strike="noStrike">
                <a:solidFill>
                  <a:schemeClr val="lt2"/>
                </a:solidFill>
                <a:latin typeface="Calibri"/>
                <a:ea typeface="Calibri"/>
                <a:cs typeface="Calibri"/>
                <a:sym typeface="Calibri"/>
              </a:rPr>
              <a:t>Secure web gateway and data loss prevention in one cloud</a:t>
            </a:r>
            <a:endParaRPr b="0" i="0" sz="1250" u="none" cap="none" strike="noStrike">
              <a:solidFill>
                <a:schemeClr val="lt2"/>
              </a:solidFill>
              <a:latin typeface="Calibri"/>
              <a:ea typeface="Calibri"/>
              <a:cs typeface="Calibri"/>
              <a:sym typeface="Calibri"/>
            </a:endParaRPr>
          </a:p>
        </p:txBody>
      </p:sp>
      <p:sp>
        <p:nvSpPr>
          <p:cNvPr id="1471" name="Google Shape;1471;g3ecd9bc579e_0_4425"/>
          <p:cNvSpPr/>
          <p:nvPr/>
        </p:nvSpPr>
        <p:spPr>
          <a:xfrm>
            <a:off x="4709160" y="3694176"/>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472" name="Google Shape;1472;g3ecd9bc579e_0_4425"/>
          <p:cNvSpPr/>
          <p:nvPr/>
        </p:nvSpPr>
        <p:spPr>
          <a:xfrm>
            <a:off x="4709160" y="3694176"/>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473" name="Google Shape;1473;g3ecd9bc579e_0_4425"/>
          <p:cNvSpPr/>
          <p:nvPr/>
        </p:nvSpPr>
        <p:spPr>
          <a:xfrm>
            <a:off x="4892040" y="3749040"/>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500" u="none" cap="none" strike="noStrike">
                <a:solidFill>
                  <a:srgbClr val="FFFFFF"/>
                </a:solidFill>
                <a:latin typeface="Arial"/>
                <a:ea typeface="Arial"/>
                <a:cs typeface="Arial"/>
                <a:sym typeface="Arial"/>
              </a:rPr>
              <a:t>Prisma Browser</a:t>
            </a:r>
            <a:endParaRPr b="0" i="0" sz="1500" u="none" cap="none" strike="noStrike">
              <a:solidFill>
                <a:schemeClr val="dk1"/>
              </a:solidFill>
              <a:latin typeface="Calibri"/>
              <a:ea typeface="Calibri"/>
              <a:cs typeface="Calibri"/>
              <a:sym typeface="Calibri"/>
            </a:endParaRPr>
          </a:p>
        </p:txBody>
      </p:sp>
      <p:sp>
        <p:nvSpPr>
          <p:cNvPr id="1474" name="Google Shape;1474;g3ecd9bc579e_0_4425"/>
          <p:cNvSpPr/>
          <p:nvPr/>
        </p:nvSpPr>
        <p:spPr>
          <a:xfrm>
            <a:off x="4892040" y="4005072"/>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250" u="none" cap="none" strike="noStrike">
                <a:solidFill>
                  <a:schemeClr val="lt2"/>
                </a:solidFill>
                <a:latin typeface="Calibri"/>
                <a:ea typeface="Calibri"/>
                <a:cs typeface="Calibri"/>
                <a:sym typeface="Calibri"/>
              </a:rPr>
              <a:t>Privileged access delivered in-place via the managed browser</a:t>
            </a:r>
            <a:endParaRPr b="0" i="0" sz="1250" u="none" cap="none" strike="noStrike">
              <a:solidFill>
                <a:schemeClr val="lt2"/>
              </a:solidFill>
              <a:latin typeface="Calibri"/>
              <a:ea typeface="Calibri"/>
              <a:cs typeface="Calibri"/>
              <a:sym typeface="Calibri"/>
            </a:endParaRPr>
          </a:p>
        </p:txBody>
      </p:sp>
      <p:sp>
        <p:nvSpPr>
          <p:cNvPr id="1475" name="Google Shape;1475;g3ecd9bc579e_0_4425"/>
          <p:cNvSpPr/>
          <p:nvPr/>
        </p:nvSpPr>
        <p:spPr>
          <a:xfrm>
            <a:off x="4709160" y="4443984"/>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476" name="Google Shape;1476;g3ecd9bc579e_0_4425"/>
          <p:cNvSpPr/>
          <p:nvPr/>
        </p:nvSpPr>
        <p:spPr>
          <a:xfrm>
            <a:off x="4709160" y="4443984"/>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1477" name="Google Shape;1477;g3ecd9bc579e_0_4425"/>
          <p:cNvSpPr/>
          <p:nvPr/>
        </p:nvSpPr>
        <p:spPr>
          <a:xfrm>
            <a:off x="4892040" y="4498848"/>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500" u="none" cap="none" strike="noStrike">
                <a:solidFill>
                  <a:srgbClr val="FFFFFF"/>
                </a:solidFill>
                <a:latin typeface="Arial"/>
                <a:ea typeface="Arial"/>
                <a:cs typeface="Arial"/>
                <a:sym typeface="Arial"/>
              </a:rPr>
              <a:t>Autonomous DEM</a:t>
            </a:r>
            <a:endParaRPr b="0" i="0" sz="1500" u="none" cap="none" strike="noStrike">
              <a:solidFill>
                <a:schemeClr val="dk1"/>
              </a:solidFill>
              <a:latin typeface="Calibri"/>
              <a:ea typeface="Calibri"/>
              <a:cs typeface="Calibri"/>
              <a:sym typeface="Calibri"/>
            </a:endParaRPr>
          </a:p>
        </p:txBody>
      </p:sp>
      <p:sp>
        <p:nvSpPr>
          <p:cNvPr id="1478" name="Google Shape;1478;g3ecd9bc579e_0_4425"/>
          <p:cNvSpPr/>
          <p:nvPr/>
        </p:nvSpPr>
        <p:spPr>
          <a:xfrm>
            <a:off x="4892040" y="4754880"/>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250" u="none" cap="none" strike="noStrike">
                <a:solidFill>
                  <a:schemeClr val="lt2"/>
                </a:solidFill>
                <a:latin typeface="Calibri"/>
                <a:ea typeface="Calibri"/>
                <a:cs typeface="Calibri"/>
                <a:sym typeface="Calibri"/>
              </a:rPr>
              <a:t>Digital experience management baked into the access layer</a:t>
            </a:r>
            <a:endParaRPr b="0" i="0" sz="1250" u="none" cap="none" strike="noStrike">
              <a:solidFill>
                <a:schemeClr val="lt2"/>
              </a:solidFill>
              <a:latin typeface="Calibri"/>
              <a:ea typeface="Calibri"/>
              <a:cs typeface="Calibri"/>
              <a:sym typeface="Calibri"/>
            </a:endParaRPr>
          </a:p>
        </p:txBody>
      </p:sp>
      <p:sp>
        <p:nvSpPr>
          <p:cNvPr id="1479" name="Google Shape;1479;g3ecd9bc579e_0_4425"/>
          <p:cNvSpPr/>
          <p:nvPr/>
        </p:nvSpPr>
        <p:spPr>
          <a:xfrm>
            <a:off x="640080" y="5870448"/>
            <a:ext cx="10911600" cy="4389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g3ecd9bc579e_0_4425"/>
          <p:cNvSpPr/>
          <p:nvPr/>
        </p:nvSpPr>
        <p:spPr>
          <a:xfrm>
            <a:off x="822960" y="5870448"/>
            <a:ext cx="1737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1000"/>
              <a:buFont typeface="Arial"/>
              <a:buNone/>
            </a:pPr>
            <a:r>
              <a:rPr b="1" i="0" lang="en-US" sz="1200" u="none" cap="none" strike="noStrike">
                <a:solidFill>
                  <a:srgbClr val="4FE3A6"/>
                </a:solidFill>
                <a:latin typeface="Arial"/>
                <a:ea typeface="Arial"/>
                <a:cs typeface="Arial"/>
                <a:sym typeface="Arial"/>
              </a:rPr>
              <a:t>PARTNER MOTION</a:t>
            </a:r>
            <a:endParaRPr b="0" i="0" sz="1200" u="none" cap="none" strike="noStrike">
              <a:solidFill>
                <a:schemeClr val="dk1"/>
              </a:solidFill>
              <a:latin typeface="Calibri"/>
              <a:ea typeface="Calibri"/>
              <a:cs typeface="Calibri"/>
              <a:sym typeface="Calibri"/>
            </a:endParaRPr>
          </a:p>
        </p:txBody>
      </p:sp>
      <p:sp>
        <p:nvSpPr>
          <p:cNvPr id="1481" name="Google Shape;1481;g3ecd9bc579e_0_4425"/>
          <p:cNvSpPr/>
          <p:nvPr/>
        </p:nvSpPr>
        <p:spPr>
          <a:xfrm>
            <a:off x="2651760" y="5870448"/>
            <a:ext cx="8808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EE9"/>
              </a:buClr>
              <a:buSzPts val="1050"/>
              <a:buFont typeface="Calibri"/>
              <a:buNone/>
            </a:pPr>
            <a:r>
              <a:rPr b="0" i="0" lang="en-US" sz="1250" u="none" cap="none" strike="noStrike">
                <a:solidFill>
                  <a:schemeClr val="lt1"/>
                </a:solidFill>
                <a:latin typeface="Calibri"/>
                <a:ea typeface="Calibri"/>
                <a:cs typeface="Calibri"/>
                <a:sym typeface="Calibri"/>
              </a:rPr>
              <a:t>SASE deployment services, ZTNA migration accelerators, hybrid workforce posture </a:t>
            </a:r>
            <a:r>
              <a:rPr lang="en-US" sz="1250">
                <a:solidFill>
                  <a:schemeClr val="lt1"/>
                </a:solidFill>
                <a:latin typeface="Calibri"/>
                <a:ea typeface="Calibri"/>
                <a:cs typeface="Calibri"/>
                <a:sym typeface="Calibri"/>
              </a:rPr>
              <a:t>advisories</a:t>
            </a:r>
            <a:r>
              <a:rPr b="0" i="0" lang="en-US" sz="1250" u="none" cap="none" strike="noStrike">
                <a:solidFill>
                  <a:schemeClr val="lt1"/>
                </a:solidFill>
                <a:latin typeface="Calibri"/>
                <a:ea typeface="Calibri"/>
                <a:cs typeface="Calibri"/>
                <a:sym typeface="Calibri"/>
              </a:rPr>
              <a:t>, partner-delivered </a:t>
            </a:r>
            <a:r>
              <a:rPr lang="en-US" sz="1250">
                <a:solidFill>
                  <a:schemeClr val="lt1"/>
                </a:solidFill>
                <a:latin typeface="Calibri"/>
                <a:ea typeface="Calibri"/>
                <a:cs typeface="Calibri"/>
                <a:sym typeface="Calibri"/>
              </a:rPr>
              <a:t>P</a:t>
            </a:r>
            <a:r>
              <a:rPr lang="en-US" sz="1250">
                <a:solidFill>
                  <a:schemeClr val="lt1"/>
                </a:solidFill>
                <a:latin typeface="Calibri"/>
                <a:ea typeface="Calibri"/>
                <a:cs typeface="Calibri"/>
                <a:sym typeface="Calibri"/>
              </a:rPr>
              <a:t>risma SASE</a:t>
            </a:r>
            <a:r>
              <a:rPr b="0" i="0" lang="en-US" sz="1250" u="none" cap="none" strike="noStrike">
                <a:solidFill>
                  <a:schemeClr val="lt1"/>
                </a:solidFill>
                <a:latin typeface="Calibri"/>
                <a:ea typeface="Calibri"/>
                <a:cs typeface="Calibri"/>
                <a:sym typeface="Calibri"/>
              </a:rPr>
              <a:t> managed service.</a:t>
            </a:r>
            <a:endParaRPr b="0" i="0" sz="1250" u="none" cap="none" strike="noStrike">
              <a:solidFill>
                <a:schemeClr val="lt1"/>
              </a:solidFill>
              <a:latin typeface="Calibri"/>
              <a:ea typeface="Calibri"/>
              <a:cs typeface="Calibri"/>
              <a:sym typeface="Calibri"/>
            </a:endParaRPr>
          </a:p>
        </p:txBody>
      </p:sp>
      <p:sp>
        <p:nvSpPr>
          <p:cNvPr id="1482" name="Google Shape;1482;g3ecd9bc579e_0_4425"/>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rgbClr val="FA582D"/>
                </a:solidFill>
                <a:latin typeface="Arial"/>
                <a:ea typeface="Arial"/>
                <a:cs typeface="Arial"/>
                <a:sym typeface="Arial"/>
              </a:rPr>
              <a:t>PALO ALTO NETWORKS</a:t>
            </a:r>
            <a:endParaRPr b="1" i="0" sz="1000" u="none" cap="none" strike="noStrike">
              <a:solidFill>
                <a:srgbClr val="FA582D"/>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0C"/>
        </a:solidFill>
      </p:bgPr>
    </p:bg>
    <p:spTree>
      <p:nvGrpSpPr>
        <p:cNvPr id="1487" name="Shape 1487"/>
        <p:cNvGrpSpPr/>
        <p:nvPr/>
      </p:nvGrpSpPr>
      <p:grpSpPr>
        <a:xfrm>
          <a:off x="0" y="0"/>
          <a:ext cx="0" cy="0"/>
          <a:chOff x="0" y="0"/>
          <a:chExt cx="0" cy="0"/>
        </a:xfrm>
      </p:grpSpPr>
      <p:sp>
        <p:nvSpPr>
          <p:cNvPr id="1488" name="Google Shape;1488;p17"/>
          <p:cNvSpPr/>
          <p:nvPr/>
        </p:nvSpPr>
        <p:spPr>
          <a:xfrm>
            <a:off x="640080" y="868680"/>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300" u="none" cap="none" strike="noStrike">
                <a:solidFill>
                  <a:srgbClr val="00C176"/>
                </a:solidFill>
                <a:latin typeface="Arial"/>
                <a:ea typeface="Arial"/>
                <a:cs typeface="Arial"/>
                <a:sym typeface="Arial"/>
              </a:rPr>
              <a:t>BEYOND CORTEX</a:t>
            </a:r>
            <a:r>
              <a:rPr b="1" lang="en-US" sz="1300">
                <a:solidFill>
                  <a:srgbClr val="00C176"/>
                </a:solidFill>
              </a:rPr>
              <a:t>: </a:t>
            </a:r>
            <a:r>
              <a:rPr b="1" i="0" lang="en-US" sz="1300" u="none" cap="none" strike="noStrike">
                <a:solidFill>
                  <a:srgbClr val="00C176"/>
                </a:solidFill>
                <a:latin typeface="Arial"/>
                <a:ea typeface="Arial"/>
                <a:cs typeface="Arial"/>
                <a:sym typeface="Arial"/>
              </a:rPr>
              <a:t>NEXT-GENERATION FIREWALL</a:t>
            </a:r>
            <a:endParaRPr b="0" i="0" sz="1300" u="none" cap="none" strike="noStrike">
              <a:solidFill>
                <a:schemeClr val="dk1"/>
              </a:solidFill>
              <a:latin typeface="Calibri"/>
              <a:ea typeface="Calibri"/>
              <a:cs typeface="Calibri"/>
              <a:sym typeface="Calibri"/>
            </a:endParaRPr>
          </a:p>
        </p:txBody>
      </p:sp>
      <p:sp>
        <p:nvSpPr>
          <p:cNvPr id="1489" name="Google Shape;1489;p17"/>
          <p:cNvSpPr/>
          <p:nvPr/>
        </p:nvSpPr>
        <p:spPr>
          <a:xfrm>
            <a:off x="640080" y="1133856"/>
            <a:ext cx="109728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000" u="none" cap="none" strike="noStrike">
                <a:solidFill>
                  <a:srgbClr val="FFFFFF"/>
                </a:solidFill>
                <a:latin typeface="Arial Black"/>
                <a:ea typeface="Arial Black"/>
                <a:cs typeface="Arial Black"/>
                <a:sym typeface="Arial Black"/>
              </a:rPr>
              <a:t>Strata/NGFW</a:t>
            </a:r>
            <a:endParaRPr b="0" i="0" sz="3000" u="none" cap="none" strike="noStrike">
              <a:solidFill>
                <a:schemeClr val="dk1"/>
              </a:solidFill>
              <a:latin typeface="Calibri"/>
              <a:ea typeface="Calibri"/>
              <a:cs typeface="Calibri"/>
              <a:sym typeface="Calibri"/>
            </a:endParaRPr>
          </a:p>
        </p:txBody>
      </p:sp>
      <p:sp>
        <p:nvSpPr>
          <p:cNvPr id="1490" name="Google Shape;1490;p17"/>
          <p:cNvSpPr/>
          <p:nvPr/>
        </p:nvSpPr>
        <p:spPr>
          <a:xfrm>
            <a:off x="640080" y="1828800"/>
            <a:ext cx="3840480" cy="393192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17"/>
          <p:cNvSpPr/>
          <p:nvPr/>
        </p:nvSpPr>
        <p:spPr>
          <a:xfrm>
            <a:off x="640080" y="1828800"/>
            <a:ext cx="3840480" cy="73152"/>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92" name="Google Shape;1492;p17"/>
          <p:cNvPicPr preferRelativeResize="0"/>
          <p:nvPr/>
        </p:nvPicPr>
        <p:blipFill rotWithShape="1">
          <a:blip r:embed="rId3">
            <a:alphaModFix/>
          </a:blip>
          <a:srcRect b="0" l="0" r="0" t="0"/>
          <a:stretch/>
        </p:blipFill>
        <p:spPr>
          <a:xfrm>
            <a:off x="960120" y="2121408"/>
            <a:ext cx="685800" cy="685800"/>
          </a:xfrm>
          <a:prstGeom prst="rect">
            <a:avLst/>
          </a:prstGeom>
          <a:noFill/>
          <a:ln>
            <a:noFill/>
          </a:ln>
        </p:spPr>
      </p:pic>
      <p:sp>
        <p:nvSpPr>
          <p:cNvPr id="1493" name="Google Shape;1493;p17"/>
          <p:cNvSpPr/>
          <p:nvPr/>
        </p:nvSpPr>
        <p:spPr>
          <a:xfrm>
            <a:off x="960120" y="2926080"/>
            <a:ext cx="32918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50"/>
              <a:buFont typeface="Arial"/>
              <a:buNone/>
            </a:pPr>
            <a:r>
              <a:rPr b="1" i="0" lang="en-US" sz="1050" u="none" cap="none" strike="noStrike">
                <a:solidFill>
                  <a:srgbClr val="00C176"/>
                </a:solidFill>
                <a:latin typeface="Arial"/>
                <a:ea typeface="Arial"/>
                <a:cs typeface="Arial"/>
                <a:sym typeface="Arial"/>
              </a:rPr>
              <a:t>NETWORK SECURITY</a:t>
            </a:r>
            <a:endParaRPr b="0" i="0" sz="1050" u="none" cap="none" strike="noStrike">
              <a:solidFill>
                <a:schemeClr val="dk1"/>
              </a:solidFill>
              <a:latin typeface="Calibri"/>
              <a:ea typeface="Calibri"/>
              <a:cs typeface="Calibri"/>
              <a:sym typeface="Calibri"/>
            </a:endParaRPr>
          </a:p>
        </p:txBody>
      </p:sp>
      <p:sp>
        <p:nvSpPr>
          <p:cNvPr id="1494" name="Google Shape;1494;p17"/>
          <p:cNvSpPr/>
          <p:nvPr/>
        </p:nvSpPr>
        <p:spPr>
          <a:xfrm>
            <a:off x="960120" y="3200400"/>
            <a:ext cx="3291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Black"/>
              <a:buNone/>
            </a:pPr>
            <a:r>
              <a:rPr b="1" i="0" lang="en-US" sz="2200" u="none" cap="none" strike="noStrike">
                <a:solidFill>
                  <a:srgbClr val="FFFFFF"/>
                </a:solidFill>
                <a:latin typeface="Arial Black"/>
                <a:ea typeface="Arial Black"/>
                <a:cs typeface="Arial Black"/>
                <a:sym typeface="Arial Black"/>
              </a:rPr>
              <a:t>Strata/NGFW</a:t>
            </a:r>
            <a:endParaRPr b="0" i="0" sz="2200" u="none" cap="none" strike="noStrike">
              <a:solidFill>
                <a:schemeClr val="dk1"/>
              </a:solidFill>
              <a:latin typeface="Calibri"/>
              <a:ea typeface="Calibri"/>
              <a:cs typeface="Calibri"/>
              <a:sym typeface="Calibri"/>
            </a:endParaRPr>
          </a:p>
        </p:txBody>
      </p:sp>
      <p:sp>
        <p:nvSpPr>
          <p:cNvPr id="1495" name="Google Shape;1495;p17"/>
          <p:cNvSpPr/>
          <p:nvPr/>
        </p:nvSpPr>
        <p:spPr>
          <a:xfrm>
            <a:off x="960120" y="3749040"/>
            <a:ext cx="3291840" cy="19202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C5CFC6"/>
              </a:buClr>
              <a:buSzPts val="1100"/>
              <a:buFont typeface="Calibri"/>
              <a:buNone/>
            </a:pPr>
            <a:r>
              <a:rPr b="0" i="0" lang="en-US" sz="1300" u="none" cap="none" strike="noStrike">
                <a:solidFill>
                  <a:schemeClr val="lt1"/>
                </a:solidFill>
                <a:latin typeface="Calibri"/>
                <a:ea typeface="Calibri"/>
                <a:cs typeface="Calibri"/>
                <a:sym typeface="Calibri"/>
              </a:rPr>
              <a:t>PANW's network security platform. Hardware, software, and cloud-delivered firewalls unified under Strata Cloud Manager with Precision AI threat prevention. The long-running partner motion that funds the rest of the platform conversation.</a:t>
            </a:r>
            <a:endParaRPr b="0" i="0" sz="1300" u="none" cap="none" strike="noStrike">
              <a:solidFill>
                <a:schemeClr val="lt1"/>
              </a:solidFill>
              <a:latin typeface="Calibri"/>
              <a:ea typeface="Calibri"/>
              <a:cs typeface="Calibri"/>
              <a:sym typeface="Calibri"/>
            </a:endParaRPr>
          </a:p>
        </p:txBody>
      </p:sp>
      <p:sp>
        <p:nvSpPr>
          <p:cNvPr id="1496" name="Google Shape;1496;p17"/>
          <p:cNvSpPr/>
          <p:nvPr/>
        </p:nvSpPr>
        <p:spPr>
          <a:xfrm>
            <a:off x="4709160" y="1828800"/>
            <a:ext cx="684245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00"/>
              <a:buFont typeface="Arial"/>
              <a:buNone/>
            </a:pPr>
            <a:r>
              <a:rPr b="1" i="0" lang="en-US" sz="1400" u="none" cap="none" strike="noStrike">
                <a:solidFill>
                  <a:srgbClr val="00C176"/>
                </a:solidFill>
                <a:latin typeface="Arial"/>
                <a:ea typeface="Arial"/>
                <a:cs typeface="Arial"/>
                <a:sym typeface="Arial"/>
              </a:rPr>
              <a:t>KEY CAPABILITIES</a:t>
            </a:r>
            <a:endParaRPr b="0" i="0" sz="1400" u="none" cap="none" strike="noStrike">
              <a:solidFill>
                <a:schemeClr val="dk1"/>
              </a:solidFill>
              <a:latin typeface="Calibri"/>
              <a:ea typeface="Calibri"/>
              <a:cs typeface="Calibri"/>
              <a:sym typeface="Calibri"/>
            </a:endParaRPr>
          </a:p>
        </p:txBody>
      </p:sp>
      <p:sp>
        <p:nvSpPr>
          <p:cNvPr id="1497" name="Google Shape;1497;p17"/>
          <p:cNvSpPr/>
          <p:nvPr/>
        </p:nvSpPr>
        <p:spPr>
          <a:xfrm>
            <a:off x="4709160" y="2194560"/>
            <a:ext cx="6842455" cy="64008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17"/>
          <p:cNvSpPr/>
          <p:nvPr/>
        </p:nvSpPr>
        <p:spPr>
          <a:xfrm>
            <a:off x="4709160" y="2194560"/>
            <a:ext cx="54864" cy="64008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17"/>
          <p:cNvSpPr/>
          <p:nvPr/>
        </p:nvSpPr>
        <p:spPr>
          <a:xfrm>
            <a:off x="4892040" y="2249424"/>
            <a:ext cx="65681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Strata Cloud Manager</a:t>
            </a:r>
            <a:endParaRPr b="0" i="0" sz="1400" u="none" cap="none" strike="noStrike">
              <a:solidFill>
                <a:schemeClr val="dk1"/>
              </a:solidFill>
              <a:latin typeface="Calibri"/>
              <a:ea typeface="Calibri"/>
              <a:cs typeface="Calibri"/>
              <a:sym typeface="Calibri"/>
            </a:endParaRPr>
          </a:p>
        </p:txBody>
      </p:sp>
      <p:sp>
        <p:nvSpPr>
          <p:cNvPr id="1500" name="Google Shape;1500;p17"/>
          <p:cNvSpPr/>
          <p:nvPr/>
        </p:nvSpPr>
        <p:spPr>
          <a:xfrm>
            <a:off x="4892040" y="2505456"/>
            <a:ext cx="6568135"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Unified management across hardware, software, and cloud NGFW</a:t>
            </a:r>
            <a:endParaRPr b="0" i="0" sz="1150" u="none" cap="none" strike="noStrike">
              <a:solidFill>
                <a:schemeClr val="lt2"/>
              </a:solidFill>
              <a:latin typeface="Calibri"/>
              <a:ea typeface="Calibri"/>
              <a:cs typeface="Calibri"/>
              <a:sym typeface="Calibri"/>
            </a:endParaRPr>
          </a:p>
        </p:txBody>
      </p:sp>
      <p:sp>
        <p:nvSpPr>
          <p:cNvPr id="1501" name="Google Shape;1501;p17"/>
          <p:cNvSpPr/>
          <p:nvPr/>
        </p:nvSpPr>
        <p:spPr>
          <a:xfrm>
            <a:off x="4709160" y="2944368"/>
            <a:ext cx="6842455" cy="64008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17"/>
          <p:cNvSpPr/>
          <p:nvPr/>
        </p:nvSpPr>
        <p:spPr>
          <a:xfrm>
            <a:off x="4709160" y="2944368"/>
            <a:ext cx="54864" cy="64008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17"/>
          <p:cNvSpPr/>
          <p:nvPr/>
        </p:nvSpPr>
        <p:spPr>
          <a:xfrm>
            <a:off x="4892040" y="2999232"/>
            <a:ext cx="65681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Precision AI</a:t>
            </a:r>
            <a:endParaRPr b="0" i="0" sz="1400" u="none" cap="none" strike="noStrike">
              <a:solidFill>
                <a:schemeClr val="dk1"/>
              </a:solidFill>
              <a:latin typeface="Calibri"/>
              <a:ea typeface="Calibri"/>
              <a:cs typeface="Calibri"/>
              <a:sym typeface="Calibri"/>
            </a:endParaRPr>
          </a:p>
        </p:txBody>
      </p:sp>
      <p:sp>
        <p:nvSpPr>
          <p:cNvPr id="1504" name="Google Shape;1504;p17"/>
          <p:cNvSpPr/>
          <p:nvPr/>
        </p:nvSpPr>
        <p:spPr>
          <a:xfrm>
            <a:off x="4892040" y="3255264"/>
            <a:ext cx="6568135"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AI-driven threat prevention with inline ML and DNS Security</a:t>
            </a:r>
            <a:endParaRPr b="0" i="0" sz="1150" u="none" cap="none" strike="noStrike">
              <a:solidFill>
                <a:schemeClr val="lt2"/>
              </a:solidFill>
              <a:latin typeface="Calibri"/>
              <a:ea typeface="Calibri"/>
              <a:cs typeface="Calibri"/>
              <a:sym typeface="Calibri"/>
            </a:endParaRPr>
          </a:p>
        </p:txBody>
      </p:sp>
      <p:sp>
        <p:nvSpPr>
          <p:cNvPr id="1505" name="Google Shape;1505;p17"/>
          <p:cNvSpPr/>
          <p:nvPr/>
        </p:nvSpPr>
        <p:spPr>
          <a:xfrm>
            <a:off x="4709160" y="3694176"/>
            <a:ext cx="6842455" cy="64008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17"/>
          <p:cNvSpPr/>
          <p:nvPr/>
        </p:nvSpPr>
        <p:spPr>
          <a:xfrm>
            <a:off x="4709160" y="3694176"/>
            <a:ext cx="54864" cy="64008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17"/>
          <p:cNvSpPr/>
          <p:nvPr/>
        </p:nvSpPr>
        <p:spPr>
          <a:xfrm>
            <a:off x="4892040" y="3749040"/>
            <a:ext cx="65681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SD-WAN</a:t>
            </a:r>
            <a:endParaRPr b="0" i="0" sz="1400" u="none" cap="none" strike="noStrike">
              <a:solidFill>
                <a:schemeClr val="dk1"/>
              </a:solidFill>
              <a:latin typeface="Calibri"/>
              <a:ea typeface="Calibri"/>
              <a:cs typeface="Calibri"/>
              <a:sym typeface="Calibri"/>
            </a:endParaRPr>
          </a:p>
        </p:txBody>
      </p:sp>
      <p:sp>
        <p:nvSpPr>
          <p:cNvPr id="1508" name="Google Shape;1508;p17"/>
          <p:cNvSpPr/>
          <p:nvPr/>
        </p:nvSpPr>
        <p:spPr>
          <a:xfrm>
            <a:off x="4892040" y="4005072"/>
            <a:ext cx="6568135"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Native SD-WAN integration for the branch and the data center</a:t>
            </a:r>
            <a:endParaRPr b="0" i="0" sz="1150" u="none" cap="none" strike="noStrike">
              <a:solidFill>
                <a:schemeClr val="lt2"/>
              </a:solidFill>
              <a:latin typeface="Calibri"/>
              <a:ea typeface="Calibri"/>
              <a:cs typeface="Calibri"/>
              <a:sym typeface="Calibri"/>
            </a:endParaRPr>
          </a:p>
        </p:txBody>
      </p:sp>
      <p:sp>
        <p:nvSpPr>
          <p:cNvPr id="1509" name="Google Shape;1509;p17"/>
          <p:cNvSpPr/>
          <p:nvPr/>
        </p:nvSpPr>
        <p:spPr>
          <a:xfrm>
            <a:off x="4709160" y="4443984"/>
            <a:ext cx="6842455" cy="64008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17"/>
          <p:cNvSpPr/>
          <p:nvPr/>
        </p:nvSpPr>
        <p:spPr>
          <a:xfrm>
            <a:off x="4709160" y="4443984"/>
            <a:ext cx="54864" cy="64008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1" name="Google Shape;1511;p17"/>
          <p:cNvSpPr/>
          <p:nvPr/>
        </p:nvSpPr>
        <p:spPr>
          <a:xfrm>
            <a:off x="4892040" y="4498848"/>
            <a:ext cx="656813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Software Firewalls</a:t>
            </a:r>
            <a:endParaRPr b="0" i="0" sz="1400" u="none" cap="none" strike="noStrike">
              <a:solidFill>
                <a:schemeClr val="dk1"/>
              </a:solidFill>
              <a:latin typeface="Calibri"/>
              <a:ea typeface="Calibri"/>
              <a:cs typeface="Calibri"/>
              <a:sym typeface="Calibri"/>
            </a:endParaRPr>
          </a:p>
        </p:txBody>
      </p:sp>
      <p:sp>
        <p:nvSpPr>
          <p:cNvPr id="1512" name="Google Shape;1512;p17"/>
          <p:cNvSpPr/>
          <p:nvPr/>
        </p:nvSpPr>
        <p:spPr>
          <a:xfrm>
            <a:off x="4892040" y="4754880"/>
            <a:ext cx="6568135"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rgbClr val="C5CFC6"/>
                </a:solidFill>
                <a:latin typeface="Calibri"/>
                <a:ea typeface="Calibri"/>
                <a:cs typeface="Calibri"/>
                <a:sym typeface="Calibri"/>
              </a:rPr>
              <a:t>VM-Series, CN-Series, and cloud NGFW for any environment</a:t>
            </a:r>
            <a:endParaRPr b="0" i="0" sz="1150" u="none" cap="none" strike="noStrike">
              <a:solidFill>
                <a:schemeClr val="dk1"/>
              </a:solidFill>
              <a:latin typeface="Calibri"/>
              <a:ea typeface="Calibri"/>
              <a:cs typeface="Calibri"/>
              <a:sym typeface="Calibri"/>
            </a:endParaRPr>
          </a:p>
        </p:txBody>
      </p:sp>
      <p:sp>
        <p:nvSpPr>
          <p:cNvPr id="1513" name="Google Shape;1513;p17"/>
          <p:cNvSpPr/>
          <p:nvPr/>
        </p:nvSpPr>
        <p:spPr>
          <a:xfrm>
            <a:off x="640080" y="5870448"/>
            <a:ext cx="10911535" cy="438912"/>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p17"/>
          <p:cNvSpPr/>
          <p:nvPr/>
        </p:nvSpPr>
        <p:spPr>
          <a:xfrm>
            <a:off x="822960" y="5870448"/>
            <a:ext cx="173736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1000"/>
              <a:buFont typeface="Arial"/>
              <a:buNone/>
            </a:pPr>
            <a:r>
              <a:rPr b="1" i="0" lang="en-US" sz="1200" u="none" cap="none" strike="noStrike">
                <a:solidFill>
                  <a:srgbClr val="4FE3A6"/>
                </a:solidFill>
                <a:latin typeface="Arial"/>
                <a:ea typeface="Arial"/>
                <a:cs typeface="Arial"/>
                <a:sym typeface="Arial"/>
              </a:rPr>
              <a:t>PARTNER MOTION</a:t>
            </a:r>
            <a:endParaRPr b="0" i="0" sz="1200" u="none" cap="none" strike="noStrike">
              <a:solidFill>
                <a:schemeClr val="dk1"/>
              </a:solidFill>
              <a:latin typeface="Calibri"/>
              <a:ea typeface="Calibri"/>
              <a:cs typeface="Calibri"/>
              <a:sym typeface="Calibri"/>
            </a:endParaRPr>
          </a:p>
        </p:txBody>
      </p:sp>
      <p:sp>
        <p:nvSpPr>
          <p:cNvPr id="1515" name="Google Shape;1515;p17"/>
          <p:cNvSpPr/>
          <p:nvPr/>
        </p:nvSpPr>
        <p:spPr>
          <a:xfrm>
            <a:off x="2651760" y="5870448"/>
            <a:ext cx="8808415"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EE9"/>
              </a:buClr>
              <a:buSzPts val="1050"/>
              <a:buFont typeface="Calibri"/>
              <a:buNone/>
            </a:pPr>
            <a:r>
              <a:rPr b="0" i="0" lang="en-US" sz="1250" u="none" cap="none" strike="noStrike">
                <a:solidFill>
                  <a:schemeClr val="lt2"/>
                </a:solidFill>
                <a:latin typeface="Calibri"/>
                <a:ea typeface="Calibri"/>
                <a:cs typeface="Calibri"/>
                <a:sym typeface="Calibri"/>
              </a:rPr>
              <a:t>NGFW deployment and refresh, cloud NGFW migration, SD-WAN co-deployment, managed network security tier, Strata-to-XSIAM telemetry integration.</a:t>
            </a:r>
            <a:endParaRPr b="0" i="0" sz="1250" u="none" cap="none" strike="noStrike">
              <a:solidFill>
                <a:schemeClr val="lt2"/>
              </a:solidFill>
              <a:latin typeface="Calibri"/>
              <a:ea typeface="Calibri"/>
              <a:cs typeface="Calibri"/>
              <a:sym typeface="Calibri"/>
            </a:endParaRPr>
          </a:p>
        </p:txBody>
      </p:sp>
      <p:sp>
        <p:nvSpPr>
          <p:cNvPr id="1516" name="Google Shape;1516;p17"/>
          <p:cNvSpPr/>
          <p:nvPr/>
        </p:nvSpPr>
        <p:spPr>
          <a:xfrm>
            <a:off x="640080" y="6473952"/>
            <a:ext cx="6400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76C"/>
              </a:buClr>
              <a:buSzPts val="800"/>
              <a:buFont typeface="Calibri"/>
              <a:buNone/>
            </a:pPr>
            <a:r>
              <a:rPr b="0" i="0" lang="en-US" sz="800" u="none" cap="none" strike="noStrike">
                <a:solidFill>
                  <a:srgbClr val="6B776C"/>
                </a:solidFill>
                <a:latin typeface="Calibri"/>
                <a:ea typeface="Calibri"/>
                <a:cs typeface="Calibri"/>
                <a:sym typeface="Calibri"/>
              </a:rPr>
              <a:t>Palo Alto Networks  |  Ecosystems  |  Partner Confidential</a:t>
            </a:r>
            <a:endParaRPr b="0" i="0" sz="800" u="none" cap="none" strike="noStrike">
              <a:solidFill>
                <a:schemeClr val="dk1"/>
              </a:solidFill>
              <a:latin typeface="Calibri"/>
              <a:ea typeface="Calibri"/>
              <a:cs typeface="Calibri"/>
              <a:sym typeface="Calibri"/>
            </a:endParaRPr>
          </a:p>
        </p:txBody>
      </p:sp>
      <p:sp>
        <p:nvSpPr>
          <p:cNvPr id="1517" name="Google Shape;1517;p17"/>
          <p:cNvSpPr/>
          <p:nvPr/>
        </p:nvSpPr>
        <p:spPr>
          <a:xfrm>
            <a:off x="11185855" y="6473952"/>
            <a:ext cx="36576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9B"/>
              </a:buClr>
              <a:buSzPts val="900"/>
              <a:buFont typeface="Calibri"/>
              <a:buNone/>
            </a:pPr>
            <a:r>
              <a:rPr b="0" i="0" lang="en-US" sz="900" u="none" cap="none" strike="noStrike">
                <a:solidFill>
                  <a:srgbClr val="9AA79B"/>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
        <p:nvSpPr>
          <p:cNvPr id="1518" name="Google Shape;1518;p17"/>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rgbClr val="FA582D"/>
                </a:solidFill>
                <a:latin typeface="Arial"/>
                <a:ea typeface="Arial"/>
                <a:cs typeface="Arial"/>
                <a:sym typeface="Arial"/>
              </a:rPr>
              <a:t>PALO ALTO NETWORKS</a:t>
            </a:r>
            <a:endParaRPr b="1" i="0" sz="1000" u="none" cap="none" strike="noStrike">
              <a:solidFill>
                <a:srgbClr val="FA582D"/>
              </a:solidFill>
              <a:latin typeface="Calibri"/>
              <a:ea typeface="Calibri"/>
              <a:cs typeface="Calibri"/>
              <a:sym typeface="Calibri"/>
            </a:endParaRPr>
          </a:p>
        </p:txBody>
      </p:sp>
      <p:sp>
        <p:nvSpPr>
          <p:cNvPr id="1519" name="Google Shape;1519;p17"/>
          <p:cNvSpPr/>
          <p:nvPr/>
        </p:nvSpPr>
        <p:spPr>
          <a:xfrm>
            <a:off x="4709198" y="5152597"/>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17"/>
          <p:cNvSpPr/>
          <p:nvPr/>
        </p:nvSpPr>
        <p:spPr>
          <a:xfrm>
            <a:off x="4709198" y="5152597"/>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17"/>
          <p:cNvSpPr/>
          <p:nvPr/>
        </p:nvSpPr>
        <p:spPr>
          <a:xfrm>
            <a:off x="4892077" y="5207461"/>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lang="en-US">
                <a:solidFill>
                  <a:srgbClr val="FFFFFF"/>
                </a:solidFill>
              </a:rPr>
              <a:t>Next-Generation Trust Security (NGTS)</a:t>
            </a:r>
            <a:endParaRPr b="0" i="0" sz="1400" u="none" cap="none" strike="noStrike">
              <a:solidFill>
                <a:schemeClr val="dk1"/>
              </a:solidFill>
              <a:latin typeface="Calibri"/>
              <a:ea typeface="Calibri"/>
              <a:cs typeface="Calibri"/>
              <a:sym typeface="Calibri"/>
            </a:endParaRPr>
          </a:p>
        </p:txBody>
      </p:sp>
      <p:sp>
        <p:nvSpPr>
          <p:cNvPr id="1522" name="Google Shape;1522;p17"/>
          <p:cNvSpPr/>
          <p:nvPr/>
        </p:nvSpPr>
        <p:spPr>
          <a:xfrm>
            <a:off x="4892077" y="5463493"/>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lang="en-US" sz="1150">
                <a:solidFill>
                  <a:srgbClr val="C5CFC6"/>
                </a:solidFill>
                <a:latin typeface="Calibri"/>
                <a:ea typeface="Calibri"/>
                <a:cs typeface="Calibri"/>
                <a:sym typeface="Calibri"/>
              </a:rPr>
              <a:t>Zero-trust network access controls extending Cyberark Trust into the Strata fabric</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g3ecd9bc579e_0_4431"/>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300" u="none" cap="none" strike="noStrike">
                <a:solidFill>
                  <a:srgbClr val="00C176"/>
                </a:solidFill>
                <a:latin typeface="Arial"/>
                <a:ea typeface="Arial"/>
                <a:cs typeface="Arial"/>
                <a:sym typeface="Arial"/>
              </a:rPr>
              <a:t>BEYOND CORTEX/TELCO &amp; CRITICAL INFRA</a:t>
            </a:r>
            <a:endParaRPr b="0" i="0" sz="1300" u="none" cap="none" strike="noStrike">
              <a:solidFill>
                <a:schemeClr val="dk1"/>
              </a:solidFill>
              <a:latin typeface="Calibri"/>
              <a:ea typeface="Calibri"/>
              <a:cs typeface="Calibri"/>
              <a:sym typeface="Calibri"/>
            </a:endParaRPr>
          </a:p>
        </p:txBody>
      </p:sp>
      <p:sp>
        <p:nvSpPr>
          <p:cNvPr id="1528" name="Google Shape;1528;g3ecd9bc579e_0_4431"/>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000" u="none" cap="none" strike="noStrike">
                <a:solidFill>
                  <a:srgbClr val="FFFFFF"/>
                </a:solidFill>
                <a:latin typeface="Arial Black"/>
                <a:ea typeface="Arial Black"/>
                <a:cs typeface="Arial Black"/>
                <a:sym typeface="Arial Black"/>
              </a:rPr>
              <a:t>5G Security</a:t>
            </a:r>
            <a:endParaRPr b="0" i="0" sz="3000" u="none" cap="none" strike="noStrike">
              <a:solidFill>
                <a:schemeClr val="dk1"/>
              </a:solidFill>
              <a:latin typeface="Calibri"/>
              <a:ea typeface="Calibri"/>
              <a:cs typeface="Calibri"/>
              <a:sym typeface="Calibri"/>
            </a:endParaRPr>
          </a:p>
        </p:txBody>
      </p:sp>
      <p:sp>
        <p:nvSpPr>
          <p:cNvPr id="1529" name="Google Shape;1529;g3ecd9bc579e_0_4431"/>
          <p:cNvSpPr/>
          <p:nvPr/>
        </p:nvSpPr>
        <p:spPr>
          <a:xfrm>
            <a:off x="640080" y="1828800"/>
            <a:ext cx="3840600" cy="39318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g3ecd9bc579e_0_4431"/>
          <p:cNvSpPr/>
          <p:nvPr/>
        </p:nvSpPr>
        <p:spPr>
          <a:xfrm>
            <a:off x="640080" y="1828800"/>
            <a:ext cx="3840600" cy="73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31" name="Google Shape;1531;g3ecd9bc579e_0_4431"/>
          <p:cNvPicPr preferRelativeResize="0"/>
          <p:nvPr/>
        </p:nvPicPr>
        <p:blipFill rotWithShape="1">
          <a:blip r:embed="rId3">
            <a:alphaModFix/>
          </a:blip>
          <a:srcRect b="0" l="0" r="0" t="0"/>
          <a:stretch/>
        </p:blipFill>
        <p:spPr>
          <a:xfrm>
            <a:off x="960120" y="2121408"/>
            <a:ext cx="685800" cy="685800"/>
          </a:xfrm>
          <a:prstGeom prst="rect">
            <a:avLst/>
          </a:prstGeom>
          <a:noFill/>
          <a:ln>
            <a:noFill/>
          </a:ln>
        </p:spPr>
      </p:pic>
      <p:sp>
        <p:nvSpPr>
          <p:cNvPr id="1532" name="Google Shape;1532;g3ecd9bc579e_0_4431"/>
          <p:cNvSpPr/>
          <p:nvPr/>
        </p:nvSpPr>
        <p:spPr>
          <a:xfrm>
            <a:off x="960120" y="2926080"/>
            <a:ext cx="3291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50"/>
              <a:buFont typeface="Arial"/>
              <a:buNone/>
            </a:pPr>
            <a:r>
              <a:rPr b="1" i="0" lang="en-US" sz="1250" u="none" cap="none" strike="noStrike">
                <a:solidFill>
                  <a:srgbClr val="00C176"/>
                </a:solidFill>
                <a:latin typeface="Arial"/>
                <a:ea typeface="Arial"/>
                <a:cs typeface="Arial"/>
                <a:sym typeface="Arial"/>
              </a:rPr>
              <a:t>5G NATIVE SECURITY</a:t>
            </a:r>
            <a:endParaRPr b="0" i="0" sz="1250" u="none" cap="none" strike="noStrike">
              <a:solidFill>
                <a:schemeClr val="dk1"/>
              </a:solidFill>
              <a:latin typeface="Calibri"/>
              <a:ea typeface="Calibri"/>
              <a:cs typeface="Calibri"/>
              <a:sym typeface="Calibri"/>
            </a:endParaRPr>
          </a:p>
        </p:txBody>
      </p:sp>
      <p:sp>
        <p:nvSpPr>
          <p:cNvPr id="1533" name="Google Shape;1533;g3ecd9bc579e_0_4431"/>
          <p:cNvSpPr/>
          <p:nvPr/>
        </p:nvSpPr>
        <p:spPr>
          <a:xfrm>
            <a:off x="960120" y="3200400"/>
            <a:ext cx="32919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Black"/>
              <a:buNone/>
            </a:pPr>
            <a:r>
              <a:rPr b="1" i="0" lang="en-US" sz="2400" u="none" cap="none" strike="noStrike">
                <a:solidFill>
                  <a:srgbClr val="FFFFFF"/>
                </a:solidFill>
                <a:latin typeface="Arial Black"/>
                <a:ea typeface="Arial Black"/>
                <a:cs typeface="Arial Black"/>
                <a:sym typeface="Arial Black"/>
              </a:rPr>
              <a:t>5G Security</a:t>
            </a:r>
            <a:endParaRPr b="0" i="0" sz="2400" u="none" cap="none" strike="noStrike">
              <a:solidFill>
                <a:schemeClr val="dk1"/>
              </a:solidFill>
              <a:latin typeface="Calibri"/>
              <a:ea typeface="Calibri"/>
              <a:cs typeface="Calibri"/>
              <a:sym typeface="Calibri"/>
            </a:endParaRPr>
          </a:p>
        </p:txBody>
      </p:sp>
      <p:sp>
        <p:nvSpPr>
          <p:cNvPr id="1534" name="Google Shape;1534;g3ecd9bc579e_0_4431"/>
          <p:cNvSpPr/>
          <p:nvPr/>
        </p:nvSpPr>
        <p:spPr>
          <a:xfrm>
            <a:off x="960120" y="3749040"/>
            <a:ext cx="3291900" cy="19203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C5CFC6"/>
              </a:buClr>
              <a:buSzPts val="1100"/>
              <a:buFont typeface="Calibri"/>
              <a:buNone/>
            </a:pPr>
            <a:r>
              <a:rPr b="0" i="0" lang="en-US" sz="1300" u="none" cap="none" strike="noStrike">
                <a:solidFill>
                  <a:schemeClr val="lt2"/>
                </a:solidFill>
                <a:latin typeface="Calibri"/>
                <a:ea typeface="Calibri"/>
                <a:cs typeface="Calibri"/>
                <a:sym typeface="Calibri"/>
              </a:rPr>
              <a:t>Container-based, 5G-native security for service providers and enterprises building private 5G. Protects mobile network infrastructure with GTP-U inspection, network slice isolation, and MEC security. Distinct partner motion from the enterprise SOC and cloud surfaces.</a:t>
            </a:r>
            <a:endParaRPr b="0" i="0" sz="1300" u="none" cap="none" strike="noStrike">
              <a:solidFill>
                <a:schemeClr val="lt2"/>
              </a:solidFill>
              <a:latin typeface="Calibri"/>
              <a:ea typeface="Calibri"/>
              <a:cs typeface="Calibri"/>
              <a:sym typeface="Calibri"/>
            </a:endParaRPr>
          </a:p>
        </p:txBody>
      </p:sp>
      <p:sp>
        <p:nvSpPr>
          <p:cNvPr id="1535" name="Google Shape;1535;g3ecd9bc579e_0_4431"/>
          <p:cNvSpPr/>
          <p:nvPr/>
        </p:nvSpPr>
        <p:spPr>
          <a:xfrm>
            <a:off x="4709160" y="1828800"/>
            <a:ext cx="684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00"/>
              <a:buFont typeface="Arial"/>
              <a:buNone/>
            </a:pPr>
            <a:r>
              <a:rPr b="1" i="0" lang="en-US" sz="1200" u="none" cap="none" strike="noStrike">
                <a:solidFill>
                  <a:srgbClr val="00C176"/>
                </a:solidFill>
                <a:latin typeface="Arial"/>
                <a:ea typeface="Arial"/>
                <a:cs typeface="Arial"/>
                <a:sym typeface="Arial"/>
              </a:rPr>
              <a:t>KEY CAPABILITIES</a:t>
            </a:r>
            <a:endParaRPr b="0" i="0" sz="1200" u="none" cap="none" strike="noStrike">
              <a:solidFill>
                <a:schemeClr val="dk1"/>
              </a:solidFill>
              <a:latin typeface="Calibri"/>
              <a:ea typeface="Calibri"/>
              <a:cs typeface="Calibri"/>
              <a:sym typeface="Calibri"/>
            </a:endParaRPr>
          </a:p>
        </p:txBody>
      </p:sp>
      <p:sp>
        <p:nvSpPr>
          <p:cNvPr id="1536" name="Google Shape;1536;g3ecd9bc579e_0_4431"/>
          <p:cNvSpPr/>
          <p:nvPr/>
        </p:nvSpPr>
        <p:spPr>
          <a:xfrm>
            <a:off x="4709160" y="2194560"/>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7" name="Google Shape;1537;g3ecd9bc579e_0_4431"/>
          <p:cNvSpPr/>
          <p:nvPr/>
        </p:nvSpPr>
        <p:spPr>
          <a:xfrm>
            <a:off x="4709160" y="2194560"/>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8" name="Google Shape;1538;g3ecd9bc579e_0_4431"/>
          <p:cNvSpPr/>
          <p:nvPr/>
        </p:nvSpPr>
        <p:spPr>
          <a:xfrm>
            <a:off x="4892040" y="2249424"/>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5G Native Security</a:t>
            </a:r>
            <a:endParaRPr b="0" i="0" sz="1400" u="none" cap="none" strike="noStrike">
              <a:solidFill>
                <a:schemeClr val="dk1"/>
              </a:solidFill>
              <a:latin typeface="Calibri"/>
              <a:ea typeface="Calibri"/>
              <a:cs typeface="Calibri"/>
              <a:sym typeface="Calibri"/>
            </a:endParaRPr>
          </a:p>
        </p:txBody>
      </p:sp>
      <p:sp>
        <p:nvSpPr>
          <p:cNvPr id="1539" name="Google Shape;1539;g3ecd9bc579e_0_4431"/>
          <p:cNvSpPr/>
          <p:nvPr/>
        </p:nvSpPr>
        <p:spPr>
          <a:xfrm>
            <a:off x="4892040" y="2505456"/>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Containerized security functions purpose-built for 5G core</a:t>
            </a:r>
            <a:endParaRPr b="0" i="0" sz="1150" u="none" cap="none" strike="noStrike">
              <a:solidFill>
                <a:schemeClr val="lt2"/>
              </a:solidFill>
              <a:latin typeface="Calibri"/>
              <a:ea typeface="Calibri"/>
              <a:cs typeface="Calibri"/>
              <a:sym typeface="Calibri"/>
            </a:endParaRPr>
          </a:p>
        </p:txBody>
      </p:sp>
      <p:sp>
        <p:nvSpPr>
          <p:cNvPr id="1540" name="Google Shape;1540;g3ecd9bc579e_0_4431"/>
          <p:cNvSpPr/>
          <p:nvPr/>
        </p:nvSpPr>
        <p:spPr>
          <a:xfrm>
            <a:off x="4709160" y="2944368"/>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1" name="Google Shape;1541;g3ecd9bc579e_0_4431"/>
          <p:cNvSpPr/>
          <p:nvPr/>
        </p:nvSpPr>
        <p:spPr>
          <a:xfrm>
            <a:off x="4709160" y="2944368"/>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2" name="Google Shape;1542;g3ecd9bc579e_0_4431"/>
          <p:cNvSpPr/>
          <p:nvPr/>
        </p:nvSpPr>
        <p:spPr>
          <a:xfrm>
            <a:off x="4892040" y="2999232"/>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GTP-U Inspection</a:t>
            </a:r>
            <a:endParaRPr b="0" i="0" sz="1400" u="none" cap="none" strike="noStrike">
              <a:solidFill>
                <a:schemeClr val="dk1"/>
              </a:solidFill>
              <a:latin typeface="Calibri"/>
              <a:ea typeface="Calibri"/>
              <a:cs typeface="Calibri"/>
              <a:sym typeface="Calibri"/>
            </a:endParaRPr>
          </a:p>
        </p:txBody>
      </p:sp>
      <p:sp>
        <p:nvSpPr>
          <p:cNvPr id="1543" name="Google Shape;1543;g3ecd9bc579e_0_4431"/>
          <p:cNvSpPr/>
          <p:nvPr/>
        </p:nvSpPr>
        <p:spPr>
          <a:xfrm>
            <a:off x="4892040" y="3255264"/>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Deep packet inspection on mobile signaling and user planes</a:t>
            </a:r>
            <a:endParaRPr b="0" i="0" sz="1150" u="none" cap="none" strike="noStrike">
              <a:solidFill>
                <a:schemeClr val="lt2"/>
              </a:solidFill>
              <a:latin typeface="Calibri"/>
              <a:ea typeface="Calibri"/>
              <a:cs typeface="Calibri"/>
              <a:sym typeface="Calibri"/>
            </a:endParaRPr>
          </a:p>
        </p:txBody>
      </p:sp>
      <p:sp>
        <p:nvSpPr>
          <p:cNvPr id="1544" name="Google Shape;1544;g3ecd9bc579e_0_4431"/>
          <p:cNvSpPr/>
          <p:nvPr/>
        </p:nvSpPr>
        <p:spPr>
          <a:xfrm>
            <a:off x="4709160" y="3694176"/>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5" name="Google Shape;1545;g3ecd9bc579e_0_4431"/>
          <p:cNvSpPr/>
          <p:nvPr/>
        </p:nvSpPr>
        <p:spPr>
          <a:xfrm>
            <a:off x="4709160" y="3694176"/>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6" name="Google Shape;1546;g3ecd9bc579e_0_4431"/>
          <p:cNvSpPr/>
          <p:nvPr/>
        </p:nvSpPr>
        <p:spPr>
          <a:xfrm>
            <a:off x="4892040" y="3749040"/>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Slice Isolation</a:t>
            </a:r>
            <a:endParaRPr b="0" i="0" sz="1400" u="none" cap="none" strike="noStrike">
              <a:solidFill>
                <a:schemeClr val="dk1"/>
              </a:solidFill>
              <a:latin typeface="Calibri"/>
              <a:ea typeface="Calibri"/>
              <a:cs typeface="Calibri"/>
              <a:sym typeface="Calibri"/>
            </a:endParaRPr>
          </a:p>
        </p:txBody>
      </p:sp>
      <p:sp>
        <p:nvSpPr>
          <p:cNvPr id="1547" name="Google Shape;1547;g3ecd9bc579e_0_4431"/>
          <p:cNvSpPr/>
          <p:nvPr/>
        </p:nvSpPr>
        <p:spPr>
          <a:xfrm>
            <a:off x="4892040" y="4005072"/>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Per-slice security policy across the radio and core network</a:t>
            </a:r>
            <a:endParaRPr b="0" i="0" sz="1150" u="none" cap="none" strike="noStrike">
              <a:solidFill>
                <a:schemeClr val="lt2"/>
              </a:solidFill>
              <a:latin typeface="Calibri"/>
              <a:ea typeface="Calibri"/>
              <a:cs typeface="Calibri"/>
              <a:sym typeface="Calibri"/>
            </a:endParaRPr>
          </a:p>
        </p:txBody>
      </p:sp>
      <p:sp>
        <p:nvSpPr>
          <p:cNvPr id="1548" name="Google Shape;1548;g3ecd9bc579e_0_4431"/>
          <p:cNvSpPr/>
          <p:nvPr/>
        </p:nvSpPr>
        <p:spPr>
          <a:xfrm>
            <a:off x="4709160" y="4443984"/>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9" name="Google Shape;1549;g3ecd9bc579e_0_4431"/>
          <p:cNvSpPr/>
          <p:nvPr/>
        </p:nvSpPr>
        <p:spPr>
          <a:xfrm>
            <a:off x="4709160" y="4443984"/>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0" name="Google Shape;1550;g3ecd9bc579e_0_4431"/>
          <p:cNvSpPr/>
          <p:nvPr/>
        </p:nvSpPr>
        <p:spPr>
          <a:xfrm>
            <a:off x="4892040" y="4498848"/>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MEC Security</a:t>
            </a:r>
            <a:endParaRPr b="0" i="0" sz="1400" u="none" cap="none" strike="noStrike">
              <a:solidFill>
                <a:schemeClr val="dk1"/>
              </a:solidFill>
              <a:latin typeface="Calibri"/>
              <a:ea typeface="Calibri"/>
              <a:cs typeface="Calibri"/>
              <a:sym typeface="Calibri"/>
            </a:endParaRPr>
          </a:p>
        </p:txBody>
      </p:sp>
      <p:sp>
        <p:nvSpPr>
          <p:cNvPr id="1551" name="Google Shape;1551;g3ecd9bc579e_0_4431"/>
          <p:cNvSpPr/>
          <p:nvPr/>
        </p:nvSpPr>
        <p:spPr>
          <a:xfrm>
            <a:off x="4892040" y="4754880"/>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Multi-access edge compute protection for latency-sensitive workloads</a:t>
            </a:r>
            <a:endParaRPr b="0" i="0" sz="1150" u="none" cap="none" strike="noStrike">
              <a:solidFill>
                <a:schemeClr val="lt2"/>
              </a:solidFill>
              <a:latin typeface="Calibri"/>
              <a:ea typeface="Calibri"/>
              <a:cs typeface="Calibri"/>
              <a:sym typeface="Calibri"/>
            </a:endParaRPr>
          </a:p>
        </p:txBody>
      </p:sp>
      <p:sp>
        <p:nvSpPr>
          <p:cNvPr id="1552" name="Google Shape;1552;g3ecd9bc579e_0_4431"/>
          <p:cNvSpPr/>
          <p:nvPr/>
        </p:nvSpPr>
        <p:spPr>
          <a:xfrm>
            <a:off x="640080" y="5870448"/>
            <a:ext cx="10911600" cy="4389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g3ecd9bc579e_0_4431"/>
          <p:cNvSpPr/>
          <p:nvPr/>
        </p:nvSpPr>
        <p:spPr>
          <a:xfrm>
            <a:off x="822960" y="5870448"/>
            <a:ext cx="1737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1000"/>
              <a:buFont typeface="Arial"/>
              <a:buNone/>
            </a:pPr>
            <a:r>
              <a:rPr b="1" i="0" lang="en-US" sz="1200" u="none" cap="none" strike="noStrike">
                <a:solidFill>
                  <a:srgbClr val="4FE3A6"/>
                </a:solidFill>
                <a:latin typeface="Arial"/>
                <a:ea typeface="Arial"/>
                <a:cs typeface="Arial"/>
                <a:sym typeface="Arial"/>
              </a:rPr>
              <a:t>PARTNER MOTION</a:t>
            </a:r>
            <a:endParaRPr b="0" i="0" sz="1200" u="none" cap="none" strike="noStrike">
              <a:solidFill>
                <a:schemeClr val="dk1"/>
              </a:solidFill>
              <a:latin typeface="Calibri"/>
              <a:ea typeface="Calibri"/>
              <a:cs typeface="Calibri"/>
              <a:sym typeface="Calibri"/>
            </a:endParaRPr>
          </a:p>
        </p:txBody>
      </p:sp>
      <p:sp>
        <p:nvSpPr>
          <p:cNvPr id="1554" name="Google Shape;1554;g3ecd9bc579e_0_4431"/>
          <p:cNvSpPr/>
          <p:nvPr/>
        </p:nvSpPr>
        <p:spPr>
          <a:xfrm>
            <a:off x="2651760" y="5870448"/>
            <a:ext cx="8808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EE9"/>
              </a:buClr>
              <a:buSzPts val="1050"/>
              <a:buFont typeface="Calibri"/>
              <a:buNone/>
            </a:pPr>
            <a:r>
              <a:rPr b="0" i="0" lang="en-US" sz="1150" u="none" cap="none" strike="noStrike">
                <a:solidFill>
                  <a:schemeClr val="lt2"/>
                </a:solidFill>
                <a:latin typeface="Calibri"/>
                <a:ea typeface="Calibri"/>
                <a:cs typeface="Calibri"/>
                <a:sym typeface="Calibri"/>
              </a:rPr>
              <a:t>Telco SI partner engagements, private 5G build-out, enterprise critical infrastructure deployments, public sector 5G modernization programs.</a:t>
            </a:r>
            <a:endParaRPr b="0" i="0" sz="1150" u="none" cap="none" strike="noStrike">
              <a:solidFill>
                <a:schemeClr val="lt2"/>
              </a:solidFill>
              <a:latin typeface="Calibri"/>
              <a:ea typeface="Calibri"/>
              <a:cs typeface="Calibri"/>
              <a:sym typeface="Calibri"/>
            </a:endParaRPr>
          </a:p>
        </p:txBody>
      </p:sp>
      <p:sp>
        <p:nvSpPr>
          <p:cNvPr id="1555" name="Google Shape;1555;g3ecd9bc579e_0_4431"/>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rgbClr val="FA582D"/>
                </a:solidFill>
                <a:latin typeface="Arial"/>
                <a:ea typeface="Arial"/>
                <a:cs typeface="Arial"/>
                <a:sym typeface="Arial"/>
              </a:rPr>
              <a:t>PALO ALTO NETWORKS</a:t>
            </a:r>
            <a:endParaRPr b="1" i="0" sz="1000" u="none" cap="none" strike="noStrike">
              <a:solidFill>
                <a:srgbClr val="FA582D"/>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sp>
        <p:nvSpPr>
          <p:cNvPr id="1560" name="Google Shape;1560;g3ecd9bc579e_0_4475"/>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300" u="none" cap="none" strike="noStrike">
                <a:solidFill>
                  <a:srgbClr val="00C176"/>
                </a:solidFill>
                <a:latin typeface="Arial"/>
                <a:ea typeface="Arial"/>
                <a:cs typeface="Arial"/>
                <a:sym typeface="Arial"/>
              </a:rPr>
              <a:t>BEYOND CORTEX / AI RUNTIME SECURITY</a:t>
            </a:r>
            <a:endParaRPr b="0" i="0" sz="1300" u="none" cap="none" strike="noStrike">
              <a:solidFill>
                <a:schemeClr val="dk1"/>
              </a:solidFill>
              <a:latin typeface="Calibri"/>
              <a:ea typeface="Calibri"/>
              <a:cs typeface="Calibri"/>
              <a:sym typeface="Calibri"/>
            </a:endParaRPr>
          </a:p>
        </p:txBody>
      </p:sp>
      <p:sp>
        <p:nvSpPr>
          <p:cNvPr id="1561" name="Google Shape;1561;g3ecd9bc579e_0_4475"/>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2800" u="none" cap="none" strike="noStrike">
                <a:solidFill>
                  <a:srgbClr val="FFFFFF"/>
                </a:solidFill>
                <a:latin typeface="Arial Black"/>
                <a:ea typeface="Arial Black"/>
                <a:cs typeface="Arial Black"/>
                <a:sym typeface="Arial Black"/>
              </a:rPr>
              <a:t>Prisma AIRS</a:t>
            </a:r>
            <a:endParaRPr b="0" i="0" sz="2800" u="none" cap="none" strike="noStrike">
              <a:solidFill>
                <a:schemeClr val="dk1"/>
              </a:solidFill>
              <a:latin typeface="Calibri"/>
              <a:ea typeface="Calibri"/>
              <a:cs typeface="Calibri"/>
              <a:sym typeface="Calibri"/>
            </a:endParaRPr>
          </a:p>
        </p:txBody>
      </p:sp>
      <p:sp>
        <p:nvSpPr>
          <p:cNvPr id="1562" name="Google Shape;1562;g3ecd9bc579e_0_4475"/>
          <p:cNvSpPr/>
          <p:nvPr/>
        </p:nvSpPr>
        <p:spPr>
          <a:xfrm>
            <a:off x="640080" y="1828800"/>
            <a:ext cx="3840600" cy="39318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g3ecd9bc579e_0_4475"/>
          <p:cNvSpPr/>
          <p:nvPr/>
        </p:nvSpPr>
        <p:spPr>
          <a:xfrm>
            <a:off x="640080" y="1828800"/>
            <a:ext cx="3840600" cy="73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64" name="Google Shape;1564;g3ecd9bc579e_0_4475"/>
          <p:cNvPicPr preferRelativeResize="0"/>
          <p:nvPr/>
        </p:nvPicPr>
        <p:blipFill rotWithShape="1">
          <a:blip r:embed="rId3">
            <a:alphaModFix/>
          </a:blip>
          <a:srcRect b="0" l="0" r="0" t="0"/>
          <a:stretch/>
        </p:blipFill>
        <p:spPr>
          <a:xfrm>
            <a:off x="960120" y="2121408"/>
            <a:ext cx="685800" cy="685800"/>
          </a:xfrm>
          <a:prstGeom prst="rect">
            <a:avLst/>
          </a:prstGeom>
          <a:noFill/>
          <a:ln>
            <a:noFill/>
          </a:ln>
        </p:spPr>
      </p:pic>
      <p:sp>
        <p:nvSpPr>
          <p:cNvPr id="1565" name="Google Shape;1565;g3ecd9bc579e_0_4475"/>
          <p:cNvSpPr/>
          <p:nvPr/>
        </p:nvSpPr>
        <p:spPr>
          <a:xfrm>
            <a:off x="960120" y="2926080"/>
            <a:ext cx="3291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50"/>
              <a:buFont typeface="Arial"/>
              <a:buNone/>
            </a:pPr>
            <a:r>
              <a:rPr b="1" i="0" lang="en-US" sz="1250" u="none" cap="none" strike="noStrike">
                <a:solidFill>
                  <a:srgbClr val="00C176"/>
                </a:solidFill>
                <a:latin typeface="Arial"/>
                <a:ea typeface="Arial"/>
                <a:cs typeface="Arial"/>
                <a:sym typeface="Arial"/>
              </a:rPr>
              <a:t>AI RUNTIME SECURITY</a:t>
            </a:r>
            <a:endParaRPr b="0" i="0" sz="1250" u="none" cap="none" strike="noStrike">
              <a:solidFill>
                <a:schemeClr val="dk1"/>
              </a:solidFill>
              <a:latin typeface="Calibri"/>
              <a:ea typeface="Calibri"/>
              <a:cs typeface="Calibri"/>
              <a:sym typeface="Calibri"/>
            </a:endParaRPr>
          </a:p>
        </p:txBody>
      </p:sp>
      <p:sp>
        <p:nvSpPr>
          <p:cNvPr id="1566" name="Google Shape;1566;g3ecd9bc579e_0_4475"/>
          <p:cNvSpPr/>
          <p:nvPr/>
        </p:nvSpPr>
        <p:spPr>
          <a:xfrm>
            <a:off x="960120" y="3200400"/>
            <a:ext cx="32919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Black"/>
              <a:buNone/>
            </a:pPr>
            <a:r>
              <a:rPr b="1" i="0" lang="en-US" sz="2400" u="none" cap="none" strike="noStrike">
                <a:solidFill>
                  <a:srgbClr val="FFFFFF"/>
                </a:solidFill>
                <a:latin typeface="Arial Black"/>
                <a:ea typeface="Arial Black"/>
                <a:cs typeface="Arial Black"/>
                <a:sym typeface="Arial Black"/>
              </a:rPr>
              <a:t>Prisma AIRS</a:t>
            </a:r>
            <a:endParaRPr b="0" i="0" sz="2400" u="none" cap="none" strike="noStrike">
              <a:solidFill>
                <a:schemeClr val="dk1"/>
              </a:solidFill>
              <a:latin typeface="Calibri"/>
              <a:ea typeface="Calibri"/>
              <a:cs typeface="Calibri"/>
              <a:sym typeface="Calibri"/>
            </a:endParaRPr>
          </a:p>
        </p:txBody>
      </p:sp>
      <p:sp>
        <p:nvSpPr>
          <p:cNvPr id="1567" name="Google Shape;1567;g3ecd9bc579e_0_4475"/>
          <p:cNvSpPr/>
          <p:nvPr/>
        </p:nvSpPr>
        <p:spPr>
          <a:xfrm>
            <a:off x="960120" y="3749040"/>
            <a:ext cx="3291900" cy="19203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C5CFC6"/>
              </a:buClr>
              <a:buSzPts val="1100"/>
              <a:buFont typeface="Calibri"/>
              <a:buNone/>
            </a:pPr>
            <a:r>
              <a:rPr b="0" i="0" lang="en-US" sz="1300" u="none" cap="none" strike="noStrike">
                <a:solidFill>
                  <a:schemeClr val="lt1"/>
                </a:solidFill>
                <a:latin typeface="Calibri"/>
                <a:ea typeface="Calibri"/>
                <a:cs typeface="Calibri"/>
                <a:sym typeface="Calibri"/>
              </a:rPr>
              <a:t>Secures the enterprise AI ecosystem across the full lifecycle: applications, agents, models, and data. The runtime sibling to AES on the AI security surface, with native integration into Idira for AI agent identity and into Cortex for SOC correlation.</a:t>
            </a:r>
            <a:endParaRPr b="0" i="0" sz="1300" u="none" cap="none" strike="noStrike">
              <a:solidFill>
                <a:schemeClr val="lt1"/>
              </a:solidFill>
              <a:latin typeface="Calibri"/>
              <a:ea typeface="Calibri"/>
              <a:cs typeface="Calibri"/>
              <a:sym typeface="Calibri"/>
            </a:endParaRPr>
          </a:p>
        </p:txBody>
      </p:sp>
      <p:sp>
        <p:nvSpPr>
          <p:cNvPr id="1568" name="Google Shape;1568;g3ecd9bc579e_0_4475"/>
          <p:cNvSpPr/>
          <p:nvPr/>
        </p:nvSpPr>
        <p:spPr>
          <a:xfrm>
            <a:off x="4709160" y="1828800"/>
            <a:ext cx="684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00"/>
              <a:buFont typeface="Arial"/>
              <a:buNone/>
            </a:pPr>
            <a:r>
              <a:rPr b="1" i="0" lang="en-US" sz="1200" u="none" cap="none" strike="noStrike">
                <a:solidFill>
                  <a:srgbClr val="00C176"/>
                </a:solidFill>
                <a:latin typeface="Arial"/>
                <a:ea typeface="Arial"/>
                <a:cs typeface="Arial"/>
                <a:sym typeface="Arial"/>
              </a:rPr>
              <a:t>KEY CAPABILITIES</a:t>
            </a:r>
            <a:endParaRPr b="0" i="0" sz="1200" u="none" cap="none" strike="noStrike">
              <a:solidFill>
                <a:schemeClr val="dk1"/>
              </a:solidFill>
              <a:latin typeface="Calibri"/>
              <a:ea typeface="Calibri"/>
              <a:cs typeface="Calibri"/>
              <a:sym typeface="Calibri"/>
            </a:endParaRPr>
          </a:p>
        </p:txBody>
      </p:sp>
      <p:sp>
        <p:nvSpPr>
          <p:cNvPr id="1569" name="Google Shape;1569;g3ecd9bc579e_0_4475"/>
          <p:cNvSpPr/>
          <p:nvPr/>
        </p:nvSpPr>
        <p:spPr>
          <a:xfrm>
            <a:off x="4709160" y="2194560"/>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0" name="Google Shape;1570;g3ecd9bc579e_0_4475"/>
          <p:cNvSpPr/>
          <p:nvPr/>
        </p:nvSpPr>
        <p:spPr>
          <a:xfrm>
            <a:off x="4709160" y="2194560"/>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1" name="Google Shape;1571;g3ecd9bc579e_0_4475"/>
          <p:cNvSpPr/>
          <p:nvPr/>
        </p:nvSpPr>
        <p:spPr>
          <a:xfrm>
            <a:off x="4892040" y="2249424"/>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AI Runtime Firewall</a:t>
            </a:r>
            <a:endParaRPr b="0" i="0" sz="1400" u="none" cap="none" strike="noStrike">
              <a:solidFill>
                <a:schemeClr val="dk1"/>
              </a:solidFill>
              <a:latin typeface="Calibri"/>
              <a:ea typeface="Calibri"/>
              <a:cs typeface="Calibri"/>
              <a:sym typeface="Calibri"/>
            </a:endParaRPr>
          </a:p>
        </p:txBody>
      </p:sp>
      <p:sp>
        <p:nvSpPr>
          <p:cNvPr id="1572" name="Google Shape;1572;g3ecd9bc579e_0_4475"/>
          <p:cNvSpPr/>
          <p:nvPr/>
        </p:nvSpPr>
        <p:spPr>
          <a:xfrm>
            <a:off x="4892040" y="2505456"/>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Inline protection against prompt injection, data leakage, model DoS</a:t>
            </a:r>
            <a:endParaRPr b="0" i="0" sz="1150" u="none" cap="none" strike="noStrike">
              <a:solidFill>
                <a:schemeClr val="lt2"/>
              </a:solidFill>
              <a:latin typeface="Calibri"/>
              <a:ea typeface="Calibri"/>
              <a:cs typeface="Calibri"/>
              <a:sym typeface="Calibri"/>
            </a:endParaRPr>
          </a:p>
        </p:txBody>
      </p:sp>
      <p:sp>
        <p:nvSpPr>
          <p:cNvPr id="1573" name="Google Shape;1573;g3ecd9bc579e_0_4475"/>
          <p:cNvSpPr/>
          <p:nvPr/>
        </p:nvSpPr>
        <p:spPr>
          <a:xfrm>
            <a:off x="4709160" y="2944368"/>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4" name="Google Shape;1574;g3ecd9bc579e_0_4475"/>
          <p:cNvSpPr/>
          <p:nvPr/>
        </p:nvSpPr>
        <p:spPr>
          <a:xfrm>
            <a:off x="4709160" y="2944368"/>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5" name="Google Shape;1575;g3ecd9bc579e_0_4475"/>
          <p:cNvSpPr/>
          <p:nvPr/>
        </p:nvSpPr>
        <p:spPr>
          <a:xfrm>
            <a:off x="4892040" y="2999232"/>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AI Red Teaming</a:t>
            </a:r>
            <a:endParaRPr b="0" i="0" sz="1400" u="none" cap="none" strike="noStrike">
              <a:solidFill>
                <a:schemeClr val="dk1"/>
              </a:solidFill>
              <a:latin typeface="Calibri"/>
              <a:ea typeface="Calibri"/>
              <a:cs typeface="Calibri"/>
              <a:sym typeface="Calibri"/>
            </a:endParaRPr>
          </a:p>
        </p:txBody>
      </p:sp>
      <p:sp>
        <p:nvSpPr>
          <p:cNvPr id="1576" name="Google Shape;1576;g3ecd9bc579e_0_4475"/>
          <p:cNvSpPr/>
          <p:nvPr/>
        </p:nvSpPr>
        <p:spPr>
          <a:xfrm>
            <a:off x="4892040" y="3255264"/>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Continuous adversarial testing - 500+ attack simulations</a:t>
            </a:r>
            <a:endParaRPr b="0" i="0" sz="1150" u="none" cap="none" strike="noStrike">
              <a:solidFill>
                <a:schemeClr val="lt2"/>
              </a:solidFill>
              <a:latin typeface="Calibri"/>
              <a:ea typeface="Calibri"/>
              <a:cs typeface="Calibri"/>
              <a:sym typeface="Calibri"/>
            </a:endParaRPr>
          </a:p>
        </p:txBody>
      </p:sp>
      <p:sp>
        <p:nvSpPr>
          <p:cNvPr id="1577" name="Google Shape;1577;g3ecd9bc579e_0_4475"/>
          <p:cNvSpPr/>
          <p:nvPr/>
        </p:nvSpPr>
        <p:spPr>
          <a:xfrm>
            <a:off x="4709160" y="3694176"/>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8" name="Google Shape;1578;g3ecd9bc579e_0_4475"/>
          <p:cNvSpPr/>
          <p:nvPr/>
        </p:nvSpPr>
        <p:spPr>
          <a:xfrm>
            <a:off x="4709160" y="3694176"/>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9" name="Google Shape;1579;g3ecd9bc579e_0_4475"/>
          <p:cNvSpPr/>
          <p:nvPr/>
        </p:nvSpPr>
        <p:spPr>
          <a:xfrm>
            <a:off x="4892040" y="3749040"/>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AI Model Security</a:t>
            </a:r>
            <a:endParaRPr b="0" i="0" sz="1400" u="none" cap="none" strike="noStrike">
              <a:solidFill>
                <a:schemeClr val="dk1"/>
              </a:solidFill>
              <a:latin typeface="Calibri"/>
              <a:ea typeface="Calibri"/>
              <a:cs typeface="Calibri"/>
              <a:sym typeface="Calibri"/>
            </a:endParaRPr>
          </a:p>
        </p:txBody>
      </p:sp>
      <p:sp>
        <p:nvSpPr>
          <p:cNvPr id="1580" name="Google Shape;1580;g3ecd9bc579e_0_4475"/>
          <p:cNvSpPr/>
          <p:nvPr/>
        </p:nvSpPr>
        <p:spPr>
          <a:xfrm>
            <a:off x="4892040" y="4005072"/>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Scans models for vulnerabilities before deployment (Protect AI integration)</a:t>
            </a:r>
            <a:endParaRPr b="0" i="0" sz="1150" u="none" cap="none" strike="noStrike">
              <a:solidFill>
                <a:schemeClr val="lt2"/>
              </a:solidFill>
              <a:latin typeface="Calibri"/>
              <a:ea typeface="Calibri"/>
              <a:cs typeface="Calibri"/>
              <a:sym typeface="Calibri"/>
            </a:endParaRPr>
          </a:p>
        </p:txBody>
      </p:sp>
      <p:sp>
        <p:nvSpPr>
          <p:cNvPr id="1581" name="Google Shape;1581;g3ecd9bc579e_0_4475"/>
          <p:cNvSpPr/>
          <p:nvPr/>
        </p:nvSpPr>
        <p:spPr>
          <a:xfrm>
            <a:off x="4709160" y="4443984"/>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2" name="Google Shape;1582;g3ecd9bc579e_0_4475"/>
          <p:cNvSpPr/>
          <p:nvPr/>
        </p:nvSpPr>
        <p:spPr>
          <a:xfrm>
            <a:off x="4709160" y="4443984"/>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3" name="Google Shape;1583;g3ecd9bc579e_0_4475"/>
          <p:cNvSpPr/>
          <p:nvPr/>
        </p:nvSpPr>
        <p:spPr>
          <a:xfrm>
            <a:off x="4892040" y="4498848"/>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400" u="none" cap="none" strike="noStrike">
                <a:solidFill>
                  <a:srgbClr val="FFFFFF"/>
                </a:solidFill>
                <a:latin typeface="Arial"/>
                <a:ea typeface="Arial"/>
                <a:cs typeface="Arial"/>
                <a:sym typeface="Arial"/>
              </a:rPr>
              <a:t>Idira Integration</a:t>
            </a:r>
            <a:endParaRPr b="0" i="0" sz="1400" u="none" cap="none" strike="noStrike">
              <a:solidFill>
                <a:schemeClr val="dk1"/>
              </a:solidFill>
              <a:latin typeface="Calibri"/>
              <a:ea typeface="Calibri"/>
              <a:cs typeface="Calibri"/>
              <a:sym typeface="Calibri"/>
            </a:endParaRPr>
          </a:p>
        </p:txBody>
      </p:sp>
      <p:sp>
        <p:nvSpPr>
          <p:cNvPr id="1584" name="Google Shape;1584;g3ecd9bc579e_0_4475"/>
          <p:cNvSpPr/>
          <p:nvPr/>
        </p:nvSpPr>
        <p:spPr>
          <a:xfrm>
            <a:off x="4892040" y="4754880"/>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Native identity controls for AI agent authentication and authorization</a:t>
            </a:r>
            <a:endParaRPr b="0" i="0" sz="1150" u="none" cap="none" strike="noStrike">
              <a:solidFill>
                <a:schemeClr val="lt2"/>
              </a:solidFill>
              <a:latin typeface="Calibri"/>
              <a:ea typeface="Calibri"/>
              <a:cs typeface="Calibri"/>
              <a:sym typeface="Calibri"/>
            </a:endParaRPr>
          </a:p>
        </p:txBody>
      </p:sp>
      <p:sp>
        <p:nvSpPr>
          <p:cNvPr id="1585" name="Google Shape;1585;g3ecd9bc579e_0_4475"/>
          <p:cNvSpPr/>
          <p:nvPr/>
        </p:nvSpPr>
        <p:spPr>
          <a:xfrm>
            <a:off x="640080" y="5870448"/>
            <a:ext cx="10911600" cy="4389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g3ecd9bc579e_0_4475"/>
          <p:cNvSpPr/>
          <p:nvPr/>
        </p:nvSpPr>
        <p:spPr>
          <a:xfrm>
            <a:off x="822960" y="5870448"/>
            <a:ext cx="1737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1000"/>
              <a:buFont typeface="Arial"/>
              <a:buNone/>
            </a:pPr>
            <a:r>
              <a:rPr b="1" i="0" lang="en-US" sz="1000" u="none" cap="none" strike="noStrike">
                <a:solidFill>
                  <a:srgbClr val="4FE3A6"/>
                </a:solidFill>
                <a:latin typeface="Arial"/>
                <a:ea typeface="Arial"/>
                <a:cs typeface="Arial"/>
                <a:sym typeface="Arial"/>
              </a:rPr>
              <a:t>PARTNER MOTION</a:t>
            </a:r>
            <a:endParaRPr b="0" i="0" sz="1000" u="none" cap="none" strike="noStrike">
              <a:solidFill>
                <a:schemeClr val="dk1"/>
              </a:solidFill>
              <a:latin typeface="Calibri"/>
              <a:ea typeface="Calibri"/>
              <a:cs typeface="Calibri"/>
              <a:sym typeface="Calibri"/>
            </a:endParaRPr>
          </a:p>
        </p:txBody>
      </p:sp>
      <p:sp>
        <p:nvSpPr>
          <p:cNvPr id="1587" name="Google Shape;1587;g3ecd9bc579e_0_4475"/>
          <p:cNvSpPr/>
          <p:nvPr/>
        </p:nvSpPr>
        <p:spPr>
          <a:xfrm>
            <a:off x="2651760" y="5870448"/>
            <a:ext cx="8808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EE9"/>
              </a:buClr>
              <a:buSzPts val="1050"/>
              <a:buFont typeface="Calibri"/>
              <a:buNone/>
            </a:pPr>
            <a:r>
              <a:rPr b="0" i="0" lang="en-US" sz="1050" u="none" cap="none" strike="noStrike">
                <a:solidFill>
                  <a:srgbClr val="E8EEE9"/>
                </a:solidFill>
                <a:latin typeface="Calibri"/>
                <a:ea typeface="Calibri"/>
                <a:cs typeface="Calibri"/>
                <a:sym typeface="Calibri"/>
              </a:rPr>
              <a:t>AI security </a:t>
            </a:r>
            <a:r>
              <a:rPr lang="en-US" sz="1050">
                <a:solidFill>
                  <a:srgbClr val="E8EEE9"/>
                </a:solidFill>
                <a:latin typeface="Calibri"/>
                <a:ea typeface="Calibri"/>
                <a:cs typeface="Calibri"/>
                <a:sym typeface="Calibri"/>
              </a:rPr>
              <a:t>advisory</a:t>
            </a:r>
            <a:r>
              <a:rPr b="0" i="0" lang="en-US" sz="1050" u="none" cap="none" strike="noStrike">
                <a:solidFill>
                  <a:srgbClr val="E8EEE9"/>
                </a:solidFill>
                <a:latin typeface="Calibri"/>
                <a:ea typeface="Calibri"/>
                <a:cs typeface="Calibri"/>
                <a:sym typeface="Calibri"/>
              </a:rPr>
              <a:t>, GenAI deployment hardening, agentic AI security services, AI-BOM and model governance, partner-delivered AI red team engagements.</a:t>
            </a:r>
            <a:endParaRPr b="0" i="0" sz="1050" u="none" cap="none" strike="noStrike">
              <a:solidFill>
                <a:schemeClr val="dk1"/>
              </a:solidFill>
              <a:latin typeface="Calibri"/>
              <a:ea typeface="Calibri"/>
              <a:cs typeface="Calibri"/>
              <a:sym typeface="Calibri"/>
            </a:endParaRPr>
          </a:p>
        </p:txBody>
      </p:sp>
      <p:sp>
        <p:nvSpPr>
          <p:cNvPr id="1588" name="Google Shape;1588;g3ecd9bc579e_0_4475"/>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rgbClr val="FA582D"/>
                </a:solidFill>
                <a:latin typeface="Arial"/>
                <a:ea typeface="Arial"/>
                <a:cs typeface="Arial"/>
                <a:sym typeface="Arial"/>
              </a:rPr>
              <a:t>PALO ALTO NETWORKS</a:t>
            </a:r>
            <a:endParaRPr b="1" i="0" sz="1000" u="none" cap="none" strike="noStrike">
              <a:solidFill>
                <a:srgbClr val="FA582D"/>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sp>
        <p:nvSpPr>
          <p:cNvPr id="1593" name="Google Shape;1593;g3ecd9bc579e_0_4478"/>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300" u="none" cap="none" strike="noStrike">
                <a:solidFill>
                  <a:srgbClr val="00C176"/>
                </a:solidFill>
                <a:latin typeface="Arial"/>
                <a:ea typeface="Arial"/>
                <a:cs typeface="Arial"/>
                <a:sym typeface="Arial"/>
              </a:rPr>
              <a:t>BEYOND CORTEX/NEXT-GEN IDENTITY</a:t>
            </a:r>
            <a:endParaRPr b="0" i="0" sz="1300" u="none" cap="none" strike="noStrike">
              <a:solidFill>
                <a:schemeClr val="dk1"/>
              </a:solidFill>
              <a:latin typeface="Calibri"/>
              <a:ea typeface="Calibri"/>
              <a:cs typeface="Calibri"/>
              <a:sym typeface="Calibri"/>
            </a:endParaRPr>
          </a:p>
        </p:txBody>
      </p:sp>
      <p:sp>
        <p:nvSpPr>
          <p:cNvPr id="1594" name="Google Shape;1594;g3ecd9bc579e_0_4478"/>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200" u="none" cap="none" strike="noStrike">
                <a:solidFill>
                  <a:srgbClr val="FFFFFF"/>
                </a:solidFill>
                <a:latin typeface="Arial Black"/>
                <a:ea typeface="Arial Black"/>
                <a:cs typeface="Arial Black"/>
                <a:sym typeface="Arial Black"/>
              </a:rPr>
              <a:t>Idira</a:t>
            </a:r>
            <a:endParaRPr b="0" i="0" sz="3200" u="none" cap="none" strike="noStrike">
              <a:solidFill>
                <a:schemeClr val="dk1"/>
              </a:solidFill>
              <a:latin typeface="Calibri"/>
              <a:ea typeface="Calibri"/>
              <a:cs typeface="Calibri"/>
              <a:sym typeface="Calibri"/>
            </a:endParaRPr>
          </a:p>
        </p:txBody>
      </p:sp>
      <p:sp>
        <p:nvSpPr>
          <p:cNvPr id="1595" name="Google Shape;1595;g3ecd9bc579e_0_4478"/>
          <p:cNvSpPr/>
          <p:nvPr/>
        </p:nvSpPr>
        <p:spPr>
          <a:xfrm>
            <a:off x="640080" y="1828800"/>
            <a:ext cx="3840600" cy="39318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g3ecd9bc579e_0_4478"/>
          <p:cNvSpPr/>
          <p:nvPr/>
        </p:nvSpPr>
        <p:spPr>
          <a:xfrm>
            <a:off x="640080" y="1828800"/>
            <a:ext cx="3840600" cy="73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97" name="Google Shape;1597;g3ecd9bc579e_0_4478"/>
          <p:cNvPicPr preferRelativeResize="0"/>
          <p:nvPr/>
        </p:nvPicPr>
        <p:blipFill rotWithShape="1">
          <a:blip r:embed="rId3">
            <a:alphaModFix/>
          </a:blip>
          <a:srcRect b="0" l="0" r="0" t="0"/>
          <a:stretch/>
        </p:blipFill>
        <p:spPr>
          <a:xfrm>
            <a:off x="960120" y="2121408"/>
            <a:ext cx="685800" cy="685800"/>
          </a:xfrm>
          <a:prstGeom prst="rect">
            <a:avLst/>
          </a:prstGeom>
          <a:noFill/>
          <a:ln>
            <a:noFill/>
          </a:ln>
        </p:spPr>
      </p:pic>
      <p:sp>
        <p:nvSpPr>
          <p:cNvPr id="1598" name="Google Shape;1598;g3ecd9bc579e_0_4478"/>
          <p:cNvSpPr/>
          <p:nvPr/>
        </p:nvSpPr>
        <p:spPr>
          <a:xfrm>
            <a:off x="960120" y="2926080"/>
            <a:ext cx="3291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50"/>
              <a:buFont typeface="Arial"/>
              <a:buNone/>
            </a:pPr>
            <a:r>
              <a:rPr b="1" i="0" lang="en-US" sz="1350" u="none" cap="none" strike="noStrike">
                <a:solidFill>
                  <a:srgbClr val="00C176"/>
                </a:solidFill>
                <a:latin typeface="Arial"/>
                <a:ea typeface="Arial"/>
                <a:cs typeface="Arial"/>
                <a:sym typeface="Arial"/>
              </a:rPr>
              <a:t>NEXT-GENERATION IDENTITY SECURITY</a:t>
            </a:r>
            <a:endParaRPr b="0" i="0" sz="1350" u="none" cap="none" strike="noStrike">
              <a:solidFill>
                <a:schemeClr val="dk1"/>
              </a:solidFill>
              <a:latin typeface="Calibri"/>
              <a:ea typeface="Calibri"/>
              <a:cs typeface="Calibri"/>
              <a:sym typeface="Calibri"/>
            </a:endParaRPr>
          </a:p>
        </p:txBody>
      </p:sp>
      <p:sp>
        <p:nvSpPr>
          <p:cNvPr id="1599" name="Google Shape;1599;g3ecd9bc579e_0_4478"/>
          <p:cNvSpPr/>
          <p:nvPr/>
        </p:nvSpPr>
        <p:spPr>
          <a:xfrm>
            <a:off x="960120" y="3200400"/>
            <a:ext cx="32919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Black"/>
              <a:buNone/>
            </a:pPr>
            <a:r>
              <a:rPr b="1" i="0" lang="en-US" sz="2400" u="none" cap="none" strike="noStrike">
                <a:solidFill>
                  <a:srgbClr val="FFFFFF"/>
                </a:solidFill>
                <a:latin typeface="Arial Black"/>
                <a:ea typeface="Arial Black"/>
                <a:cs typeface="Arial Black"/>
                <a:sym typeface="Arial Black"/>
              </a:rPr>
              <a:t>Idira</a:t>
            </a:r>
            <a:endParaRPr b="0" i="0" sz="2400" u="none" cap="none" strike="noStrike">
              <a:solidFill>
                <a:schemeClr val="dk1"/>
              </a:solidFill>
              <a:latin typeface="Calibri"/>
              <a:ea typeface="Calibri"/>
              <a:cs typeface="Calibri"/>
              <a:sym typeface="Calibri"/>
            </a:endParaRPr>
          </a:p>
        </p:txBody>
      </p:sp>
      <p:sp>
        <p:nvSpPr>
          <p:cNvPr id="1600" name="Google Shape;1600;g3ecd9bc579e_0_4478"/>
          <p:cNvSpPr/>
          <p:nvPr/>
        </p:nvSpPr>
        <p:spPr>
          <a:xfrm>
            <a:off x="960120" y="3749040"/>
            <a:ext cx="3291900" cy="19203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C5CFC6"/>
              </a:buClr>
              <a:buSzPts val="1100"/>
              <a:buFont typeface="Calibri"/>
              <a:buNone/>
            </a:pPr>
            <a:r>
              <a:rPr b="0" i="0" lang="en-US" sz="1300" u="none" cap="none" strike="noStrike">
                <a:solidFill>
                  <a:schemeClr val="lt1"/>
                </a:solidFill>
                <a:latin typeface="Calibri"/>
                <a:ea typeface="Calibri"/>
                <a:cs typeface="Calibri"/>
                <a:sym typeface="Calibri"/>
              </a:rPr>
              <a:t>PANW's next-generation identity platform, launched at IMPACT May 12, 2026. One of three PANW core platforms alongside Strata and Cortex. Extends privilege controls to every human, machine, and AI agent identity on a single control plane.</a:t>
            </a:r>
            <a:endParaRPr b="0" i="0" sz="1300" u="none" cap="none" strike="noStrike">
              <a:solidFill>
                <a:schemeClr val="lt1"/>
              </a:solidFill>
              <a:latin typeface="Calibri"/>
              <a:ea typeface="Calibri"/>
              <a:cs typeface="Calibri"/>
              <a:sym typeface="Calibri"/>
            </a:endParaRPr>
          </a:p>
        </p:txBody>
      </p:sp>
      <p:sp>
        <p:nvSpPr>
          <p:cNvPr id="1601" name="Google Shape;1601;g3ecd9bc579e_0_4478"/>
          <p:cNvSpPr/>
          <p:nvPr/>
        </p:nvSpPr>
        <p:spPr>
          <a:xfrm>
            <a:off x="4709160" y="1828800"/>
            <a:ext cx="684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00"/>
              <a:buFont typeface="Arial"/>
              <a:buNone/>
            </a:pPr>
            <a:r>
              <a:rPr b="1" i="0" lang="en-US" sz="1200" u="none" cap="none" strike="noStrike">
                <a:solidFill>
                  <a:srgbClr val="00C176"/>
                </a:solidFill>
                <a:latin typeface="Arial"/>
                <a:ea typeface="Arial"/>
                <a:cs typeface="Arial"/>
                <a:sym typeface="Arial"/>
              </a:rPr>
              <a:t>KEY CAPABILITIES</a:t>
            </a:r>
            <a:endParaRPr b="0" i="0" sz="1200" u="none" cap="none" strike="noStrike">
              <a:solidFill>
                <a:schemeClr val="dk1"/>
              </a:solidFill>
              <a:latin typeface="Calibri"/>
              <a:ea typeface="Calibri"/>
              <a:cs typeface="Calibri"/>
              <a:sym typeface="Calibri"/>
            </a:endParaRPr>
          </a:p>
        </p:txBody>
      </p:sp>
      <p:sp>
        <p:nvSpPr>
          <p:cNvPr id="1602" name="Google Shape;1602;g3ecd9bc579e_0_4478"/>
          <p:cNvSpPr/>
          <p:nvPr/>
        </p:nvSpPr>
        <p:spPr>
          <a:xfrm>
            <a:off x="4709160" y="2194560"/>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g3ecd9bc579e_0_4478"/>
          <p:cNvSpPr/>
          <p:nvPr/>
        </p:nvSpPr>
        <p:spPr>
          <a:xfrm>
            <a:off x="4709160" y="2194560"/>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g3ecd9bc579e_0_4478"/>
          <p:cNvSpPr/>
          <p:nvPr/>
        </p:nvSpPr>
        <p:spPr>
          <a:xfrm>
            <a:off x="4892040" y="2249424"/>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300" u="none" cap="none" strike="noStrike">
                <a:solidFill>
                  <a:srgbClr val="FFFFFF"/>
                </a:solidFill>
                <a:latin typeface="Arial"/>
                <a:ea typeface="Arial"/>
                <a:cs typeface="Arial"/>
                <a:sym typeface="Arial"/>
              </a:rPr>
              <a:t>Zero Standing Privilege</a:t>
            </a:r>
            <a:endParaRPr b="0" i="0" sz="1300" u="none" cap="none" strike="noStrike">
              <a:solidFill>
                <a:schemeClr val="dk1"/>
              </a:solidFill>
              <a:latin typeface="Calibri"/>
              <a:ea typeface="Calibri"/>
              <a:cs typeface="Calibri"/>
              <a:sym typeface="Calibri"/>
            </a:endParaRPr>
          </a:p>
        </p:txBody>
      </p:sp>
      <p:sp>
        <p:nvSpPr>
          <p:cNvPr id="1605" name="Google Shape;1605;g3ecd9bc579e_0_4478"/>
          <p:cNvSpPr/>
          <p:nvPr/>
        </p:nvSpPr>
        <p:spPr>
          <a:xfrm>
            <a:off x="4892040" y="2505456"/>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Dynamic, just-in-time privilege replaces always-on access</a:t>
            </a:r>
            <a:endParaRPr b="0" i="0" sz="1150" u="none" cap="none" strike="noStrike">
              <a:solidFill>
                <a:schemeClr val="lt2"/>
              </a:solidFill>
              <a:latin typeface="Calibri"/>
              <a:ea typeface="Calibri"/>
              <a:cs typeface="Calibri"/>
              <a:sym typeface="Calibri"/>
            </a:endParaRPr>
          </a:p>
        </p:txBody>
      </p:sp>
      <p:sp>
        <p:nvSpPr>
          <p:cNvPr id="1606" name="Google Shape;1606;g3ecd9bc579e_0_4478"/>
          <p:cNvSpPr/>
          <p:nvPr/>
        </p:nvSpPr>
        <p:spPr>
          <a:xfrm>
            <a:off x="4709160" y="2944368"/>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g3ecd9bc579e_0_4478"/>
          <p:cNvSpPr/>
          <p:nvPr/>
        </p:nvSpPr>
        <p:spPr>
          <a:xfrm>
            <a:off x="4709160" y="2944368"/>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8" name="Google Shape;1608;g3ecd9bc579e_0_4478"/>
          <p:cNvSpPr/>
          <p:nvPr/>
        </p:nvSpPr>
        <p:spPr>
          <a:xfrm>
            <a:off x="4892040" y="2999232"/>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300" u="none" cap="none" strike="noStrike">
                <a:solidFill>
                  <a:srgbClr val="FFFFFF"/>
                </a:solidFill>
                <a:latin typeface="Arial"/>
                <a:ea typeface="Arial"/>
                <a:cs typeface="Arial"/>
                <a:sym typeface="Arial"/>
              </a:rPr>
              <a:t>AI-Native Identity</a:t>
            </a:r>
            <a:endParaRPr b="0" i="0" sz="1300" u="none" cap="none" strike="noStrike">
              <a:solidFill>
                <a:schemeClr val="dk1"/>
              </a:solidFill>
              <a:latin typeface="Calibri"/>
              <a:ea typeface="Calibri"/>
              <a:cs typeface="Calibri"/>
              <a:sym typeface="Calibri"/>
            </a:endParaRPr>
          </a:p>
        </p:txBody>
      </p:sp>
      <p:sp>
        <p:nvSpPr>
          <p:cNvPr id="1609" name="Google Shape;1609;g3ecd9bc579e_0_4478"/>
          <p:cNvSpPr/>
          <p:nvPr/>
        </p:nvSpPr>
        <p:spPr>
          <a:xfrm>
            <a:off x="4892040" y="3255264"/>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AI surfaces hidden entitlements and recommends least privilege</a:t>
            </a:r>
            <a:endParaRPr b="0" i="0" sz="1150" u="none" cap="none" strike="noStrike">
              <a:solidFill>
                <a:schemeClr val="lt2"/>
              </a:solidFill>
              <a:latin typeface="Calibri"/>
              <a:ea typeface="Calibri"/>
              <a:cs typeface="Calibri"/>
              <a:sym typeface="Calibri"/>
            </a:endParaRPr>
          </a:p>
        </p:txBody>
      </p:sp>
      <p:sp>
        <p:nvSpPr>
          <p:cNvPr id="1610" name="Google Shape;1610;g3ecd9bc579e_0_4478"/>
          <p:cNvSpPr/>
          <p:nvPr/>
        </p:nvSpPr>
        <p:spPr>
          <a:xfrm>
            <a:off x="4709160" y="3694176"/>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g3ecd9bc579e_0_4478"/>
          <p:cNvSpPr/>
          <p:nvPr/>
        </p:nvSpPr>
        <p:spPr>
          <a:xfrm>
            <a:off x="4709160" y="3694176"/>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g3ecd9bc579e_0_4478"/>
          <p:cNvSpPr/>
          <p:nvPr/>
        </p:nvSpPr>
        <p:spPr>
          <a:xfrm>
            <a:off x="4892040" y="3749040"/>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300" u="none" cap="none" strike="noStrike">
                <a:solidFill>
                  <a:srgbClr val="FFFFFF"/>
                </a:solidFill>
                <a:latin typeface="Arial"/>
                <a:ea typeface="Arial"/>
                <a:cs typeface="Arial"/>
                <a:sym typeface="Arial"/>
              </a:rPr>
              <a:t>Cortex Integration</a:t>
            </a:r>
            <a:endParaRPr b="0" i="0" sz="1300" u="none" cap="none" strike="noStrike">
              <a:solidFill>
                <a:schemeClr val="dk1"/>
              </a:solidFill>
              <a:latin typeface="Calibri"/>
              <a:ea typeface="Calibri"/>
              <a:cs typeface="Calibri"/>
              <a:sym typeface="Calibri"/>
            </a:endParaRPr>
          </a:p>
        </p:txBody>
      </p:sp>
      <p:sp>
        <p:nvSpPr>
          <p:cNvPr id="1613" name="Google Shape;1613;g3ecd9bc579e_0_4478"/>
          <p:cNvSpPr/>
          <p:nvPr/>
        </p:nvSpPr>
        <p:spPr>
          <a:xfrm>
            <a:off x="4892040" y="4005072"/>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First-party identity signals feed Cortex detection and response</a:t>
            </a:r>
            <a:endParaRPr b="0" i="0" sz="1150" u="none" cap="none" strike="noStrike">
              <a:solidFill>
                <a:schemeClr val="lt2"/>
              </a:solidFill>
              <a:latin typeface="Calibri"/>
              <a:ea typeface="Calibri"/>
              <a:cs typeface="Calibri"/>
              <a:sym typeface="Calibri"/>
            </a:endParaRPr>
          </a:p>
        </p:txBody>
      </p:sp>
      <p:sp>
        <p:nvSpPr>
          <p:cNvPr id="1614" name="Google Shape;1614;g3ecd9bc579e_0_4478"/>
          <p:cNvSpPr/>
          <p:nvPr/>
        </p:nvSpPr>
        <p:spPr>
          <a:xfrm>
            <a:off x="4709160" y="4443984"/>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g3ecd9bc579e_0_4478"/>
          <p:cNvSpPr/>
          <p:nvPr/>
        </p:nvSpPr>
        <p:spPr>
          <a:xfrm>
            <a:off x="4709160" y="4443984"/>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g3ecd9bc579e_0_4478"/>
          <p:cNvSpPr/>
          <p:nvPr/>
        </p:nvSpPr>
        <p:spPr>
          <a:xfrm>
            <a:off x="4892040" y="4498848"/>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300" u="none" cap="none" strike="noStrike">
                <a:solidFill>
                  <a:srgbClr val="FFFFFF"/>
                </a:solidFill>
                <a:latin typeface="Arial"/>
                <a:ea typeface="Arial"/>
                <a:cs typeface="Arial"/>
                <a:sym typeface="Arial"/>
              </a:rPr>
              <a:t>Privileged Access</a:t>
            </a:r>
            <a:endParaRPr b="0" i="0" sz="1300" u="none" cap="none" strike="noStrike">
              <a:solidFill>
                <a:schemeClr val="dk1"/>
              </a:solidFill>
              <a:latin typeface="Calibri"/>
              <a:ea typeface="Calibri"/>
              <a:cs typeface="Calibri"/>
              <a:sym typeface="Calibri"/>
            </a:endParaRPr>
          </a:p>
        </p:txBody>
      </p:sp>
      <p:sp>
        <p:nvSpPr>
          <p:cNvPr id="1617" name="Google Shape;1617;g3ecd9bc579e_0_4478"/>
          <p:cNvSpPr/>
          <p:nvPr/>
        </p:nvSpPr>
        <p:spPr>
          <a:xfrm>
            <a:off x="4892040" y="4754880"/>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PAM, IAM, IGA, secrets management on one platform</a:t>
            </a:r>
            <a:endParaRPr b="0" i="0" sz="1150" u="none" cap="none" strike="noStrike">
              <a:solidFill>
                <a:schemeClr val="lt2"/>
              </a:solidFill>
              <a:latin typeface="Calibri"/>
              <a:ea typeface="Calibri"/>
              <a:cs typeface="Calibri"/>
              <a:sym typeface="Calibri"/>
            </a:endParaRPr>
          </a:p>
        </p:txBody>
      </p:sp>
      <p:sp>
        <p:nvSpPr>
          <p:cNvPr id="1618" name="Google Shape;1618;g3ecd9bc579e_0_4478"/>
          <p:cNvSpPr/>
          <p:nvPr/>
        </p:nvSpPr>
        <p:spPr>
          <a:xfrm>
            <a:off x="640080" y="5870448"/>
            <a:ext cx="10911600" cy="4389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g3ecd9bc579e_0_4478"/>
          <p:cNvSpPr/>
          <p:nvPr/>
        </p:nvSpPr>
        <p:spPr>
          <a:xfrm>
            <a:off x="822960" y="5870448"/>
            <a:ext cx="1737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1000"/>
              <a:buFont typeface="Arial"/>
              <a:buNone/>
            </a:pPr>
            <a:r>
              <a:rPr b="1" i="0" lang="en-US" sz="1200" u="none" cap="none" strike="noStrike">
                <a:solidFill>
                  <a:srgbClr val="4FE3A6"/>
                </a:solidFill>
                <a:latin typeface="Arial"/>
                <a:ea typeface="Arial"/>
                <a:cs typeface="Arial"/>
                <a:sym typeface="Arial"/>
              </a:rPr>
              <a:t>PARTNER MOTION</a:t>
            </a:r>
            <a:endParaRPr b="0" i="0" sz="1200" u="none" cap="none" strike="noStrike">
              <a:solidFill>
                <a:schemeClr val="dk1"/>
              </a:solidFill>
              <a:latin typeface="Calibri"/>
              <a:ea typeface="Calibri"/>
              <a:cs typeface="Calibri"/>
              <a:sym typeface="Calibri"/>
            </a:endParaRPr>
          </a:p>
        </p:txBody>
      </p:sp>
      <p:sp>
        <p:nvSpPr>
          <p:cNvPr id="1620" name="Google Shape;1620;g3ecd9bc579e_0_4478"/>
          <p:cNvSpPr/>
          <p:nvPr/>
        </p:nvSpPr>
        <p:spPr>
          <a:xfrm>
            <a:off x="2651760" y="5870448"/>
            <a:ext cx="8808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EE9"/>
              </a:buClr>
              <a:buSzPts val="1050"/>
              <a:buFont typeface="Calibri"/>
              <a:buNone/>
            </a:pPr>
            <a:r>
              <a:rPr b="0" i="0" lang="en-US" sz="1150" u="none" cap="none" strike="noStrike">
                <a:solidFill>
                  <a:schemeClr val="lt1"/>
                </a:solidFill>
                <a:latin typeface="Calibri"/>
                <a:ea typeface="Calibri"/>
                <a:cs typeface="Calibri"/>
                <a:sym typeface="Calibri"/>
              </a:rPr>
              <a:t>Identity threat detection and response, privileged access services, Idira-to-Cortex integration framework (pilot partners: Optiv, RSM), Cyderes fully managed Idira service tier.</a:t>
            </a:r>
            <a:endParaRPr b="0" i="0" sz="1150" u="none" cap="none" strike="noStrike">
              <a:solidFill>
                <a:schemeClr val="lt1"/>
              </a:solidFill>
              <a:latin typeface="Calibri"/>
              <a:ea typeface="Calibri"/>
              <a:cs typeface="Calibri"/>
              <a:sym typeface="Calibri"/>
            </a:endParaRPr>
          </a:p>
        </p:txBody>
      </p:sp>
      <p:sp>
        <p:nvSpPr>
          <p:cNvPr id="1621" name="Google Shape;1621;g3ecd9bc579e_0_4478"/>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rgbClr val="FA582D"/>
                </a:solidFill>
                <a:latin typeface="Arial"/>
                <a:ea typeface="Arial"/>
                <a:cs typeface="Arial"/>
                <a:sym typeface="Arial"/>
              </a:rPr>
              <a:t>PALO ALTO NETWORKS</a:t>
            </a:r>
            <a:endParaRPr b="1" i="0" sz="1000" u="none" cap="none" strike="noStrike">
              <a:solidFill>
                <a:srgbClr val="FA582D"/>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5" name="Shape 1625"/>
        <p:cNvGrpSpPr/>
        <p:nvPr/>
      </p:nvGrpSpPr>
      <p:grpSpPr>
        <a:xfrm>
          <a:off x="0" y="0"/>
          <a:ext cx="0" cy="0"/>
          <a:chOff x="0" y="0"/>
          <a:chExt cx="0" cy="0"/>
        </a:xfrm>
      </p:grpSpPr>
      <p:sp>
        <p:nvSpPr>
          <p:cNvPr id="1626" name="Google Shape;1626;g3ecd9bc579e_0_4481"/>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300" u="none" cap="none" strike="noStrike">
                <a:solidFill>
                  <a:srgbClr val="00C176"/>
                </a:solidFill>
                <a:latin typeface="Arial"/>
                <a:ea typeface="Arial"/>
                <a:cs typeface="Arial"/>
                <a:sym typeface="Arial"/>
              </a:rPr>
              <a:t>BEYOND CORTEX/XSIAM DATA PIPELINE</a:t>
            </a:r>
            <a:endParaRPr b="0" i="0" sz="1300" u="none" cap="none" strike="noStrike">
              <a:solidFill>
                <a:schemeClr val="dk1"/>
              </a:solidFill>
              <a:latin typeface="Calibri"/>
              <a:ea typeface="Calibri"/>
              <a:cs typeface="Calibri"/>
              <a:sym typeface="Calibri"/>
            </a:endParaRPr>
          </a:p>
        </p:txBody>
      </p:sp>
      <p:sp>
        <p:nvSpPr>
          <p:cNvPr id="1627" name="Google Shape;1627;g3ecd9bc579e_0_4481"/>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000" u="none" cap="none" strike="noStrike">
                <a:solidFill>
                  <a:srgbClr val="FFFFFF"/>
                </a:solidFill>
                <a:latin typeface="Arial Black"/>
                <a:ea typeface="Arial Black"/>
                <a:cs typeface="Arial Black"/>
                <a:sym typeface="Arial Black"/>
              </a:rPr>
              <a:t>Cortex Stream</a:t>
            </a:r>
            <a:endParaRPr b="0" i="0" sz="3000" u="none" cap="none" strike="noStrike">
              <a:solidFill>
                <a:schemeClr val="dk1"/>
              </a:solidFill>
              <a:latin typeface="Calibri"/>
              <a:ea typeface="Calibri"/>
              <a:cs typeface="Calibri"/>
              <a:sym typeface="Calibri"/>
            </a:endParaRPr>
          </a:p>
        </p:txBody>
      </p:sp>
      <p:sp>
        <p:nvSpPr>
          <p:cNvPr id="1628" name="Google Shape;1628;g3ecd9bc579e_0_4481"/>
          <p:cNvSpPr/>
          <p:nvPr/>
        </p:nvSpPr>
        <p:spPr>
          <a:xfrm>
            <a:off x="640080" y="1828800"/>
            <a:ext cx="3840600" cy="39318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g3ecd9bc579e_0_4481"/>
          <p:cNvSpPr/>
          <p:nvPr/>
        </p:nvSpPr>
        <p:spPr>
          <a:xfrm>
            <a:off x="640080" y="1828800"/>
            <a:ext cx="3840600" cy="73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30" name="Google Shape;1630;g3ecd9bc579e_0_4481"/>
          <p:cNvPicPr preferRelativeResize="0"/>
          <p:nvPr/>
        </p:nvPicPr>
        <p:blipFill rotWithShape="1">
          <a:blip r:embed="rId3">
            <a:alphaModFix/>
          </a:blip>
          <a:srcRect b="0" l="0" r="0" t="0"/>
          <a:stretch/>
        </p:blipFill>
        <p:spPr>
          <a:xfrm>
            <a:off x="960120" y="2121408"/>
            <a:ext cx="685800" cy="685800"/>
          </a:xfrm>
          <a:prstGeom prst="rect">
            <a:avLst/>
          </a:prstGeom>
          <a:noFill/>
          <a:ln>
            <a:noFill/>
          </a:ln>
        </p:spPr>
      </p:pic>
      <p:sp>
        <p:nvSpPr>
          <p:cNvPr id="1631" name="Google Shape;1631;g3ecd9bc579e_0_4481"/>
          <p:cNvSpPr/>
          <p:nvPr/>
        </p:nvSpPr>
        <p:spPr>
          <a:xfrm>
            <a:off x="960120" y="2926080"/>
            <a:ext cx="3291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50"/>
              <a:buFont typeface="Arial"/>
              <a:buNone/>
            </a:pPr>
            <a:r>
              <a:rPr b="1" i="0" lang="en-US" sz="1250" u="none" cap="none" strike="noStrike">
                <a:solidFill>
                  <a:srgbClr val="00C176"/>
                </a:solidFill>
                <a:latin typeface="Arial"/>
                <a:ea typeface="Arial"/>
                <a:cs typeface="Arial"/>
                <a:sym typeface="Arial"/>
              </a:rPr>
              <a:t>TELEMETRY PIPELINE</a:t>
            </a:r>
            <a:endParaRPr b="0" i="0" sz="1250" u="none" cap="none" strike="noStrike">
              <a:solidFill>
                <a:schemeClr val="dk1"/>
              </a:solidFill>
              <a:latin typeface="Calibri"/>
              <a:ea typeface="Calibri"/>
              <a:cs typeface="Calibri"/>
              <a:sym typeface="Calibri"/>
            </a:endParaRPr>
          </a:p>
        </p:txBody>
      </p:sp>
      <p:sp>
        <p:nvSpPr>
          <p:cNvPr id="1632" name="Google Shape;1632;g3ecd9bc579e_0_4481"/>
          <p:cNvSpPr/>
          <p:nvPr/>
        </p:nvSpPr>
        <p:spPr>
          <a:xfrm>
            <a:off x="960120" y="3200400"/>
            <a:ext cx="32919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Black"/>
              <a:buNone/>
            </a:pPr>
            <a:r>
              <a:rPr b="1" i="0" lang="en-US" sz="2400" u="none" cap="none" strike="noStrike">
                <a:solidFill>
                  <a:srgbClr val="FFFFFF"/>
                </a:solidFill>
                <a:latin typeface="Arial Black"/>
                <a:ea typeface="Arial Black"/>
                <a:cs typeface="Arial Black"/>
                <a:sym typeface="Arial Black"/>
              </a:rPr>
              <a:t>Cortex Stream</a:t>
            </a:r>
            <a:endParaRPr b="0" i="0" sz="2400" u="none" cap="none" strike="noStrike">
              <a:solidFill>
                <a:schemeClr val="dk1"/>
              </a:solidFill>
              <a:latin typeface="Calibri"/>
              <a:ea typeface="Calibri"/>
              <a:cs typeface="Calibri"/>
              <a:sym typeface="Calibri"/>
            </a:endParaRPr>
          </a:p>
        </p:txBody>
      </p:sp>
      <p:sp>
        <p:nvSpPr>
          <p:cNvPr id="1633" name="Google Shape;1633;g3ecd9bc579e_0_4481"/>
          <p:cNvSpPr/>
          <p:nvPr/>
        </p:nvSpPr>
        <p:spPr>
          <a:xfrm>
            <a:off x="960120" y="3749040"/>
            <a:ext cx="3291900" cy="19203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C5CFC6"/>
              </a:buClr>
              <a:buSzPts val="1100"/>
              <a:buFont typeface="Calibri"/>
              <a:buNone/>
            </a:pPr>
            <a:r>
              <a:rPr b="0" i="0" lang="en-US" sz="1300" u="none" cap="none" strike="noStrike">
                <a:solidFill>
                  <a:schemeClr val="lt1"/>
                </a:solidFill>
                <a:latin typeface="Calibri"/>
                <a:ea typeface="Calibri"/>
                <a:cs typeface="Calibri"/>
                <a:sym typeface="Calibri"/>
              </a:rPr>
              <a:t>XSIAM's built-in data pipeline, integrating Chronosphere Telemetry Pipeline (CTP) technology. Filters, parses, transforms, and routes telemetry across analytics, data lake, and external destinations. The pipeline economics layer that determines XSIAM TCO.</a:t>
            </a:r>
            <a:endParaRPr b="0" i="0" sz="1300" u="none" cap="none" strike="noStrike">
              <a:solidFill>
                <a:schemeClr val="lt1"/>
              </a:solidFill>
              <a:latin typeface="Calibri"/>
              <a:ea typeface="Calibri"/>
              <a:cs typeface="Calibri"/>
              <a:sym typeface="Calibri"/>
            </a:endParaRPr>
          </a:p>
        </p:txBody>
      </p:sp>
      <p:sp>
        <p:nvSpPr>
          <p:cNvPr id="1634" name="Google Shape;1634;g3ecd9bc579e_0_4481"/>
          <p:cNvSpPr/>
          <p:nvPr/>
        </p:nvSpPr>
        <p:spPr>
          <a:xfrm>
            <a:off x="4709160" y="1828800"/>
            <a:ext cx="684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000"/>
              <a:buFont typeface="Arial"/>
              <a:buNone/>
            </a:pPr>
            <a:r>
              <a:rPr b="1" i="0" lang="en-US" sz="1200" u="none" cap="none" strike="noStrike">
                <a:solidFill>
                  <a:srgbClr val="00C176"/>
                </a:solidFill>
                <a:latin typeface="Arial"/>
                <a:ea typeface="Arial"/>
                <a:cs typeface="Arial"/>
                <a:sym typeface="Arial"/>
              </a:rPr>
              <a:t>KEY CAPABILITIES</a:t>
            </a:r>
            <a:endParaRPr b="0" i="0" sz="1200" u="none" cap="none" strike="noStrike">
              <a:solidFill>
                <a:schemeClr val="dk1"/>
              </a:solidFill>
              <a:latin typeface="Calibri"/>
              <a:ea typeface="Calibri"/>
              <a:cs typeface="Calibri"/>
              <a:sym typeface="Calibri"/>
            </a:endParaRPr>
          </a:p>
        </p:txBody>
      </p:sp>
      <p:sp>
        <p:nvSpPr>
          <p:cNvPr id="1635" name="Google Shape;1635;g3ecd9bc579e_0_4481"/>
          <p:cNvSpPr/>
          <p:nvPr/>
        </p:nvSpPr>
        <p:spPr>
          <a:xfrm>
            <a:off x="4709160" y="2194560"/>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g3ecd9bc579e_0_4481"/>
          <p:cNvSpPr/>
          <p:nvPr/>
        </p:nvSpPr>
        <p:spPr>
          <a:xfrm>
            <a:off x="4709160" y="2194560"/>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g3ecd9bc579e_0_4481"/>
          <p:cNvSpPr/>
          <p:nvPr/>
        </p:nvSpPr>
        <p:spPr>
          <a:xfrm>
            <a:off x="4892040" y="2249424"/>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300" u="none" cap="none" strike="noStrike">
                <a:solidFill>
                  <a:srgbClr val="FFFFFF"/>
                </a:solidFill>
                <a:latin typeface="Arial"/>
                <a:ea typeface="Arial"/>
                <a:cs typeface="Arial"/>
                <a:sym typeface="Arial"/>
              </a:rPr>
              <a:t>Filter, Parse, Transform</a:t>
            </a:r>
            <a:endParaRPr b="0" i="0" sz="1300" u="none" cap="none" strike="noStrike">
              <a:solidFill>
                <a:schemeClr val="dk1"/>
              </a:solidFill>
              <a:latin typeface="Calibri"/>
              <a:ea typeface="Calibri"/>
              <a:cs typeface="Calibri"/>
              <a:sym typeface="Calibri"/>
            </a:endParaRPr>
          </a:p>
        </p:txBody>
      </p:sp>
      <p:sp>
        <p:nvSpPr>
          <p:cNvPr id="1638" name="Google Shape;1638;g3ecd9bc579e_0_4481"/>
          <p:cNvSpPr/>
          <p:nvPr/>
        </p:nvSpPr>
        <p:spPr>
          <a:xfrm>
            <a:off x="4892040" y="2505456"/>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Drop, dedup, sample across events and fields before ingestion</a:t>
            </a:r>
            <a:endParaRPr b="0" i="0" sz="1150" u="none" cap="none" strike="noStrike">
              <a:solidFill>
                <a:schemeClr val="lt2"/>
              </a:solidFill>
              <a:latin typeface="Calibri"/>
              <a:ea typeface="Calibri"/>
              <a:cs typeface="Calibri"/>
              <a:sym typeface="Calibri"/>
            </a:endParaRPr>
          </a:p>
        </p:txBody>
      </p:sp>
      <p:sp>
        <p:nvSpPr>
          <p:cNvPr id="1639" name="Google Shape;1639;g3ecd9bc579e_0_4481"/>
          <p:cNvSpPr/>
          <p:nvPr/>
        </p:nvSpPr>
        <p:spPr>
          <a:xfrm>
            <a:off x="4709160" y="2944368"/>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g3ecd9bc579e_0_4481"/>
          <p:cNvSpPr/>
          <p:nvPr/>
        </p:nvSpPr>
        <p:spPr>
          <a:xfrm>
            <a:off x="4709160" y="2944368"/>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g3ecd9bc579e_0_4481"/>
          <p:cNvSpPr/>
          <p:nvPr/>
        </p:nvSpPr>
        <p:spPr>
          <a:xfrm>
            <a:off x="4892040" y="2999232"/>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300" u="none" cap="none" strike="noStrike">
                <a:solidFill>
                  <a:srgbClr val="FFFFFF"/>
                </a:solidFill>
                <a:latin typeface="Arial"/>
                <a:ea typeface="Arial"/>
                <a:cs typeface="Arial"/>
                <a:sym typeface="Arial"/>
              </a:rPr>
              <a:t>Three-Tier Data Routing</a:t>
            </a:r>
            <a:endParaRPr b="0" i="0" sz="1300" u="none" cap="none" strike="noStrike">
              <a:solidFill>
                <a:schemeClr val="dk1"/>
              </a:solidFill>
              <a:latin typeface="Calibri"/>
              <a:ea typeface="Calibri"/>
              <a:cs typeface="Calibri"/>
              <a:sym typeface="Calibri"/>
            </a:endParaRPr>
          </a:p>
        </p:txBody>
      </p:sp>
      <p:sp>
        <p:nvSpPr>
          <p:cNvPr id="1642" name="Google Shape;1642;g3ecd9bc579e_0_4481"/>
          <p:cNvSpPr/>
          <p:nvPr/>
        </p:nvSpPr>
        <p:spPr>
          <a:xfrm>
            <a:off x="4892040" y="3255264"/>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Analytics tier (premium), Data Lake (25% cost), External destinations</a:t>
            </a:r>
            <a:endParaRPr b="0" i="0" sz="1150" u="none" cap="none" strike="noStrike">
              <a:solidFill>
                <a:schemeClr val="lt2"/>
              </a:solidFill>
              <a:latin typeface="Calibri"/>
              <a:ea typeface="Calibri"/>
              <a:cs typeface="Calibri"/>
              <a:sym typeface="Calibri"/>
            </a:endParaRPr>
          </a:p>
        </p:txBody>
      </p:sp>
      <p:sp>
        <p:nvSpPr>
          <p:cNvPr id="1643" name="Google Shape;1643;g3ecd9bc579e_0_4481"/>
          <p:cNvSpPr/>
          <p:nvPr/>
        </p:nvSpPr>
        <p:spPr>
          <a:xfrm>
            <a:off x="4709160" y="3694176"/>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g3ecd9bc579e_0_4481"/>
          <p:cNvSpPr/>
          <p:nvPr/>
        </p:nvSpPr>
        <p:spPr>
          <a:xfrm>
            <a:off x="4709160" y="3694176"/>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g3ecd9bc579e_0_4481"/>
          <p:cNvSpPr/>
          <p:nvPr/>
        </p:nvSpPr>
        <p:spPr>
          <a:xfrm>
            <a:off x="4892040" y="3749040"/>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300" u="none" cap="none" strike="noStrike">
                <a:solidFill>
                  <a:srgbClr val="FFFFFF"/>
                </a:solidFill>
                <a:latin typeface="Arial"/>
                <a:ea typeface="Arial"/>
                <a:cs typeface="Arial"/>
                <a:sym typeface="Arial"/>
              </a:rPr>
              <a:t>Federated Search</a:t>
            </a:r>
            <a:endParaRPr b="0" i="0" sz="1300" u="none" cap="none" strike="noStrike">
              <a:solidFill>
                <a:schemeClr val="dk1"/>
              </a:solidFill>
              <a:latin typeface="Calibri"/>
              <a:ea typeface="Calibri"/>
              <a:cs typeface="Calibri"/>
              <a:sym typeface="Calibri"/>
            </a:endParaRPr>
          </a:p>
        </p:txBody>
      </p:sp>
      <p:sp>
        <p:nvSpPr>
          <p:cNvPr id="1646" name="Google Shape;1646;g3ecd9bc579e_0_4481"/>
          <p:cNvSpPr/>
          <p:nvPr/>
        </p:nvSpPr>
        <p:spPr>
          <a:xfrm>
            <a:off x="4892040" y="4005072"/>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Query across AWS, GCP, Azure buckets in multiple formats and schemas</a:t>
            </a:r>
            <a:endParaRPr b="0" i="0" sz="1150" u="none" cap="none" strike="noStrike">
              <a:solidFill>
                <a:schemeClr val="lt2"/>
              </a:solidFill>
              <a:latin typeface="Calibri"/>
              <a:ea typeface="Calibri"/>
              <a:cs typeface="Calibri"/>
              <a:sym typeface="Calibri"/>
            </a:endParaRPr>
          </a:p>
        </p:txBody>
      </p:sp>
      <p:sp>
        <p:nvSpPr>
          <p:cNvPr id="1647" name="Google Shape;1647;g3ecd9bc579e_0_4481"/>
          <p:cNvSpPr/>
          <p:nvPr/>
        </p:nvSpPr>
        <p:spPr>
          <a:xfrm>
            <a:off x="4709160" y="4443984"/>
            <a:ext cx="6842400" cy="640200"/>
          </a:xfrm>
          <a:prstGeom prst="rect">
            <a:avLst/>
          </a:prstGeom>
          <a:solidFill>
            <a:srgbClr val="1B2419"/>
          </a:solidFill>
          <a:ln cap="flat" cmpd="sng" w="9525">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g3ecd9bc579e_0_4481"/>
          <p:cNvSpPr/>
          <p:nvPr/>
        </p:nvSpPr>
        <p:spPr>
          <a:xfrm>
            <a:off x="4709160" y="4443984"/>
            <a:ext cx="54900" cy="6402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g3ecd9bc579e_0_4481"/>
          <p:cNvSpPr/>
          <p:nvPr/>
        </p:nvSpPr>
        <p:spPr>
          <a:xfrm>
            <a:off x="4892040" y="4498848"/>
            <a:ext cx="656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Arial"/>
              <a:buNone/>
            </a:pPr>
            <a:r>
              <a:rPr b="1" i="0" lang="en-US" sz="1300" u="none" cap="none" strike="noStrike">
                <a:solidFill>
                  <a:srgbClr val="FFFFFF"/>
                </a:solidFill>
                <a:latin typeface="Arial"/>
                <a:ea typeface="Arial"/>
                <a:cs typeface="Arial"/>
                <a:sym typeface="Arial"/>
              </a:rPr>
              <a:t>Built into XSIAM</a:t>
            </a:r>
            <a:endParaRPr b="0" i="0" sz="1300" u="none" cap="none" strike="noStrike">
              <a:solidFill>
                <a:schemeClr val="dk1"/>
              </a:solidFill>
              <a:latin typeface="Calibri"/>
              <a:ea typeface="Calibri"/>
              <a:cs typeface="Calibri"/>
              <a:sym typeface="Calibri"/>
            </a:endParaRPr>
          </a:p>
        </p:txBody>
      </p:sp>
      <p:sp>
        <p:nvSpPr>
          <p:cNvPr id="1650" name="Google Shape;1650;g3ecd9bc579e_0_4481"/>
          <p:cNvSpPr/>
          <p:nvPr/>
        </p:nvSpPr>
        <p:spPr>
          <a:xfrm>
            <a:off x="4892040" y="4754880"/>
            <a:ext cx="6568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CTP integrated as XSIAM native pipeline - not sold standalone</a:t>
            </a:r>
            <a:endParaRPr b="0" i="0" sz="1150" u="none" cap="none" strike="noStrike">
              <a:solidFill>
                <a:schemeClr val="lt2"/>
              </a:solidFill>
              <a:latin typeface="Calibri"/>
              <a:ea typeface="Calibri"/>
              <a:cs typeface="Calibri"/>
              <a:sym typeface="Calibri"/>
            </a:endParaRPr>
          </a:p>
        </p:txBody>
      </p:sp>
      <p:sp>
        <p:nvSpPr>
          <p:cNvPr id="1651" name="Google Shape;1651;g3ecd9bc579e_0_4481"/>
          <p:cNvSpPr/>
          <p:nvPr/>
        </p:nvSpPr>
        <p:spPr>
          <a:xfrm>
            <a:off x="640080" y="5870448"/>
            <a:ext cx="10911600" cy="4389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g3ecd9bc579e_0_4481"/>
          <p:cNvSpPr/>
          <p:nvPr/>
        </p:nvSpPr>
        <p:spPr>
          <a:xfrm>
            <a:off x="822960" y="5870448"/>
            <a:ext cx="1737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FE3A6"/>
              </a:buClr>
              <a:buSzPts val="1000"/>
              <a:buFont typeface="Arial"/>
              <a:buNone/>
            </a:pPr>
            <a:r>
              <a:rPr b="1" i="0" lang="en-US" sz="1200" u="none" cap="none" strike="noStrike">
                <a:solidFill>
                  <a:srgbClr val="4FE3A6"/>
                </a:solidFill>
                <a:latin typeface="Arial"/>
                <a:ea typeface="Arial"/>
                <a:cs typeface="Arial"/>
                <a:sym typeface="Arial"/>
              </a:rPr>
              <a:t>PARTNER MOTION</a:t>
            </a:r>
            <a:endParaRPr b="0" i="0" sz="1200" u="none" cap="none" strike="noStrike">
              <a:solidFill>
                <a:schemeClr val="dk1"/>
              </a:solidFill>
              <a:latin typeface="Calibri"/>
              <a:ea typeface="Calibri"/>
              <a:cs typeface="Calibri"/>
              <a:sym typeface="Calibri"/>
            </a:endParaRPr>
          </a:p>
        </p:txBody>
      </p:sp>
      <p:sp>
        <p:nvSpPr>
          <p:cNvPr id="1653" name="Google Shape;1653;g3ecd9bc579e_0_4481"/>
          <p:cNvSpPr/>
          <p:nvPr/>
        </p:nvSpPr>
        <p:spPr>
          <a:xfrm>
            <a:off x="2651760" y="5870448"/>
            <a:ext cx="88083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EE9"/>
              </a:buClr>
              <a:buSzPts val="1050"/>
              <a:buFont typeface="Calibri"/>
              <a:buNone/>
            </a:pPr>
            <a:r>
              <a:rPr b="0" i="0" lang="en-US" sz="1150" u="none" cap="none" strike="noStrike">
                <a:solidFill>
                  <a:schemeClr val="lt1"/>
                </a:solidFill>
                <a:latin typeface="Calibri"/>
                <a:ea typeface="Calibri"/>
                <a:cs typeface="Calibri"/>
                <a:sym typeface="Calibri"/>
              </a:rPr>
              <a:t>Telemetry pipeline service, XSIAM data optimization engagements, observability-led incident reduction, partner-managed data tiering. Launch July - August with Asaf as product owner.</a:t>
            </a:r>
            <a:endParaRPr b="0" i="0" sz="1150" u="none" cap="none" strike="noStrike">
              <a:solidFill>
                <a:schemeClr val="lt1"/>
              </a:solidFill>
              <a:latin typeface="Calibri"/>
              <a:ea typeface="Calibri"/>
              <a:cs typeface="Calibri"/>
              <a:sym typeface="Calibri"/>
            </a:endParaRPr>
          </a:p>
        </p:txBody>
      </p:sp>
      <p:sp>
        <p:nvSpPr>
          <p:cNvPr id="1654" name="Google Shape;1654;g3ecd9bc579e_0_4481"/>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rgbClr val="FA582D"/>
                </a:solidFill>
                <a:latin typeface="Arial"/>
                <a:ea typeface="Arial"/>
                <a:cs typeface="Arial"/>
                <a:sym typeface="Arial"/>
              </a:rPr>
              <a:t>PALO ALTO NETWORKS</a:t>
            </a:r>
            <a:endParaRPr b="1" i="0" sz="1000" u="none" cap="none" strike="noStrike">
              <a:solidFill>
                <a:srgbClr val="FA582D"/>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g3ef8a0113d2_0_154"/>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CFC6"/>
              </a:buClr>
              <a:buSzPts val="900"/>
              <a:buFont typeface="Arial"/>
              <a:buNone/>
            </a:pPr>
            <a:r>
              <a:rPr b="1" i="0" lang="en-US" sz="900" u="none" cap="none" strike="noStrike">
                <a:solidFill>
                  <a:schemeClr val="accent1"/>
                </a:solidFill>
                <a:latin typeface="Arial"/>
                <a:ea typeface="Arial"/>
                <a:cs typeface="Arial"/>
                <a:sym typeface="Arial"/>
              </a:rPr>
              <a:t>PALO ALTO NETWORKS</a:t>
            </a:r>
            <a:endParaRPr b="0" i="0" sz="900" u="none" cap="none" strike="noStrike">
              <a:solidFill>
                <a:schemeClr val="accent1"/>
              </a:solidFill>
              <a:latin typeface="Calibri"/>
              <a:ea typeface="Calibri"/>
              <a:cs typeface="Calibri"/>
              <a:sym typeface="Calibri"/>
            </a:endParaRPr>
          </a:p>
        </p:txBody>
      </p:sp>
      <p:sp>
        <p:nvSpPr>
          <p:cNvPr id="1661" name="Google Shape;1661;g3ef8a0113d2_0_154"/>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176"/>
              </a:buClr>
              <a:buSzPts val="1100"/>
              <a:buFont typeface="Arial"/>
              <a:buNone/>
            </a:pPr>
            <a:r>
              <a:rPr b="1" lang="en-US" sz="1100">
                <a:solidFill>
                  <a:schemeClr val="lt2"/>
                </a:solidFill>
              </a:rPr>
              <a:t> Vad Vadwlas,</a:t>
            </a:r>
            <a:r>
              <a:rPr b="1" lang="en-US" sz="1100">
                <a:solidFill>
                  <a:srgbClr val="00C176"/>
                </a:solidFill>
              </a:rPr>
              <a:t> Partner Solutions Architect, </a:t>
            </a:r>
            <a:r>
              <a:rPr b="1" i="0" lang="en-US" sz="1100" u="none" cap="none" strike="noStrike">
                <a:solidFill>
                  <a:srgbClr val="00C176"/>
                </a:solidFill>
                <a:latin typeface="Arial"/>
                <a:ea typeface="Arial"/>
                <a:cs typeface="Arial"/>
                <a:sym typeface="Arial"/>
              </a:rPr>
              <a:t>PARTNER ENABLEMENT/v2.1 LIBRARY</a:t>
            </a:r>
            <a:endParaRPr b="0" i="0" sz="1100" u="none" cap="none" strike="noStrike">
              <a:solidFill>
                <a:schemeClr val="dk1"/>
              </a:solidFill>
              <a:latin typeface="Calibri"/>
              <a:ea typeface="Calibri"/>
              <a:cs typeface="Calibri"/>
              <a:sym typeface="Calibri"/>
            </a:endParaRPr>
          </a:p>
        </p:txBody>
      </p:sp>
      <p:sp>
        <p:nvSpPr>
          <p:cNvPr id="1662" name="Google Shape;1662;g3ef8a0113d2_0_154"/>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Arial Black"/>
              <a:buNone/>
            </a:pPr>
            <a:r>
              <a:rPr b="1" i="0" lang="en-US" sz="2800" u="none" cap="none" strike="noStrike">
                <a:solidFill>
                  <a:srgbClr val="FFFFFF"/>
                </a:solidFill>
                <a:latin typeface="Arial Black"/>
                <a:ea typeface="Arial Black"/>
                <a:cs typeface="Arial Black"/>
                <a:sym typeface="Arial Black"/>
              </a:rPr>
              <a:t>Foundational artifacts across the PANW platform</a:t>
            </a:r>
            <a:endParaRPr b="0" i="0" sz="2800" u="none" cap="none" strike="noStrike">
              <a:solidFill>
                <a:schemeClr val="dk1"/>
              </a:solidFill>
              <a:latin typeface="Calibri"/>
              <a:ea typeface="Calibri"/>
              <a:cs typeface="Calibri"/>
              <a:sym typeface="Calibri"/>
            </a:endParaRPr>
          </a:p>
        </p:txBody>
      </p:sp>
      <p:sp>
        <p:nvSpPr>
          <p:cNvPr id="1663" name="Google Shape;1663;g3ef8a0113d2_0_154"/>
          <p:cNvSpPr/>
          <p:nvPr/>
        </p:nvSpPr>
        <p:spPr>
          <a:xfrm>
            <a:off x="640080" y="1828800"/>
            <a:ext cx="108813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5CFC6"/>
              </a:buClr>
              <a:buSzPts val="1200"/>
              <a:buFont typeface="Calibri"/>
              <a:buNone/>
            </a:pPr>
            <a:r>
              <a:rPr b="0" i="0" lang="en-US" sz="1200" u="none" cap="none" strike="noStrike">
                <a:solidFill>
                  <a:schemeClr val="lt1"/>
                </a:solidFill>
                <a:latin typeface="Calibri"/>
                <a:ea typeface="Calibri"/>
                <a:cs typeface="Calibri"/>
                <a:sym typeface="Calibri"/>
              </a:rPr>
              <a:t>Every offering in the catalog is backed by partner-ready enablement assets, in field use today across NAM, EMEA, and JAPAC ecosystems. Each tile links to the full asset.</a:t>
            </a:r>
            <a:endParaRPr b="0" i="0" sz="1200" u="none" cap="none" strike="noStrike">
              <a:solidFill>
                <a:schemeClr val="lt1"/>
              </a:solidFill>
              <a:latin typeface="Calibri"/>
              <a:ea typeface="Calibri"/>
              <a:cs typeface="Calibri"/>
              <a:sym typeface="Calibri"/>
            </a:endParaRPr>
          </a:p>
        </p:txBody>
      </p:sp>
      <p:sp>
        <p:nvSpPr>
          <p:cNvPr id="1664" name="Google Shape;1664;g3ef8a0113d2_0_154"/>
          <p:cNvSpPr/>
          <p:nvPr/>
        </p:nvSpPr>
        <p:spPr>
          <a:xfrm>
            <a:off x="640080" y="2331720"/>
            <a:ext cx="1737300" cy="8412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g3ef8a0113d2_0_154"/>
          <p:cNvSpPr/>
          <p:nvPr/>
        </p:nvSpPr>
        <p:spPr>
          <a:xfrm>
            <a:off x="640080" y="2331720"/>
            <a:ext cx="63900" cy="8412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6" name="Google Shape;1666;g3ef8a0113d2_0_154"/>
          <p:cNvPicPr preferRelativeResize="0"/>
          <p:nvPr/>
        </p:nvPicPr>
        <p:blipFill rotWithShape="1">
          <a:blip r:embed="rId3">
            <a:alphaModFix/>
          </a:blip>
          <a:srcRect b="0" l="0" r="0" t="0"/>
          <a:stretch/>
        </p:blipFill>
        <p:spPr>
          <a:xfrm>
            <a:off x="822960" y="2450592"/>
            <a:ext cx="310896" cy="310896"/>
          </a:xfrm>
          <a:prstGeom prst="rect">
            <a:avLst/>
          </a:prstGeom>
          <a:noFill/>
          <a:ln>
            <a:noFill/>
          </a:ln>
        </p:spPr>
      </p:pic>
      <p:sp>
        <p:nvSpPr>
          <p:cNvPr id="1667" name="Google Shape;1667;g3ef8a0113d2_0_154"/>
          <p:cNvSpPr/>
          <p:nvPr/>
        </p:nvSpPr>
        <p:spPr>
          <a:xfrm>
            <a:off x="822960" y="2788920"/>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Black"/>
              <a:buNone/>
            </a:pPr>
            <a:r>
              <a:rPr b="1" i="0" lang="en-US" sz="1000" u="none" cap="none" strike="noStrike">
                <a:solidFill>
                  <a:srgbClr val="FFFFFF"/>
                </a:solidFill>
                <a:latin typeface="Arial Black"/>
                <a:ea typeface="Arial Black"/>
                <a:cs typeface="Arial Black"/>
                <a:sym typeface="Arial Black"/>
              </a:rPr>
              <a:t>CORTEX</a:t>
            </a:r>
            <a:endParaRPr b="0" i="0" sz="1000" u="none" cap="none" strike="noStrike">
              <a:solidFill>
                <a:schemeClr val="dk1"/>
              </a:solidFill>
              <a:latin typeface="Calibri"/>
              <a:ea typeface="Calibri"/>
              <a:cs typeface="Calibri"/>
              <a:sym typeface="Calibri"/>
            </a:endParaRPr>
          </a:p>
        </p:txBody>
      </p:sp>
      <p:sp>
        <p:nvSpPr>
          <p:cNvPr id="1668" name="Google Shape;1668;g3ef8a0113d2_0_154"/>
          <p:cNvSpPr/>
          <p:nvPr/>
        </p:nvSpPr>
        <p:spPr>
          <a:xfrm>
            <a:off x="822960" y="2980944"/>
            <a:ext cx="14631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E3A6"/>
              </a:buClr>
              <a:buSzPts val="700"/>
              <a:buFont typeface="Arial"/>
              <a:buNone/>
            </a:pPr>
            <a:r>
              <a:rPr b="1" i="0" lang="en-US" sz="700" u="none" cap="none" strike="noStrike">
                <a:solidFill>
                  <a:srgbClr val="4FE3A6"/>
                </a:solidFill>
                <a:latin typeface="Arial"/>
                <a:ea typeface="Arial"/>
                <a:cs typeface="Arial"/>
                <a:sym typeface="Arial"/>
              </a:rPr>
              <a:t>AUTONOMOUS SOC</a:t>
            </a:r>
            <a:endParaRPr b="0" i="0" sz="700" u="none" cap="none" strike="noStrike">
              <a:solidFill>
                <a:schemeClr val="dk1"/>
              </a:solidFill>
              <a:latin typeface="Calibri"/>
              <a:ea typeface="Calibri"/>
              <a:cs typeface="Calibri"/>
              <a:sym typeface="Calibri"/>
            </a:endParaRPr>
          </a:p>
        </p:txBody>
      </p:sp>
      <p:sp>
        <p:nvSpPr>
          <p:cNvPr id="1669" name="Google Shape;1669;g3ef8a0113d2_0_154">
            <a:hlinkClick r:id="rId4"/>
          </p:cNvPr>
          <p:cNvSpPr/>
          <p:nvPr/>
        </p:nvSpPr>
        <p:spPr>
          <a:xfrm>
            <a:off x="2560320" y="2331720"/>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g3ef8a0113d2_0_154"/>
          <p:cNvSpPr/>
          <p:nvPr/>
        </p:nvSpPr>
        <p:spPr>
          <a:xfrm>
            <a:off x="2560320" y="2331720"/>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1" name="Google Shape;1671;g3ef8a0113d2_0_154"/>
          <p:cNvPicPr preferRelativeResize="0"/>
          <p:nvPr/>
        </p:nvPicPr>
        <p:blipFill rotWithShape="1">
          <a:blip r:embed="rId5">
            <a:alphaModFix/>
          </a:blip>
          <a:srcRect b="0" l="0" r="0" t="0"/>
          <a:stretch/>
        </p:blipFill>
        <p:spPr>
          <a:xfrm>
            <a:off x="2679192" y="2441448"/>
            <a:ext cx="201168" cy="201168"/>
          </a:xfrm>
          <a:prstGeom prst="rect">
            <a:avLst/>
          </a:prstGeom>
          <a:noFill/>
          <a:ln>
            <a:noFill/>
          </a:ln>
        </p:spPr>
      </p:pic>
      <p:sp>
        <p:nvSpPr>
          <p:cNvPr id="1672" name="Google Shape;1672;g3ef8a0113d2_0_154"/>
          <p:cNvSpPr/>
          <p:nvPr/>
        </p:nvSpPr>
        <p:spPr>
          <a:xfrm>
            <a:off x="2944368" y="2404872"/>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cap="none" strike="noStrike">
                <a:solidFill>
                  <a:schemeClr val="lt1"/>
                </a:solidFill>
                <a:uFill>
                  <a:noFill/>
                </a:uFill>
                <a:latin typeface="Arial"/>
                <a:ea typeface="Arial"/>
                <a:cs typeface="Arial"/>
                <a:sym typeface="Arial"/>
                <a:hlinkClick r:id="rId6">
                  <a:extLst>
                    <a:ext uri="{A12FA001-AC4F-418D-AE19-62706E023703}">
                      <ahyp:hlinkClr val="tx"/>
                    </a:ext>
                  </a:extLst>
                </a:hlinkClick>
              </a:rPr>
              <a:t>MSSP Technical Operationalization Guide</a:t>
            </a:r>
            <a:endParaRPr b="0" i="0" sz="900" cap="none" strike="noStrike">
              <a:solidFill>
                <a:schemeClr val="lt1"/>
              </a:solidFill>
              <a:latin typeface="Calibri"/>
              <a:ea typeface="Calibri"/>
              <a:cs typeface="Calibri"/>
              <a:sym typeface="Calibri"/>
            </a:endParaRPr>
          </a:p>
        </p:txBody>
      </p:sp>
      <p:sp>
        <p:nvSpPr>
          <p:cNvPr id="1673" name="Google Shape;1673;g3ef8a0113d2_0_154"/>
          <p:cNvSpPr/>
          <p:nvPr/>
        </p:nvSpPr>
        <p:spPr>
          <a:xfrm>
            <a:off x="5222138" y="2404872"/>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674" name="Google Shape;1674;g3ef8a0113d2_0_154"/>
          <p:cNvSpPr/>
          <p:nvPr/>
        </p:nvSpPr>
        <p:spPr>
          <a:xfrm>
            <a:off x="2679192" y="2715768"/>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Multi-tenant XSIAM deployment, parent/child architecture, service tiers mapped to SKUs.</a:t>
            </a:r>
            <a:endParaRPr b="0" i="0" sz="750" u="none" cap="none" strike="noStrike">
              <a:solidFill>
                <a:schemeClr val="dk1"/>
              </a:solidFill>
              <a:latin typeface="Calibri"/>
              <a:ea typeface="Calibri"/>
              <a:cs typeface="Calibri"/>
              <a:sym typeface="Calibri"/>
            </a:endParaRPr>
          </a:p>
        </p:txBody>
      </p:sp>
      <p:sp>
        <p:nvSpPr>
          <p:cNvPr id="1675" name="Google Shape;1675;g3ef8a0113d2_0_154"/>
          <p:cNvSpPr/>
          <p:nvPr/>
        </p:nvSpPr>
        <p:spPr>
          <a:xfrm>
            <a:off x="2679192" y="2971800"/>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g3ef8a0113d2_0_154"/>
          <p:cNvSpPr/>
          <p:nvPr/>
        </p:nvSpPr>
        <p:spPr>
          <a:xfrm>
            <a:off x="2679192" y="2971800"/>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In field use</a:t>
            </a:r>
            <a:endParaRPr b="0" i="0" sz="650" u="none" cap="none" strike="noStrike">
              <a:solidFill>
                <a:schemeClr val="dk1"/>
              </a:solidFill>
              <a:latin typeface="Calibri"/>
              <a:ea typeface="Calibri"/>
              <a:cs typeface="Calibri"/>
              <a:sym typeface="Calibri"/>
            </a:endParaRPr>
          </a:p>
        </p:txBody>
      </p:sp>
      <p:sp>
        <p:nvSpPr>
          <p:cNvPr id="1677" name="Google Shape;1677;g3ef8a0113d2_0_154">
            <a:hlinkClick r:id="rId7"/>
          </p:cNvPr>
          <p:cNvSpPr/>
          <p:nvPr/>
        </p:nvSpPr>
        <p:spPr>
          <a:xfrm>
            <a:off x="5597042" y="2331720"/>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g3ef8a0113d2_0_154"/>
          <p:cNvSpPr/>
          <p:nvPr/>
        </p:nvSpPr>
        <p:spPr>
          <a:xfrm>
            <a:off x="5597042" y="2331720"/>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9" name="Google Shape;1679;g3ef8a0113d2_0_154"/>
          <p:cNvPicPr preferRelativeResize="0"/>
          <p:nvPr/>
        </p:nvPicPr>
        <p:blipFill rotWithShape="1">
          <a:blip r:embed="rId8">
            <a:alphaModFix/>
          </a:blip>
          <a:srcRect b="0" l="0" r="0" t="0"/>
          <a:stretch/>
        </p:blipFill>
        <p:spPr>
          <a:xfrm>
            <a:off x="5715914" y="2441448"/>
            <a:ext cx="201168" cy="201168"/>
          </a:xfrm>
          <a:prstGeom prst="rect">
            <a:avLst/>
          </a:prstGeom>
          <a:noFill/>
          <a:ln>
            <a:noFill/>
          </a:ln>
        </p:spPr>
      </p:pic>
      <p:sp>
        <p:nvSpPr>
          <p:cNvPr id="1680" name="Google Shape;1680;g3ef8a0113d2_0_154"/>
          <p:cNvSpPr/>
          <p:nvPr/>
        </p:nvSpPr>
        <p:spPr>
          <a:xfrm>
            <a:off x="5981090" y="2404872"/>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CU Intelligence Platform</a:t>
            </a:r>
            <a:endParaRPr b="0" i="0" sz="900" u="none" cap="none" strike="noStrike">
              <a:solidFill>
                <a:schemeClr val="dk1"/>
              </a:solidFill>
              <a:latin typeface="Calibri"/>
              <a:ea typeface="Calibri"/>
              <a:cs typeface="Calibri"/>
              <a:sym typeface="Calibri"/>
            </a:endParaRPr>
          </a:p>
        </p:txBody>
      </p:sp>
      <p:sp>
        <p:nvSpPr>
          <p:cNvPr id="1681" name="Google Shape;1681;g3ef8a0113d2_0_154"/>
          <p:cNvSpPr/>
          <p:nvPr/>
        </p:nvSpPr>
        <p:spPr>
          <a:xfrm>
            <a:off x="8258861" y="2404872"/>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682" name="Google Shape;1682;g3ef8a0113d2_0_154"/>
          <p:cNvSpPr/>
          <p:nvPr/>
        </p:nvSpPr>
        <p:spPr>
          <a:xfrm>
            <a:off x="5715914" y="2715768"/>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Live tool for MSSP CU sizing, allocation, scenario modeling, enforcement readiness.</a:t>
            </a:r>
            <a:endParaRPr b="0" i="0" sz="750" u="none" cap="none" strike="noStrike">
              <a:solidFill>
                <a:schemeClr val="dk1"/>
              </a:solidFill>
              <a:latin typeface="Calibri"/>
              <a:ea typeface="Calibri"/>
              <a:cs typeface="Calibri"/>
              <a:sym typeface="Calibri"/>
            </a:endParaRPr>
          </a:p>
        </p:txBody>
      </p:sp>
      <p:sp>
        <p:nvSpPr>
          <p:cNvPr id="1683" name="Google Shape;1683;g3ef8a0113d2_0_154"/>
          <p:cNvSpPr/>
          <p:nvPr/>
        </p:nvSpPr>
        <p:spPr>
          <a:xfrm>
            <a:off x="5715914" y="2971800"/>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g3ef8a0113d2_0_154"/>
          <p:cNvSpPr/>
          <p:nvPr/>
        </p:nvSpPr>
        <p:spPr>
          <a:xfrm>
            <a:off x="5715914" y="2971800"/>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Live - partner pilots</a:t>
            </a:r>
            <a:endParaRPr b="0" i="0" sz="650" u="none" cap="none" strike="noStrike">
              <a:solidFill>
                <a:schemeClr val="dk1"/>
              </a:solidFill>
              <a:latin typeface="Calibri"/>
              <a:ea typeface="Calibri"/>
              <a:cs typeface="Calibri"/>
              <a:sym typeface="Calibri"/>
            </a:endParaRPr>
          </a:p>
        </p:txBody>
      </p:sp>
      <p:sp>
        <p:nvSpPr>
          <p:cNvPr id="1685" name="Google Shape;1685;g3ef8a0113d2_0_154">
            <a:hlinkClick r:id="rId9"/>
          </p:cNvPr>
          <p:cNvSpPr/>
          <p:nvPr/>
        </p:nvSpPr>
        <p:spPr>
          <a:xfrm>
            <a:off x="8633765" y="2331720"/>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g3ef8a0113d2_0_154"/>
          <p:cNvSpPr/>
          <p:nvPr/>
        </p:nvSpPr>
        <p:spPr>
          <a:xfrm>
            <a:off x="8633765" y="2331720"/>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87" name="Google Shape;1687;g3ef8a0113d2_0_154"/>
          <p:cNvPicPr preferRelativeResize="0"/>
          <p:nvPr/>
        </p:nvPicPr>
        <p:blipFill rotWithShape="1">
          <a:blip r:embed="rId10">
            <a:alphaModFix/>
          </a:blip>
          <a:srcRect b="0" l="0" r="0" t="0"/>
          <a:stretch/>
        </p:blipFill>
        <p:spPr>
          <a:xfrm>
            <a:off x="8752637" y="2441448"/>
            <a:ext cx="201168" cy="201168"/>
          </a:xfrm>
          <a:prstGeom prst="rect">
            <a:avLst/>
          </a:prstGeom>
          <a:noFill/>
          <a:ln>
            <a:noFill/>
          </a:ln>
        </p:spPr>
      </p:pic>
      <p:sp>
        <p:nvSpPr>
          <p:cNvPr id="1688" name="Google Shape;1688;g3ef8a0113d2_0_154"/>
          <p:cNvSpPr/>
          <p:nvPr/>
        </p:nvSpPr>
        <p:spPr>
          <a:xfrm>
            <a:off x="9017813" y="2404872"/>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MCP Prompt Injection Kill Chain</a:t>
            </a:r>
            <a:endParaRPr b="0" i="0" sz="900" u="none" cap="none" strike="noStrike">
              <a:solidFill>
                <a:schemeClr val="dk1"/>
              </a:solidFill>
              <a:latin typeface="Calibri"/>
              <a:ea typeface="Calibri"/>
              <a:cs typeface="Calibri"/>
              <a:sym typeface="Calibri"/>
            </a:endParaRPr>
          </a:p>
        </p:txBody>
      </p:sp>
      <p:sp>
        <p:nvSpPr>
          <p:cNvPr id="1689" name="Google Shape;1689;g3ef8a0113d2_0_154"/>
          <p:cNvSpPr/>
          <p:nvPr/>
        </p:nvSpPr>
        <p:spPr>
          <a:xfrm>
            <a:off x="11295583" y="2404872"/>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690" name="Google Shape;1690;g3ef8a0113d2_0_154"/>
          <p:cNvSpPr/>
          <p:nvPr/>
        </p:nvSpPr>
        <p:spPr>
          <a:xfrm>
            <a:off x="8752637" y="2715768"/>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Hands-on guide demonstrating four Koi detection layers stopping credential exfiltration via malicious MCP server.</a:t>
            </a:r>
            <a:endParaRPr b="0" i="0" sz="750" u="none" cap="none" strike="noStrike">
              <a:solidFill>
                <a:schemeClr val="dk1"/>
              </a:solidFill>
              <a:latin typeface="Calibri"/>
              <a:ea typeface="Calibri"/>
              <a:cs typeface="Calibri"/>
              <a:sym typeface="Calibri"/>
            </a:endParaRPr>
          </a:p>
        </p:txBody>
      </p:sp>
      <p:sp>
        <p:nvSpPr>
          <p:cNvPr id="1691" name="Google Shape;1691;g3ef8a0113d2_0_154"/>
          <p:cNvSpPr/>
          <p:nvPr/>
        </p:nvSpPr>
        <p:spPr>
          <a:xfrm>
            <a:off x="8752637" y="2971800"/>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g3ef8a0113d2_0_154"/>
          <p:cNvSpPr/>
          <p:nvPr/>
        </p:nvSpPr>
        <p:spPr>
          <a:xfrm>
            <a:off x="8752637" y="2971800"/>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Validated w/ Koi PM</a:t>
            </a:r>
            <a:endParaRPr b="0" i="0" sz="650" u="none" cap="none" strike="noStrike">
              <a:solidFill>
                <a:schemeClr val="dk1"/>
              </a:solidFill>
              <a:latin typeface="Calibri"/>
              <a:ea typeface="Calibri"/>
              <a:cs typeface="Calibri"/>
              <a:sym typeface="Calibri"/>
            </a:endParaRPr>
          </a:p>
        </p:txBody>
      </p:sp>
      <p:sp>
        <p:nvSpPr>
          <p:cNvPr id="1693" name="Google Shape;1693;g3ef8a0113d2_0_154"/>
          <p:cNvSpPr/>
          <p:nvPr/>
        </p:nvSpPr>
        <p:spPr>
          <a:xfrm>
            <a:off x="640080" y="3264408"/>
            <a:ext cx="1737300" cy="8412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g3ef8a0113d2_0_154"/>
          <p:cNvSpPr/>
          <p:nvPr/>
        </p:nvSpPr>
        <p:spPr>
          <a:xfrm>
            <a:off x="640080" y="3264408"/>
            <a:ext cx="63900" cy="8412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5" name="Google Shape;1695;g3ef8a0113d2_0_154"/>
          <p:cNvPicPr preferRelativeResize="0"/>
          <p:nvPr/>
        </p:nvPicPr>
        <p:blipFill rotWithShape="1">
          <a:blip r:embed="rId11">
            <a:alphaModFix/>
          </a:blip>
          <a:srcRect b="0" l="0" r="0" t="0"/>
          <a:stretch/>
        </p:blipFill>
        <p:spPr>
          <a:xfrm>
            <a:off x="822960" y="3383280"/>
            <a:ext cx="310896" cy="310896"/>
          </a:xfrm>
          <a:prstGeom prst="rect">
            <a:avLst/>
          </a:prstGeom>
          <a:noFill/>
          <a:ln>
            <a:noFill/>
          </a:ln>
        </p:spPr>
      </p:pic>
      <p:sp>
        <p:nvSpPr>
          <p:cNvPr id="1696" name="Google Shape;1696;g3ef8a0113d2_0_154"/>
          <p:cNvSpPr/>
          <p:nvPr/>
        </p:nvSpPr>
        <p:spPr>
          <a:xfrm>
            <a:off x="822960" y="3721608"/>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Black"/>
              <a:buNone/>
            </a:pPr>
            <a:r>
              <a:rPr b="1" i="0" lang="en-US" sz="1000" u="none" cap="none" strike="noStrike">
                <a:solidFill>
                  <a:srgbClr val="FFFFFF"/>
                </a:solidFill>
                <a:latin typeface="Arial Black"/>
                <a:ea typeface="Arial Black"/>
                <a:cs typeface="Arial Black"/>
                <a:sym typeface="Arial Black"/>
              </a:rPr>
              <a:t>CORTEX CLOUD</a:t>
            </a:r>
            <a:endParaRPr b="0" i="0" sz="1000" u="none" cap="none" strike="noStrike">
              <a:solidFill>
                <a:schemeClr val="dk1"/>
              </a:solidFill>
              <a:latin typeface="Calibri"/>
              <a:ea typeface="Calibri"/>
              <a:cs typeface="Calibri"/>
              <a:sym typeface="Calibri"/>
            </a:endParaRPr>
          </a:p>
        </p:txBody>
      </p:sp>
      <p:sp>
        <p:nvSpPr>
          <p:cNvPr id="1697" name="Google Shape;1697;g3ef8a0113d2_0_154"/>
          <p:cNvSpPr/>
          <p:nvPr/>
        </p:nvSpPr>
        <p:spPr>
          <a:xfrm>
            <a:off x="822960" y="3913632"/>
            <a:ext cx="14631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E3A6"/>
              </a:buClr>
              <a:buSzPts val="700"/>
              <a:buFont typeface="Arial"/>
              <a:buNone/>
            </a:pPr>
            <a:r>
              <a:rPr b="1" i="0" lang="en-US" sz="700" u="none" cap="none" strike="noStrike">
                <a:solidFill>
                  <a:srgbClr val="4FE3A6"/>
                </a:solidFill>
                <a:latin typeface="Arial"/>
                <a:ea typeface="Arial"/>
                <a:cs typeface="Arial"/>
                <a:sym typeface="Arial"/>
              </a:rPr>
              <a:t>CODE-TO-CLOUD-TO-SOC</a:t>
            </a:r>
            <a:endParaRPr b="0" i="0" sz="700" u="none" cap="none" strike="noStrike">
              <a:solidFill>
                <a:schemeClr val="dk1"/>
              </a:solidFill>
              <a:latin typeface="Calibri"/>
              <a:ea typeface="Calibri"/>
              <a:cs typeface="Calibri"/>
              <a:sym typeface="Calibri"/>
            </a:endParaRPr>
          </a:p>
        </p:txBody>
      </p:sp>
      <p:sp>
        <p:nvSpPr>
          <p:cNvPr id="1698" name="Google Shape;1698;g3ef8a0113d2_0_154">
            <a:hlinkClick r:id="rId12"/>
          </p:cNvPr>
          <p:cNvSpPr/>
          <p:nvPr/>
        </p:nvSpPr>
        <p:spPr>
          <a:xfrm>
            <a:off x="2560320" y="3264408"/>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g3ef8a0113d2_0_154"/>
          <p:cNvSpPr/>
          <p:nvPr/>
        </p:nvSpPr>
        <p:spPr>
          <a:xfrm>
            <a:off x="2560320" y="3264408"/>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0" name="Google Shape;1700;g3ef8a0113d2_0_154"/>
          <p:cNvPicPr preferRelativeResize="0"/>
          <p:nvPr/>
        </p:nvPicPr>
        <p:blipFill rotWithShape="1">
          <a:blip r:embed="rId13">
            <a:alphaModFix/>
          </a:blip>
          <a:srcRect b="0" l="0" r="0" t="0"/>
          <a:stretch/>
        </p:blipFill>
        <p:spPr>
          <a:xfrm>
            <a:off x="2679192" y="3374136"/>
            <a:ext cx="201168" cy="201168"/>
          </a:xfrm>
          <a:prstGeom prst="rect">
            <a:avLst/>
          </a:prstGeom>
          <a:noFill/>
          <a:ln>
            <a:noFill/>
          </a:ln>
        </p:spPr>
      </p:pic>
      <p:sp>
        <p:nvSpPr>
          <p:cNvPr id="1701" name="Google Shape;1701;g3ef8a0113d2_0_154"/>
          <p:cNvSpPr/>
          <p:nvPr/>
        </p:nvSpPr>
        <p:spPr>
          <a:xfrm>
            <a:off x="2944368" y="3337560"/>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Cloud-to-SOC Flow GCP Edition</a:t>
            </a:r>
            <a:endParaRPr b="0" i="0" sz="900" u="none" cap="none" strike="noStrike">
              <a:solidFill>
                <a:schemeClr val="dk1"/>
              </a:solidFill>
              <a:latin typeface="Calibri"/>
              <a:ea typeface="Calibri"/>
              <a:cs typeface="Calibri"/>
              <a:sym typeface="Calibri"/>
            </a:endParaRPr>
          </a:p>
        </p:txBody>
      </p:sp>
      <p:sp>
        <p:nvSpPr>
          <p:cNvPr id="1702" name="Google Shape;1702;g3ef8a0113d2_0_154"/>
          <p:cNvSpPr/>
          <p:nvPr/>
        </p:nvSpPr>
        <p:spPr>
          <a:xfrm>
            <a:off x="5222138" y="3337560"/>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703" name="Google Shape;1703;g3ef8a0113d2_0_154"/>
          <p:cNvSpPr/>
          <p:nvPr/>
        </p:nvSpPr>
        <p:spPr>
          <a:xfrm>
            <a:off x="2679192" y="3648456"/>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Reusable lab bundle generating live XSIAM cases across code, cloud, data, runtime, SOC layers.</a:t>
            </a:r>
            <a:endParaRPr b="0" i="0" sz="750" u="none" cap="none" strike="noStrike">
              <a:solidFill>
                <a:schemeClr val="dk1"/>
              </a:solidFill>
              <a:latin typeface="Calibri"/>
              <a:ea typeface="Calibri"/>
              <a:cs typeface="Calibri"/>
              <a:sym typeface="Calibri"/>
            </a:endParaRPr>
          </a:p>
        </p:txBody>
      </p:sp>
      <p:sp>
        <p:nvSpPr>
          <p:cNvPr id="1704" name="Google Shape;1704;g3ef8a0113d2_0_154"/>
          <p:cNvSpPr/>
          <p:nvPr/>
        </p:nvSpPr>
        <p:spPr>
          <a:xfrm>
            <a:off x="2679192" y="3904488"/>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g3ef8a0113d2_0_154"/>
          <p:cNvSpPr/>
          <p:nvPr/>
        </p:nvSpPr>
        <p:spPr>
          <a:xfrm>
            <a:off x="2679192" y="3904488"/>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Deployed JAPAC/EMEA</a:t>
            </a:r>
            <a:endParaRPr b="0" i="0" sz="650" u="none" cap="none" strike="noStrike">
              <a:solidFill>
                <a:schemeClr val="dk1"/>
              </a:solidFill>
              <a:latin typeface="Calibri"/>
              <a:ea typeface="Calibri"/>
              <a:cs typeface="Calibri"/>
              <a:sym typeface="Calibri"/>
            </a:endParaRPr>
          </a:p>
        </p:txBody>
      </p:sp>
      <p:sp>
        <p:nvSpPr>
          <p:cNvPr id="1706" name="Google Shape;1706;g3ef8a0113d2_0_154">
            <a:hlinkClick r:id="rId14"/>
          </p:cNvPr>
          <p:cNvSpPr/>
          <p:nvPr/>
        </p:nvSpPr>
        <p:spPr>
          <a:xfrm>
            <a:off x="5597042" y="3264408"/>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g3ef8a0113d2_0_154"/>
          <p:cNvSpPr/>
          <p:nvPr/>
        </p:nvSpPr>
        <p:spPr>
          <a:xfrm>
            <a:off x="5597042" y="3264408"/>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8" name="Google Shape;1708;g3ef8a0113d2_0_154"/>
          <p:cNvPicPr preferRelativeResize="0"/>
          <p:nvPr/>
        </p:nvPicPr>
        <p:blipFill rotWithShape="1">
          <a:blip r:embed="rId15">
            <a:alphaModFix/>
          </a:blip>
          <a:srcRect b="0" l="0" r="0" t="0"/>
          <a:stretch/>
        </p:blipFill>
        <p:spPr>
          <a:xfrm>
            <a:off x="5715914" y="3374136"/>
            <a:ext cx="201168" cy="201168"/>
          </a:xfrm>
          <a:prstGeom prst="rect">
            <a:avLst/>
          </a:prstGeom>
          <a:noFill/>
          <a:ln>
            <a:noFill/>
          </a:ln>
        </p:spPr>
      </p:pic>
      <p:sp>
        <p:nvSpPr>
          <p:cNvPr id="1709" name="Google Shape;1709;g3ef8a0113d2_0_154"/>
          <p:cNvSpPr/>
          <p:nvPr/>
        </p:nvSpPr>
        <p:spPr>
          <a:xfrm>
            <a:off x="5981090" y="3337560"/>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Cortex Cloud AppSec Positioning Guide</a:t>
            </a:r>
            <a:endParaRPr b="0" i="0" sz="900" u="none" cap="none" strike="noStrike">
              <a:solidFill>
                <a:schemeClr val="dk1"/>
              </a:solidFill>
              <a:latin typeface="Calibri"/>
              <a:ea typeface="Calibri"/>
              <a:cs typeface="Calibri"/>
              <a:sym typeface="Calibri"/>
            </a:endParaRPr>
          </a:p>
        </p:txBody>
      </p:sp>
      <p:sp>
        <p:nvSpPr>
          <p:cNvPr id="1710" name="Google Shape;1710;g3ef8a0113d2_0_154"/>
          <p:cNvSpPr/>
          <p:nvPr/>
        </p:nvSpPr>
        <p:spPr>
          <a:xfrm>
            <a:off x="8258861" y="3337560"/>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711" name="Google Shape;1711;g3ef8a0113d2_0_154"/>
          <p:cNvSpPr/>
          <p:nvPr/>
        </p:nvSpPr>
        <p:spPr>
          <a:xfrm>
            <a:off x="5715914" y="3648456"/>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Partner positioning for ASPM service creation on the Cortex Cloud platform.</a:t>
            </a:r>
            <a:endParaRPr b="0" i="0" sz="750" u="none" cap="none" strike="noStrike">
              <a:solidFill>
                <a:schemeClr val="dk1"/>
              </a:solidFill>
              <a:latin typeface="Calibri"/>
              <a:ea typeface="Calibri"/>
              <a:cs typeface="Calibri"/>
              <a:sym typeface="Calibri"/>
            </a:endParaRPr>
          </a:p>
        </p:txBody>
      </p:sp>
      <p:sp>
        <p:nvSpPr>
          <p:cNvPr id="1712" name="Google Shape;1712;g3ef8a0113d2_0_154"/>
          <p:cNvSpPr/>
          <p:nvPr/>
        </p:nvSpPr>
        <p:spPr>
          <a:xfrm>
            <a:off x="5715914" y="3904488"/>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g3ef8a0113d2_0_154"/>
          <p:cNvSpPr/>
          <p:nvPr/>
        </p:nvSpPr>
        <p:spPr>
          <a:xfrm>
            <a:off x="5715914" y="3904488"/>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Ready for distribution</a:t>
            </a:r>
            <a:endParaRPr b="0" i="0" sz="650" u="none" cap="none" strike="noStrike">
              <a:solidFill>
                <a:schemeClr val="dk1"/>
              </a:solidFill>
              <a:latin typeface="Calibri"/>
              <a:ea typeface="Calibri"/>
              <a:cs typeface="Calibri"/>
              <a:sym typeface="Calibri"/>
            </a:endParaRPr>
          </a:p>
        </p:txBody>
      </p:sp>
      <p:sp>
        <p:nvSpPr>
          <p:cNvPr id="1714" name="Google Shape;1714;g3ef8a0113d2_0_154">
            <a:hlinkClick r:id="rId16"/>
          </p:cNvPr>
          <p:cNvSpPr/>
          <p:nvPr/>
        </p:nvSpPr>
        <p:spPr>
          <a:xfrm>
            <a:off x="8633765" y="3264408"/>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g3ef8a0113d2_0_154"/>
          <p:cNvSpPr/>
          <p:nvPr/>
        </p:nvSpPr>
        <p:spPr>
          <a:xfrm>
            <a:off x="8633765" y="3264408"/>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16" name="Google Shape;1716;g3ef8a0113d2_0_154"/>
          <p:cNvPicPr preferRelativeResize="0"/>
          <p:nvPr/>
        </p:nvPicPr>
        <p:blipFill rotWithShape="1">
          <a:blip r:embed="rId17">
            <a:alphaModFix/>
          </a:blip>
          <a:srcRect b="0" l="0" r="0" t="0"/>
          <a:stretch/>
        </p:blipFill>
        <p:spPr>
          <a:xfrm>
            <a:off x="8752637" y="3374136"/>
            <a:ext cx="201168" cy="201168"/>
          </a:xfrm>
          <a:prstGeom prst="rect">
            <a:avLst/>
          </a:prstGeom>
          <a:noFill/>
          <a:ln>
            <a:noFill/>
          </a:ln>
        </p:spPr>
      </p:pic>
      <p:sp>
        <p:nvSpPr>
          <p:cNvPr id="1717" name="Google Shape;1717;g3ef8a0113d2_0_154"/>
          <p:cNvSpPr/>
          <p:nvPr/>
        </p:nvSpPr>
        <p:spPr>
          <a:xfrm>
            <a:off x="9017813" y="3337560"/>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Cortex Cloud ASC Support Enablement</a:t>
            </a:r>
            <a:endParaRPr b="0" i="0" sz="900" u="none" cap="none" strike="noStrike">
              <a:solidFill>
                <a:schemeClr val="dk1"/>
              </a:solidFill>
              <a:latin typeface="Calibri"/>
              <a:ea typeface="Calibri"/>
              <a:cs typeface="Calibri"/>
              <a:sym typeface="Calibri"/>
            </a:endParaRPr>
          </a:p>
        </p:txBody>
      </p:sp>
      <p:sp>
        <p:nvSpPr>
          <p:cNvPr id="1718" name="Google Shape;1718;g3ef8a0113d2_0_154"/>
          <p:cNvSpPr/>
          <p:nvPr/>
        </p:nvSpPr>
        <p:spPr>
          <a:xfrm>
            <a:off x="11295583" y="3337560"/>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719" name="Google Shape;1719;g3ef8a0113d2_0_154"/>
          <p:cNvSpPr/>
          <p:nvPr/>
        </p:nvSpPr>
        <p:spPr>
          <a:xfrm>
            <a:off x="8752637" y="3648456"/>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L1/L2 break-fix enablement plus learning plan for ASC partners on the XDR BKLN SKU.</a:t>
            </a:r>
            <a:endParaRPr b="0" i="0" sz="750" u="none" cap="none" strike="noStrike">
              <a:solidFill>
                <a:schemeClr val="dk1"/>
              </a:solidFill>
              <a:latin typeface="Calibri"/>
              <a:ea typeface="Calibri"/>
              <a:cs typeface="Calibri"/>
              <a:sym typeface="Calibri"/>
            </a:endParaRPr>
          </a:p>
        </p:txBody>
      </p:sp>
      <p:sp>
        <p:nvSpPr>
          <p:cNvPr id="1720" name="Google Shape;1720;g3ef8a0113d2_0_154"/>
          <p:cNvSpPr/>
          <p:nvPr/>
        </p:nvSpPr>
        <p:spPr>
          <a:xfrm>
            <a:off x="8752637" y="3904488"/>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g3ef8a0113d2_0_154"/>
          <p:cNvSpPr/>
          <p:nvPr/>
        </p:nvSpPr>
        <p:spPr>
          <a:xfrm>
            <a:off x="8752637" y="3904488"/>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Named global SME</a:t>
            </a:r>
            <a:endParaRPr b="0" i="0" sz="650" u="none" cap="none" strike="noStrike">
              <a:solidFill>
                <a:schemeClr val="dk1"/>
              </a:solidFill>
              <a:latin typeface="Calibri"/>
              <a:ea typeface="Calibri"/>
              <a:cs typeface="Calibri"/>
              <a:sym typeface="Calibri"/>
            </a:endParaRPr>
          </a:p>
        </p:txBody>
      </p:sp>
      <p:sp>
        <p:nvSpPr>
          <p:cNvPr id="1722" name="Google Shape;1722;g3ef8a0113d2_0_154"/>
          <p:cNvSpPr/>
          <p:nvPr/>
        </p:nvSpPr>
        <p:spPr>
          <a:xfrm>
            <a:off x="640080" y="4197096"/>
            <a:ext cx="1737300" cy="8412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g3ef8a0113d2_0_154"/>
          <p:cNvSpPr/>
          <p:nvPr/>
        </p:nvSpPr>
        <p:spPr>
          <a:xfrm>
            <a:off x="640080" y="4197096"/>
            <a:ext cx="63900" cy="8412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24" name="Google Shape;1724;g3ef8a0113d2_0_154"/>
          <p:cNvPicPr preferRelativeResize="0"/>
          <p:nvPr/>
        </p:nvPicPr>
        <p:blipFill rotWithShape="1">
          <a:blip r:embed="rId18">
            <a:alphaModFix/>
          </a:blip>
          <a:srcRect b="0" l="0" r="0" t="0"/>
          <a:stretch/>
        </p:blipFill>
        <p:spPr>
          <a:xfrm>
            <a:off x="822960" y="4315968"/>
            <a:ext cx="310896" cy="310896"/>
          </a:xfrm>
          <a:prstGeom prst="rect">
            <a:avLst/>
          </a:prstGeom>
          <a:noFill/>
          <a:ln>
            <a:noFill/>
          </a:ln>
        </p:spPr>
      </p:pic>
      <p:sp>
        <p:nvSpPr>
          <p:cNvPr id="1725" name="Google Shape;1725;g3ef8a0113d2_0_154"/>
          <p:cNvSpPr/>
          <p:nvPr/>
        </p:nvSpPr>
        <p:spPr>
          <a:xfrm>
            <a:off x="822960" y="4654296"/>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Black"/>
              <a:buNone/>
            </a:pPr>
            <a:r>
              <a:rPr b="1" i="0" lang="en-US" sz="1000" u="none" cap="none" strike="noStrike">
                <a:solidFill>
                  <a:srgbClr val="FFFFFF"/>
                </a:solidFill>
                <a:latin typeface="Arial Black"/>
                <a:ea typeface="Arial Black"/>
                <a:cs typeface="Arial Black"/>
                <a:sym typeface="Arial Black"/>
              </a:rPr>
              <a:t>CORTEX AES</a:t>
            </a:r>
            <a:endParaRPr b="0" i="0" sz="1000" u="none" cap="none" strike="noStrike">
              <a:solidFill>
                <a:schemeClr val="dk1"/>
              </a:solidFill>
              <a:latin typeface="Calibri"/>
              <a:ea typeface="Calibri"/>
              <a:cs typeface="Calibri"/>
              <a:sym typeface="Calibri"/>
            </a:endParaRPr>
          </a:p>
        </p:txBody>
      </p:sp>
      <p:sp>
        <p:nvSpPr>
          <p:cNvPr id="1726" name="Google Shape;1726;g3ef8a0113d2_0_154"/>
          <p:cNvSpPr/>
          <p:nvPr/>
        </p:nvSpPr>
        <p:spPr>
          <a:xfrm>
            <a:off x="822960" y="4846320"/>
            <a:ext cx="14631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E3A6"/>
              </a:buClr>
              <a:buSzPts val="700"/>
              <a:buFont typeface="Arial"/>
              <a:buNone/>
            </a:pPr>
            <a:r>
              <a:rPr b="1" i="0" lang="en-US" sz="700" u="none" cap="none" strike="noStrike">
                <a:solidFill>
                  <a:srgbClr val="4FE3A6"/>
                </a:solidFill>
                <a:latin typeface="Arial"/>
                <a:ea typeface="Arial"/>
                <a:cs typeface="Arial"/>
                <a:sym typeface="Arial"/>
              </a:rPr>
              <a:t>AGENTIC ENDPOINT SECURITY</a:t>
            </a:r>
            <a:endParaRPr b="0" i="0" sz="700" u="none" cap="none" strike="noStrike">
              <a:solidFill>
                <a:schemeClr val="dk1"/>
              </a:solidFill>
              <a:latin typeface="Calibri"/>
              <a:ea typeface="Calibri"/>
              <a:cs typeface="Calibri"/>
              <a:sym typeface="Calibri"/>
            </a:endParaRPr>
          </a:p>
        </p:txBody>
      </p:sp>
      <p:sp>
        <p:nvSpPr>
          <p:cNvPr id="1727" name="Google Shape;1727;g3ef8a0113d2_0_154">
            <a:hlinkClick r:id="rId19"/>
          </p:cNvPr>
          <p:cNvSpPr/>
          <p:nvPr/>
        </p:nvSpPr>
        <p:spPr>
          <a:xfrm>
            <a:off x="2560320" y="4197096"/>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g3ef8a0113d2_0_154"/>
          <p:cNvSpPr/>
          <p:nvPr/>
        </p:nvSpPr>
        <p:spPr>
          <a:xfrm>
            <a:off x="2560320" y="4197096"/>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29" name="Google Shape;1729;g3ef8a0113d2_0_154"/>
          <p:cNvPicPr preferRelativeResize="0"/>
          <p:nvPr/>
        </p:nvPicPr>
        <p:blipFill rotWithShape="1">
          <a:blip r:embed="rId20">
            <a:alphaModFix/>
          </a:blip>
          <a:srcRect b="0" l="0" r="0" t="0"/>
          <a:stretch/>
        </p:blipFill>
        <p:spPr>
          <a:xfrm>
            <a:off x="2679192" y="4306824"/>
            <a:ext cx="201168" cy="201168"/>
          </a:xfrm>
          <a:prstGeom prst="rect">
            <a:avLst/>
          </a:prstGeom>
          <a:noFill/>
          <a:ln>
            <a:noFill/>
          </a:ln>
        </p:spPr>
      </p:pic>
      <p:sp>
        <p:nvSpPr>
          <p:cNvPr id="1730" name="Google Shape;1730;g3ef8a0113d2_0_154"/>
          <p:cNvSpPr/>
          <p:nvPr/>
        </p:nvSpPr>
        <p:spPr>
          <a:xfrm>
            <a:off x="2944368" y="4270248"/>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AES Partner Service Integration Guide</a:t>
            </a:r>
            <a:endParaRPr b="0" i="0" sz="900" u="none" cap="none" strike="noStrike">
              <a:solidFill>
                <a:schemeClr val="dk1"/>
              </a:solidFill>
              <a:latin typeface="Calibri"/>
              <a:ea typeface="Calibri"/>
              <a:cs typeface="Calibri"/>
              <a:sym typeface="Calibri"/>
            </a:endParaRPr>
          </a:p>
        </p:txBody>
      </p:sp>
      <p:sp>
        <p:nvSpPr>
          <p:cNvPr id="1731" name="Google Shape;1731;g3ef8a0113d2_0_154"/>
          <p:cNvSpPr/>
          <p:nvPr/>
        </p:nvSpPr>
        <p:spPr>
          <a:xfrm>
            <a:off x="5222138" y="4270248"/>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732" name="Google Shape;1732;g3ef8a0113d2_0_154"/>
          <p:cNvSpPr/>
          <p:nvPr/>
        </p:nvSpPr>
        <p:spPr>
          <a:xfrm>
            <a:off x="2679192" y="4581144"/>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15-section partner framework: five-pillar model, three enforcement layers, demo quick-start.</a:t>
            </a:r>
            <a:endParaRPr b="0" i="0" sz="750" u="none" cap="none" strike="noStrike">
              <a:solidFill>
                <a:schemeClr val="dk1"/>
              </a:solidFill>
              <a:latin typeface="Calibri"/>
              <a:ea typeface="Calibri"/>
              <a:cs typeface="Calibri"/>
              <a:sym typeface="Calibri"/>
            </a:endParaRPr>
          </a:p>
        </p:txBody>
      </p:sp>
      <p:sp>
        <p:nvSpPr>
          <p:cNvPr id="1733" name="Google Shape;1733;g3ef8a0113d2_0_154"/>
          <p:cNvSpPr/>
          <p:nvPr/>
        </p:nvSpPr>
        <p:spPr>
          <a:xfrm>
            <a:off x="2679192" y="4837176"/>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g3ef8a0113d2_0_154"/>
          <p:cNvSpPr/>
          <p:nvPr/>
        </p:nvSpPr>
        <p:spPr>
          <a:xfrm>
            <a:off x="2679192" y="4837176"/>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Day 1 MSP Workshop</a:t>
            </a:r>
            <a:endParaRPr b="0" i="0" sz="650" u="none" cap="none" strike="noStrike">
              <a:solidFill>
                <a:schemeClr val="dk1"/>
              </a:solidFill>
              <a:latin typeface="Calibri"/>
              <a:ea typeface="Calibri"/>
              <a:cs typeface="Calibri"/>
              <a:sym typeface="Calibri"/>
            </a:endParaRPr>
          </a:p>
        </p:txBody>
      </p:sp>
      <p:sp>
        <p:nvSpPr>
          <p:cNvPr id="1735" name="Google Shape;1735;g3ef8a0113d2_0_154"/>
          <p:cNvSpPr/>
          <p:nvPr/>
        </p:nvSpPr>
        <p:spPr>
          <a:xfrm>
            <a:off x="5597042" y="4197096"/>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g3ef8a0113d2_0_154"/>
          <p:cNvSpPr/>
          <p:nvPr/>
        </p:nvSpPr>
        <p:spPr>
          <a:xfrm>
            <a:off x="5597042" y="4197096"/>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7" name="Google Shape;1737;g3ef8a0113d2_0_154"/>
          <p:cNvPicPr preferRelativeResize="0"/>
          <p:nvPr/>
        </p:nvPicPr>
        <p:blipFill rotWithShape="1">
          <a:blip r:embed="rId21">
            <a:alphaModFix/>
          </a:blip>
          <a:srcRect b="0" l="0" r="0" t="0"/>
          <a:stretch/>
        </p:blipFill>
        <p:spPr>
          <a:xfrm>
            <a:off x="5715914" y="4306824"/>
            <a:ext cx="201168" cy="201168"/>
          </a:xfrm>
          <a:prstGeom prst="rect">
            <a:avLst/>
          </a:prstGeom>
          <a:noFill/>
          <a:ln>
            <a:noFill/>
          </a:ln>
        </p:spPr>
      </p:pic>
      <p:sp>
        <p:nvSpPr>
          <p:cNvPr id="1738" name="Google Shape;1738;g3ef8a0113d2_0_154"/>
          <p:cNvSpPr/>
          <p:nvPr/>
        </p:nvSpPr>
        <p:spPr>
          <a:xfrm>
            <a:off x="5981090" y="4270248"/>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AES Managed Service Pattern</a:t>
            </a:r>
            <a:endParaRPr b="0" i="0" sz="900" u="none" cap="none" strike="noStrike">
              <a:solidFill>
                <a:schemeClr val="dk1"/>
              </a:solidFill>
              <a:latin typeface="Calibri"/>
              <a:ea typeface="Calibri"/>
              <a:cs typeface="Calibri"/>
              <a:sym typeface="Calibri"/>
            </a:endParaRPr>
          </a:p>
        </p:txBody>
      </p:sp>
      <p:sp>
        <p:nvSpPr>
          <p:cNvPr id="1739" name="Google Shape;1739;g3ef8a0113d2_0_154"/>
          <p:cNvSpPr/>
          <p:nvPr/>
        </p:nvSpPr>
        <p:spPr>
          <a:xfrm>
            <a:off x="8258861" y="4270248"/>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740" name="Google Shape;1740;g3ef8a0113d2_0_154"/>
          <p:cNvSpPr/>
          <p:nvPr/>
        </p:nvSpPr>
        <p:spPr>
          <a:xfrm>
            <a:off x="5715914" y="4581144"/>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Downstream managed motion doc on Norlem operating model, for the Rob Voglub enablement call.</a:t>
            </a:r>
            <a:endParaRPr b="0" i="0" sz="750" u="none" cap="none" strike="noStrike">
              <a:solidFill>
                <a:schemeClr val="dk1"/>
              </a:solidFill>
              <a:latin typeface="Calibri"/>
              <a:ea typeface="Calibri"/>
              <a:cs typeface="Calibri"/>
              <a:sym typeface="Calibri"/>
            </a:endParaRPr>
          </a:p>
        </p:txBody>
      </p:sp>
      <p:sp>
        <p:nvSpPr>
          <p:cNvPr id="1741" name="Google Shape;1741;g3ef8a0113d2_0_154"/>
          <p:cNvSpPr/>
          <p:nvPr/>
        </p:nvSpPr>
        <p:spPr>
          <a:xfrm>
            <a:off x="5715914" y="4837176"/>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g3ef8a0113d2_0_154"/>
          <p:cNvSpPr/>
          <p:nvPr/>
        </p:nvSpPr>
        <p:spPr>
          <a:xfrm>
            <a:off x="5715914" y="4837176"/>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v0.5 - in flight</a:t>
            </a:r>
            <a:endParaRPr b="0" i="0" sz="650" u="none" cap="none" strike="noStrike">
              <a:solidFill>
                <a:schemeClr val="dk1"/>
              </a:solidFill>
              <a:latin typeface="Calibri"/>
              <a:ea typeface="Calibri"/>
              <a:cs typeface="Calibri"/>
              <a:sym typeface="Calibri"/>
            </a:endParaRPr>
          </a:p>
        </p:txBody>
      </p:sp>
      <p:sp>
        <p:nvSpPr>
          <p:cNvPr id="1743" name="Google Shape;1743;g3ef8a0113d2_0_154"/>
          <p:cNvSpPr/>
          <p:nvPr/>
        </p:nvSpPr>
        <p:spPr>
          <a:xfrm>
            <a:off x="8633765" y="4197096"/>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g3ef8a0113d2_0_154"/>
          <p:cNvSpPr/>
          <p:nvPr/>
        </p:nvSpPr>
        <p:spPr>
          <a:xfrm>
            <a:off x="8633765" y="4197096"/>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45" name="Google Shape;1745;g3ef8a0113d2_0_154"/>
          <p:cNvPicPr preferRelativeResize="0"/>
          <p:nvPr/>
        </p:nvPicPr>
        <p:blipFill rotWithShape="1">
          <a:blip r:embed="rId22">
            <a:alphaModFix/>
          </a:blip>
          <a:srcRect b="0" l="0" r="0" t="0"/>
          <a:stretch/>
        </p:blipFill>
        <p:spPr>
          <a:xfrm>
            <a:off x="8752637" y="4306824"/>
            <a:ext cx="201168" cy="201168"/>
          </a:xfrm>
          <a:prstGeom prst="rect">
            <a:avLst/>
          </a:prstGeom>
          <a:noFill/>
          <a:ln>
            <a:noFill/>
          </a:ln>
        </p:spPr>
      </p:pic>
      <p:sp>
        <p:nvSpPr>
          <p:cNvPr id="1746" name="Google Shape;1746;g3ef8a0113d2_0_154"/>
          <p:cNvSpPr/>
          <p:nvPr/>
        </p:nvSpPr>
        <p:spPr>
          <a:xfrm>
            <a:off x="9017813" y="4270248"/>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AES Content Pack Global Modules</a:t>
            </a:r>
            <a:endParaRPr b="0" i="0" sz="900" u="none" cap="none" strike="noStrike">
              <a:solidFill>
                <a:schemeClr val="dk1"/>
              </a:solidFill>
              <a:latin typeface="Calibri"/>
              <a:ea typeface="Calibri"/>
              <a:cs typeface="Calibri"/>
              <a:sym typeface="Calibri"/>
            </a:endParaRPr>
          </a:p>
        </p:txBody>
      </p:sp>
      <p:sp>
        <p:nvSpPr>
          <p:cNvPr id="1747" name="Google Shape;1747;g3ef8a0113d2_0_154"/>
          <p:cNvSpPr/>
          <p:nvPr/>
        </p:nvSpPr>
        <p:spPr>
          <a:xfrm>
            <a:off x="11295583" y="4270248"/>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748" name="Google Shape;1748;g3ef8a0113d2_0_154"/>
          <p:cNvSpPr/>
          <p:nvPr/>
        </p:nvSpPr>
        <p:spPr>
          <a:xfrm>
            <a:off x="8752637" y="4581144"/>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Three modules across NAM, EMEA, JAPAC: AES standalone, AES as part of Cortex, AES + Prisma SASE.</a:t>
            </a:r>
            <a:endParaRPr b="0" i="0" sz="750" u="none" cap="none" strike="noStrike">
              <a:solidFill>
                <a:schemeClr val="dk1"/>
              </a:solidFill>
              <a:latin typeface="Calibri"/>
              <a:ea typeface="Calibri"/>
              <a:cs typeface="Calibri"/>
              <a:sym typeface="Calibri"/>
            </a:endParaRPr>
          </a:p>
        </p:txBody>
      </p:sp>
      <p:sp>
        <p:nvSpPr>
          <p:cNvPr id="1749" name="Google Shape;1749;g3ef8a0113d2_0_154"/>
          <p:cNvSpPr/>
          <p:nvPr/>
        </p:nvSpPr>
        <p:spPr>
          <a:xfrm>
            <a:off x="8752637" y="4837176"/>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g3ef8a0113d2_0_154"/>
          <p:cNvSpPr/>
          <p:nvPr/>
        </p:nvSpPr>
        <p:spPr>
          <a:xfrm>
            <a:off x="8752637" y="4837176"/>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Multi-region</a:t>
            </a:r>
            <a:endParaRPr b="0" i="0" sz="650" u="none" cap="none" strike="noStrike">
              <a:solidFill>
                <a:schemeClr val="dk1"/>
              </a:solidFill>
              <a:latin typeface="Calibri"/>
              <a:ea typeface="Calibri"/>
              <a:cs typeface="Calibri"/>
              <a:sym typeface="Calibri"/>
            </a:endParaRPr>
          </a:p>
        </p:txBody>
      </p:sp>
      <p:sp>
        <p:nvSpPr>
          <p:cNvPr id="1751" name="Google Shape;1751;g3ef8a0113d2_0_154"/>
          <p:cNvSpPr/>
          <p:nvPr/>
        </p:nvSpPr>
        <p:spPr>
          <a:xfrm>
            <a:off x="640080" y="5129784"/>
            <a:ext cx="1737300" cy="841200"/>
          </a:xfrm>
          <a:prstGeom prst="rect">
            <a:avLst/>
          </a:prstGeom>
          <a:solidFill>
            <a:srgbClr val="0E3D2A"/>
          </a:solidFill>
          <a:ln cap="flat" cmpd="sng" w="12700">
            <a:solidFill>
              <a:srgbClr val="00A8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g3ef8a0113d2_0_154"/>
          <p:cNvSpPr/>
          <p:nvPr/>
        </p:nvSpPr>
        <p:spPr>
          <a:xfrm>
            <a:off x="640080" y="5129784"/>
            <a:ext cx="63900" cy="8412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3" name="Google Shape;1753;g3ef8a0113d2_0_154"/>
          <p:cNvPicPr preferRelativeResize="0"/>
          <p:nvPr/>
        </p:nvPicPr>
        <p:blipFill rotWithShape="1">
          <a:blip r:embed="rId23">
            <a:alphaModFix/>
          </a:blip>
          <a:srcRect b="0" l="0" r="0" t="0"/>
          <a:stretch/>
        </p:blipFill>
        <p:spPr>
          <a:xfrm>
            <a:off x="822960" y="5248656"/>
            <a:ext cx="310896" cy="310896"/>
          </a:xfrm>
          <a:prstGeom prst="rect">
            <a:avLst/>
          </a:prstGeom>
          <a:noFill/>
          <a:ln>
            <a:noFill/>
          </a:ln>
        </p:spPr>
      </p:pic>
      <p:sp>
        <p:nvSpPr>
          <p:cNvPr id="1754" name="Google Shape;1754;g3ef8a0113d2_0_154"/>
          <p:cNvSpPr/>
          <p:nvPr/>
        </p:nvSpPr>
        <p:spPr>
          <a:xfrm>
            <a:off x="822960" y="5586984"/>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Black"/>
              <a:buNone/>
            </a:pPr>
            <a:r>
              <a:rPr b="1" i="0" lang="en-US" sz="1000" u="none" cap="none" strike="noStrike">
                <a:solidFill>
                  <a:srgbClr val="FFFFFF"/>
                </a:solidFill>
                <a:latin typeface="Arial Black"/>
                <a:ea typeface="Arial Black"/>
                <a:cs typeface="Arial Black"/>
                <a:sym typeface="Arial Black"/>
              </a:rPr>
              <a:t>IDIRA</a:t>
            </a:r>
            <a:endParaRPr b="0" i="0" sz="1000" u="none" cap="none" strike="noStrike">
              <a:solidFill>
                <a:schemeClr val="dk1"/>
              </a:solidFill>
              <a:latin typeface="Calibri"/>
              <a:ea typeface="Calibri"/>
              <a:cs typeface="Calibri"/>
              <a:sym typeface="Calibri"/>
            </a:endParaRPr>
          </a:p>
        </p:txBody>
      </p:sp>
      <p:sp>
        <p:nvSpPr>
          <p:cNvPr id="1755" name="Google Shape;1755;g3ef8a0113d2_0_154"/>
          <p:cNvSpPr/>
          <p:nvPr/>
        </p:nvSpPr>
        <p:spPr>
          <a:xfrm>
            <a:off x="822960" y="5779008"/>
            <a:ext cx="14631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E3A6"/>
              </a:buClr>
              <a:buSzPts val="700"/>
              <a:buFont typeface="Arial"/>
              <a:buNone/>
            </a:pPr>
            <a:r>
              <a:rPr b="1" i="0" lang="en-US" sz="700" u="none" cap="none" strike="noStrike">
                <a:solidFill>
                  <a:srgbClr val="4FE3A6"/>
                </a:solidFill>
                <a:latin typeface="Arial"/>
                <a:ea typeface="Arial"/>
                <a:cs typeface="Arial"/>
                <a:sym typeface="Arial"/>
              </a:rPr>
              <a:t>+ CROSS-PLATFORM</a:t>
            </a:r>
            <a:endParaRPr b="0" i="0" sz="700" u="none" cap="none" strike="noStrike">
              <a:solidFill>
                <a:schemeClr val="dk1"/>
              </a:solidFill>
              <a:latin typeface="Calibri"/>
              <a:ea typeface="Calibri"/>
              <a:cs typeface="Calibri"/>
              <a:sym typeface="Calibri"/>
            </a:endParaRPr>
          </a:p>
        </p:txBody>
      </p:sp>
      <p:sp>
        <p:nvSpPr>
          <p:cNvPr id="1756" name="Google Shape;1756;g3ef8a0113d2_0_154">
            <a:hlinkClick r:id="rId24"/>
          </p:cNvPr>
          <p:cNvSpPr/>
          <p:nvPr/>
        </p:nvSpPr>
        <p:spPr>
          <a:xfrm>
            <a:off x="2560320" y="5129784"/>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g3ef8a0113d2_0_154"/>
          <p:cNvSpPr/>
          <p:nvPr/>
        </p:nvSpPr>
        <p:spPr>
          <a:xfrm>
            <a:off x="2560320" y="5129784"/>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8" name="Google Shape;1758;g3ef8a0113d2_0_154"/>
          <p:cNvPicPr preferRelativeResize="0"/>
          <p:nvPr/>
        </p:nvPicPr>
        <p:blipFill rotWithShape="1">
          <a:blip r:embed="rId25">
            <a:alphaModFix/>
          </a:blip>
          <a:srcRect b="0" l="0" r="0" t="0"/>
          <a:stretch/>
        </p:blipFill>
        <p:spPr>
          <a:xfrm>
            <a:off x="2679192" y="5239512"/>
            <a:ext cx="201168" cy="201168"/>
          </a:xfrm>
          <a:prstGeom prst="rect">
            <a:avLst/>
          </a:prstGeom>
          <a:noFill/>
          <a:ln>
            <a:noFill/>
          </a:ln>
        </p:spPr>
      </p:pic>
      <p:sp>
        <p:nvSpPr>
          <p:cNvPr id="1759" name="Google Shape;1759;g3ef8a0113d2_0_154"/>
          <p:cNvSpPr/>
          <p:nvPr/>
        </p:nvSpPr>
        <p:spPr>
          <a:xfrm>
            <a:off x="2944368" y="5202936"/>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Idira-to-Cortex Integration Framework</a:t>
            </a:r>
            <a:endParaRPr b="0" i="0" sz="900" u="none" cap="none" strike="noStrike">
              <a:solidFill>
                <a:schemeClr val="dk1"/>
              </a:solidFill>
              <a:latin typeface="Calibri"/>
              <a:ea typeface="Calibri"/>
              <a:cs typeface="Calibri"/>
              <a:sym typeface="Calibri"/>
            </a:endParaRPr>
          </a:p>
        </p:txBody>
      </p:sp>
      <p:sp>
        <p:nvSpPr>
          <p:cNvPr id="1760" name="Google Shape;1760;g3ef8a0113d2_0_154"/>
          <p:cNvSpPr/>
          <p:nvPr/>
        </p:nvSpPr>
        <p:spPr>
          <a:xfrm>
            <a:off x="5222138" y="5202936"/>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761" name="Google Shape;1761;g3ef8a0113d2_0_154"/>
          <p:cNvSpPr/>
          <p:nvPr/>
        </p:nvSpPr>
        <p:spPr>
          <a:xfrm>
            <a:off x="2679192" y="5513832"/>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Identity-to-SOC pattern for partner-delivered ITDR, built ahead of IMPACT launch.</a:t>
            </a:r>
            <a:endParaRPr b="0" i="0" sz="750" u="none" cap="none" strike="noStrike">
              <a:solidFill>
                <a:schemeClr val="dk1"/>
              </a:solidFill>
              <a:latin typeface="Calibri"/>
              <a:ea typeface="Calibri"/>
              <a:cs typeface="Calibri"/>
              <a:sym typeface="Calibri"/>
            </a:endParaRPr>
          </a:p>
        </p:txBody>
      </p:sp>
      <p:sp>
        <p:nvSpPr>
          <p:cNvPr id="1762" name="Google Shape;1762;g3ef8a0113d2_0_154"/>
          <p:cNvSpPr/>
          <p:nvPr/>
        </p:nvSpPr>
        <p:spPr>
          <a:xfrm>
            <a:off x="2679192" y="5769864"/>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g3ef8a0113d2_0_154"/>
          <p:cNvSpPr/>
          <p:nvPr/>
        </p:nvSpPr>
        <p:spPr>
          <a:xfrm>
            <a:off x="2679192" y="5769864"/>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Pilots: Optiv, RSM</a:t>
            </a:r>
            <a:endParaRPr b="0" i="0" sz="650" u="none" cap="none" strike="noStrike">
              <a:solidFill>
                <a:schemeClr val="dk1"/>
              </a:solidFill>
              <a:latin typeface="Calibri"/>
              <a:ea typeface="Calibri"/>
              <a:cs typeface="Calibri"/>
              <a:sym typeface="Calibri"/>
            </a:endParaRPr>
          </a:p>
        </p:txBody>
      </p:sp>
      <p:sp>
        <p:nvSpPr>
          <p:cNvPr id="1764" name="Google Shape;1764;g3ef8a0113d2_0_154">
            <a:hlinkClick r:id="rId26"/>
          </p:cNvPr>
          <p:cNvSpPr/>
          <p:nvPr/>
        </p:nvSpPr>
        <p:spPr>
          <a:xfrm>
            <a:off x="5597042" y="5129784"/>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g3ef8a0113d2_0_154"/>
          <p:cNvSpPr/>
          <p:nvPr/>
        </p:nvSpPr>
        <p:spPr>
          <a:xfrm>
            <a:off x="5597042" y="5129784"/>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6" name="Google Shape;1766;g3ef8a0113d2_0_154"/>
          <p:cNvPicPr preferRelativeResize="0"/>
          <p:nvPr/>
        </p:nvPicPr>
        <p:blipFill rotWithShape="1">
          <a:blip r:embed="rId27">
            <a:alphaModFix/>
          </a:blip>
          <a:srcRect b="0" l="0" r="0" t="0"/>
          <a:stretch/>
        </p:blipFill>
        <p:spPr>
          <a:xfrm>
            <a:off x="5715914" y="5239512"/>
            <a:ext cx="201168" cy="201168"/>
          </a:xfrm>
          <a:prstGeom prst="rect">
            <a:avLst/>
          </a:prstGeom>
          <a:noFill/>
          <a:ln>
            <a:noFill/>
          </a:ln>
        </p:spPr>
      </p:pic>
      <p:sp>
        <p:nvSpPr>
          <p:cNvPr id="1767" name="Google Shape;1767;g3ef8a0113d2_0_154"/>
          <p:cNvSpPr/>
          <p:nvPr/>
        </p:nvSpPr>
        <p:spPr>
          <a:xfrm>
            <a:off x="5981090" y="5202936"/>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CU Operationalization Guide</a:t>
            </a:r>
            <a:endParaRPr b="0" i="0" sz="900" u="none" cap="none" strike="noStrike">
              <a:solidFill>
                <a:schemeClr val="dk1"/>
              </a:solidFill>
              <a:latin typeface="Calibri"/>
              <a:ea typeface="Calibri"/>
              <a:cs typeface="Calibri"/>
              <a:sym typeface="Calibri"/>
            </a:endParaRPr>
          </a:p>
        </p:txBody>
      </p:sp>
      <p:sp>
        <p:nvSpPr>
          <p:cNvPr id="1768" name="Google Shape;1768;g3ef8a0113d2_0_154"/>
          <p:cNvSpPr/>
          <p:nvPr/>
        </p:nvSpPr>
        <p:spPr>
          <a:xfrm>
            <a:off x="8258861" y="5202936"/>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769" name="Google Shape;1769;g3ef8a0113d2_0_154"/>
          <p:cNvSpPr/>
          <p:nvPr/>
        </p:nvSpPr>
        <p:spPr>
          <a:xfrm>
            <a:off x="5715914" y="5513832"/>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Six-section Word companion to the CU Platform - field practitioner voice, partner-ready.</a:t>
            </a:r>
            <a:endParaRPr b="0" i="0" sz="750" u="none" cap="none" strike="noStrike">
              <a:solidFill>
                <a:schemeClr val="dk1"/>
              </a:solidFill>
              <a:latin typeface="Calibri"/>
              <a:ea typeface="Calibri"/>
              <a:cs typeface="Calibri"/>
              <a:sym typeface="Calibri"/>
            </a:endParaRPr>
          </a:p>
        </p:txBody>
      </p:sp>
      <p:sp>
        <p:nvSpPr>
          <p:cNvPr id="1770" name="Google Shape;1770;g3ef8a0113d2_0_154"/>
          <p:cNvSpPr/>
          <p:nvPr/>
        </p:nvSpPr>
        <p:spPr>
          <a:xfrm>
            <a:off x="5715914" y="5769864"/>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g3ef8a0113d2_0_154"/>
          <p:cNvSpPr/>
          <p:nvPr/>
        </p:nvSpPr>
        <p:spPr>
          <a:xfrm>
            <a:off x="5715914" y="5769864"/>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v1.0</a:t>
            </a:r>
            <a:endParaRPr b="0" i="0" sz="650" u="none" cap="none" strike="noStrike">
              <a:solidFill>
                <a:schemeClr val="dk1"/>
              </a:solidFill>
              <a:latin typeface="Calibri"/>
              <a:ea typeface="Calibri"/>
              <a:cs typeface="Calibri"/>
              <a:sym typeface="Calibri"/>
            </a:endParaRPr>
          </a:p>
        </p:txBody>
      </p:sp>
      <p:sp>
        <p:nvSpPr>
          <p:cNvPr id="1772" name="Google Shape;1772;g3ef8a0113d2_0_154">
            <a:hlinkClick r:id="rId28"/>
          </p:cNvPr>
          <p:cNvSpPr/>
          <p:nvPr/>
        </p:nvSpPr>
        <p:spPr>
          <a:xfrm>
            <a:off x="8633765" y="5129784"/>
            <a:ext cx="2917800" cy="8412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g3ef8a0113d2_0_154"/>
          <p:cNvSpPr/>
          <p:nvPr/>
        </p:nvSpPr>
        <p:spPr>
          <a:xfrm>
            <a:off x="8633765" y="5129784"/>
            <a:ext cx="2917800" cy="45600"/>
          </a:xfrm>
          <a:prstGeom prst="rect">
            <a:avLst/>
          </a:prstGeom>
          <a:solidFill>
            <a:srgbClr val="00C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74" name="Google Shape;1774;g3ef8a0113d2_0_154"/>
          <p:cNvPicPr preferRelativeResize="0"/>
          <p:nvPr/>
        </p:nvPicPr>
        <p:blipFill rotWithShape="1">
          <a:blip r:embed="rId29">
            <a:alphaModFix/>
          </a:blip>
          <a:srcRect b="0" l="0" r="0" t="0"/>
          <a:stretch/>
        </p:blipFill>
        <p:spPr>
          <a:xfrm>
            <a:off x="8752637" y="5239512"/>
            <a:ext cx="201168" cy="201168"/>
          </a:xfrm>
          <a:prstGeom prst="rect">
            <a:avLst/>
          </a:prstGeom>
          <a:noFill/>
          <a:ln>
            <a:noFill/>
          </a:ln>
        </p:spPr>
      </p:pic>
      <p:sp>
        <p:nvSpPr>
          <p:cNvPr id="1775" name="Google Shape;1775;g3ef8a0113d2_0_154"/>
          <p:cNvSpPr/>
          <p:nvPr/>
        </p:nvSpPr>
        <p:spPr>
          <a:xfrm>
            <a:off x="9017813" y="5202936"/>
            <a:ext cx="22596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AgentiX CU Optimization Guide</a:t>
            </a:r>
            <a:endParaRPr b="0" i="0" sz="900" u="none" cap="none" strike="noStrike">
              <a:solidFill>
                <a:schemeClr val="dk1"/>
              </a:solidFill>
              <a:latin typeface="Calibri"/>
              <a:ea typeface="Calibri"/>
              <a:cs typeface="Calibri"/>
              <a:sym typeface="Calibri"/>
            </a:endParaRPr>
          </a:p>
        </p:txBody>
      </p:sp>
      <p:sp>
        <p:nvSpPr>
          <p:cNvPr id="1776" name="Google Shape;1776;g3ef8a0113d2_0_154"/>
          <p:cNvSpPr/>
          <p:nvPr/>
        </p:nvSpPr>
        <p:spPr>
          <a:xfrm>
            <a:off x="11295583" y="5202936"/>
            <a:ext cx="183000" cy="201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4FE3A6"/>
              </a:buClr>
              <a:buSzPts val="1100"/>
              <a:buFont typeface="Arial Black"/>
              <a:buNone/>
            </a:pPr>
            <a:r>
              <a:rPr b="1" i="0" lang="en-US" sz="1100" u="none" cap="none" strike="noStrike">
                <a:solidFill>
                  <a:srgbClr val="4FE3A6"/>
                </a:solidFill>
                <a:latin typeface="Arial Black"/>
                <a:ea typeface="Arial Black"/>
                <a:cs typeface="Arial Black"/>
                <a:sym typeface="Arial Black"/>
              </a:rPr>
              <a:t>→</a:t>
            </a:r>
            <a:endParaRPr b="0" i="0" sz="1100" u="none" cap="none" strike="noStrike">
              <a:solidFill>
                <a:schemeClr val="dk1"/>
              </a:solidFill>
              <a:latin typeface="Calibri"/>
              <a:ea typeface="Calibri"/>
              <a:cs typeface="Calibri"/>
              <a:sym typeface="Calibri"/>
            </a:endParaRPr>
          </a:p>
        </p:txBody>
      </p:sp>
      <p:sp>
        <p:nvSpPr>
          <p:cNvPr id="1777" name="Google Shape;1777;g3ef8a0113d2_0_154"/>
          <p:cNvSpPr/>
          <p:nvPr/>
        </p:nvSpPr>
        <p:spPr>
          <a:xfrm>
            <a:off x="8752637" y="5513832"/>
            <a:ext cx="26802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5CFC6"/>
              </a:buClr>
              <a:buSzPts val="750"/>
              <a:buFont typeface="Calibri"/>
              <a:buNone/>
            </a:pPr>
            <a:r>
              <a:rPr b="0" i="0" lang="en-US" sz="750" u="none" cap="none" strike="noStrike">
                <a:solidFill>
                  <a:srgbClr val="C5CFC6"/>
                </a:solidFill>
                <a:latin typeface="Calibri"/>
                <a:ea typeface="Calibri"/>
                <a:cs typeface="Calibri"/>
                <a:sym typeface="Calibri"/>
              </a:rPr>
              <a:t>Partner operationalization for AgentiX consumption. Per-request visibility, pool sizing, and governance patterns.</a:t>
            </a:r>
            <a:endParaRPr b="0" i="0" sz="750" u="none" cap="none" strike="noStrike">
              <a:solidFill>
                <a:schemeClr val="dk1"/>
              </a:solidFill>
              <a:latin typeface="Calibri"/>
              <a:ea typeface="Calibri"/>
              <a:cs typeface="Calibri"/>
              <a:sym typeface="Calibri"/>
            </a:endParaRPr>
          </a:p>
        </p:txBody>
      </p:sp>
      <p:sp>
        <p:nvSpPr>
          <p:cNvPr id="1778" name="Google Shape;1778;g3ef8a0113d2_0_154"/>
          <p:cNvSpPr/>
          <p:nvPr/>
        </p:nvSpPr>
        <p:spPr>
          <a:xfrm>
            <a:off x="8752637" y="5769864"/>
            <a:ext cx="2680200" cy="146400"/>
          </a:xfrm>
          <a:prstGeom prst="rect">
            <a:avLst/>
          </a:prstGeom>
          <a:solidFill>
            <a:srgbClr val="0E3D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g3ef8a0113d2_0_154"/>
          <p:cNvSpPr/>
          <p:nvPr/>
        </p:nvSpPr>
        <p:spPr>
          <a:xfrm>
            <a:off x="8752637" y="5769864"/>
            <a:ext cx="2680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E3A6"/>
              </a:buClr>
              <a:buSzPts val="650"/>
              <a:buFont typeface="Arial"/>
              <a:buNone/>
            </a:pPr>
            <a:r>
              <a:rPr b="1" i="0" lang="en-US" sz="650" u="none" cap="none" strike="noStrike">
                <a:solidFill>
                  <a:srgbClr val="4FE3A6"/>
                </a:solidFill>
                <a:latin typeface="Arial"/>
                <a:ea typeface="Arial"/>
                <a:cs typeface="Arial"/>
                <a:sym typeface="Arial"/>
              </a:rPr>
              <a:t>v0.5 - Pre-enforcement</a:t>
            </a:r>
            <a:endParaRPr b="0" i="0" sz="650" u="none" cap="none" strike="noStrike">
              <a:solidFill>
                <a:schemeClr val="dk1"/>
              </a:solidFill>
              <a:latin typeface="Calibri"/>
              <a:ea typeface="Calibri"/>
              <a:cs typeface="Calibri"/>
              <a:sym typeface="Calibri"/>
            </a:endParaRPr>
          </a:p>
        </p:txBody>
      </p:sp>
      <p:sp>
        <p:nvSpPr>
          <p:cNvPr id="1780" name="Google Shape;1780;g3ef8a0113d2_0_154"/>
          <p:cNvSpPr/>
          <p:nvPr/>
        </p:nvSpPr>
        <p:spPr>
          <a:xfrm>
            <a:off x="640080" y="6135624"/>
            <a:ext cx="10911600" cy="347400"/>
          </a:xfrm>
          <a:prstGeom prst="rect">
            <a:avLst/>
          </a:prstGeom>
          <a:solidFill>
            <a:srgbClr val="1B2419"/>
          </a:solidFill>
          <a:ln cap="flat" cmpd="sng" w="12700">
            <a:solidFill>
              <a:srgbClr val="2A35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g3ef8a0113d2_0_154"/>
          <p:cNvSpPr/>
          <p:nvPr/>
        </p:nvSpPr>
        <p:spPr>
          <a:xfrm>
            <a:off x="822960" y="6135624"/>
            <a:ext cx="1554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176"/>
              </a:buClr>
              <a:buSzPts val="900"/>
              <a:buFont typeface="Arial"/>
              <a:buNone/>
            </a:pPr>
            <a:r>
              <a:rPr b="1" i="0" lang="en-US" sz="900" u="none" cap="none" strike="noStrike">
                <a:solidFill>
                  <a:srgbClr val="00C176"/>
                </a:solidFill>
                <a:latin typeface="Arial"/>
                <a:ea typeface="Arial"/>
                <a:cs typeface="Arial"/>
                <a:sym typeface="Arial"/>
              </a:rPr>
              <a:t>FULL LIBRARY</a:t>
            </a:r>
            <a:endParaRPr b="0" i="0" sz="900" u="none" cap="none" strike="noStrike">
              <a:solidFill>
                <a:schemeClr val="dk1"/>
              </a:solidFill>
              <a:latin typeface="Calibri"/>
              <a:ea typeface="Calibri"/>
              <a:cs typeface="Calibri"/>
              <a:sym typeface="Calibri"/>
            </a:endParaRPr>
          </a:p>
        </p:txBody>
      </p:sp>
      <p:sp>
        <p:nvSpPr>
          <p:cNvPr id="1782" name="Google Shape;1782;g3ef8a0113d2_0_154"/>
          <p:cNvSpPr/>
          <p:nvPr/>
        </p:nvSpPr>
        <p:spPr>
          <a:xfrm>
            <a:off x="2377440" y="6135624"/>
            <a:ext cx="9082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EE9"/>
              </a:buClr>
              <a:buSzPts val="900"/>
              <a:buFont typeface="Calibri"/>
              <a:buNone/>
            </a:pPr>
            <a:r>
              <a:rPr b="0" i="1" lang="en-US" sz="900" u="none" cap="none" strike="noStrike">
                <a:solidFill>
                  <a:srgbClr val="E8EEE9"/>
                </a:solidFill>
                <a:latin typeface="Calibri"/>
                <a:ea typeface="Calibri"/>
                <a:cs typeface="Calibri"/>
                <a:sym typeface="Calibri"/>
              </a:rPr>
              <a:t>Versioned artifacts and source repositories at the partner enablement Drive folder. Repository infrastructure under design - see catalog v2.1 working notes.</a:t>
            </a:r>
            <a:endParaRPr b="0" i="0" sz="900" u="none" cap="none" strike="noStrike">
              <a:solidFill>
                <a:schemeClr val="dk1"/>
              </a:solidFill>
              <a:latin typeface="Calibri"/>
              <a:ea typeface="Calibri"/>
              <a:cs typeface="Calibri"/>
              <a:sym typeface="Calibri"/>
            </a:endParaRPr>
          </a:p>
        </p:txBody>
      </p:sp>
      <p:sp>
        <p:nvSpPr>
          <p:cNvPr id="1783" name="Google Shape;1783;g3ef8a0113d2_0_154"/>
          <p:cNvSpPr/>
          <p:nvPr/>
        </p:nvSpPr>
        <p:spPr>
          <a:xfrm>
            <a:off x="640080" y="6473952"/>
            <a:ext cx="6400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76C"/>
              </a:buClr>
              <a:buSzPts val="800"/>
              <a:buFont typeface="Calibri"/>
              <a:buNone/>
            </a:pPr>
            <a:r>
              <a:rPr b="0" i="0" lang="en-US" sz="800" u="none" cap="none" strike="noStrike">
                <a:solidFill>
                  <a:srgbClr val="6B776C"/>
                </a:solidFill>
                <a:latin typeface="Calibri"/>
                <a:ea typeface="Calibri"/>
                <a:cs typeface="Calibri"/>
                <a:sym typeface="Calibri"/>
              </a:rPr>
              <a:t>Palo Alto Networks  |  Ecosystems  |  Partner Confidential</a:t>
            </a:r>
            <a:endParaRPr b="0" i="0" sz="800" u="none" cap="none" strike="noStrike">
              <a:solidFill>
                <a:schemeClr val="dk1"/>
              </a:solidFill>
              <a:latin typeface="Calibri"/>
              <a:ea typeface="Calibri"/>
              <a:cs typeface="Calibri"/>
              <a:sym typeface="Calibri"/>
            </a:endParaRPr>
          </a:p>
        </p:txBody>
      </p:sp>
      <p:sp>
        <p:nvSpPr>
          <p:cNvPr id="1784" name="Google Shape;1784;g3ef8a0113d2_0_154"/>
          <p:cNvSpPr/>
          <p:nvPr/>
        </p:nvSpPr>
        <p:spPr>
          <a:xfrm>
            <a:off x="11185855" y="6473952"/>
            <a:ext cx="365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79B"/>
              </a:buClr>
              <a:buSzPts val="900"/>
              <a:buFont typeface="Calibri"/>
              <a:buNone/>
            </a:pPr>
            <a:r>
              <a:rPr b="0" i="0" lang="en-US" sz="900" u="none" cap="none" strike="noStrike">
                <a:solidFill>
                  <a:srgbClr val="9AA79B"/>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sp>
        <p:nvSpPr>
          <p:cNvPr id="1785" name="Google Shape;1785;g3ef8a0113d2_0_154"/>
          <p:cNvSpPr/>
          <p:nvPr/>
        </p:nvSpPr>
        <p:spPr>
          <a:xfrm>
            <a:off x="7040875" y="503000"/>
            <a:ext cx="4998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176"/>
              </a:buClr>
              <a:buSzPts val="1100"/>
              <a:buFont typeface="Arial"/>
              <a:buNone/>
            </a:pPr>
            <a:r>
              <a:rPr b="1" lang="en-US" sz="1500">
                <a:solidFill>
                  <a:schemeClr val="accent1"/>
                </a:solidFill>
              </a:rPr>
              <a:t>Link: </a:t>
            </a:r>
            <a:r>
              <a:rPr b="1" lang="en-US" sz="1500" u="sng">
                <a:solidFill>
                  <a:schemeClr val="hlink"/>
                </a:solidFill>
                <a:hlinkClick r:id="rId30"/>
              </a:rPr>
              <a:t>Ecosystems Global Service Creation Artifacts</a:t>
            </a:r>
            <a:endParaRPr b="1" i="0" sz="15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g3ecd9bc579e_0_4487"/>
          <p:cNvSpPr/>
          <p:nvPr/>
        </p:nvSpPr>
        <p:spPr>
          <a:xfrm>
            <a:off x="640080" y="868680"/>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100"/>
              <a:buFont typeface="Arial"/>
              <a:buNone/>
            </a:pPr>
            <a:r>
              <a:rPr b="1" i="0" lang="en-US" sz="1400" u="none" cap="none" strike="noStrike">
                <a:solidFill>
                  <a:srgbClr val="00C176"/>
                </a:solidFill>
                <a:latin typeface="Arial"/>
                <a:ea typeface="Arial"/>
                <a:cs typeface="Arial"/>
                <a:sym typeface="Arial"/>
              </a:rPr>
              <a:t>PROOF IN MARKET</a:t>
            </a:r>
            <a:endParaRPr b="0" i="0" sz="1400" u="none" cap="none" strike="noStrike">
              <a:solidFill>
                <a:schemeClr val="dk1"/>
              </a:solidFill>
              <a:latin typeface="Calibri"/>
              <a:ea typeface="Calibri"/>
              <a:cs typeface="Calibri"/>
              <a:sym typeface="Calibri"/>
            </a:endParaRPr>
          </a:p>
        </p:txBody>
      </p:sp>
      <p:sp>
        <p:nvSpPr>
          <p:cNvPr id="1791" name="Google Shape;1791;g3ecd9bc579e_0_4487"/>
          <p:cNvSpPr/>
          <p:nvPr/>
        </p:nvSpPr>
        <p:spPr>
          <a:xfrm>
            <a:off x="640080" y="1133856"/>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Black"/>
              <a:buNone/>
            </a:pPr>
            <a:r>
              <a:rPr b="1" i="0" lang="en-US" sz="3200" u="none" cap="none" strike="noStrike">
                <a:solidFill>
                  <a:srgbClr val="FFFFFF"/>
                </a:solidFill>
                <a:latin typeface="Arial Black"/>
                <a:ea typeface="Arial Black"/>
                <a:cs typeface="Arial Black"/>
                <a:sym typeface="Arial Black"/>
              </a:rPr>
              <a:t>The catalog is becoming live with partners</a:t>
            </a:r>
            <a:endParaRPr b="0" i="0" sz="3200" u="none" cap="none" strike="noStrike">
              <a:solidFill>
                <a:schemeClr val="dk1"/>
              </a:solidFill>
              <a:latin typeface="Calibri"/>
              <a:ea typeface="Calibri"/>
              <a:cs typeface="Calibri"/>
              <a:sym typeface="Calibri"/>
            </a:endParaRPr>
          </a:p>
        </p:txBody>
      </p:sp>
      <p:sp>
        <p:nvSpPr>
          <p:cNvPr id="1792" name="Google Shape;1792;g3ecd9bc579e_0_4487"/>
          <p:cNvSpPr/>
          <p:nvPr/>
        </p:nvSpPr>
        <p:spPr>
          <a:xfrm>
            <a:off x="640080" y="1828800"/>
            <a:ext cx="10881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1300"/>
              <a:buFont typeface="Calibri"/>
              <a:buNone/>
            </a:pPr>
            <a:r>
              <a:rPr b="0" i="0" lang="en-US" sz="1500" u="none" cap="none" strike="noStrike">
                <a:solidFill>
                  <a:schemeClr val="lt2"/>
                </a:solidFill>
                <a:latin typeface="Calibri"/>
                <a:ea typeface="Calibri"/>
                <a:cs typeface="Calibri"/>
                <a:sym typeface="Calibri"/>
              </a:rPr>
              <a:t>These offerings are not theoretical. They are upcoming/active co-development and delivery across named partner engagements today.</a:t>
            </a:r>
            <a:endParaRPr b="0" i="0" sz="1500" u="none" cap="none" strike="noStrike">
              <a:solidFill>
                <a:schemeClr val="lt2"/>
              </a:solidFill>
              <a:latin typeface="Calibri"/>
              <a:ea typeface="Calibri"/>
              <a:cs typeface="Calibri"/>
              <a:sym typeface="Calibri"/>
            </a:endParaRPr>
          </a:p>
        </p:txBody>
      </p:sp>
      <p:sp>
        <p:nvSpPr>
          <p:cNvPr id="1793" name="Google Shape;1793;g3ecd9bc579e_0_4487"/>
          <p:cNvSpPr/>
          <p:nvPr/>
        </p:nvSpPr>
        <p:spPr>
          <a:xfrm>
            <a:off x="640080" y="2331720"/>
            <a:ext cx="3502200" cy="16275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94" name="Google Shape;1794;g3ecd9bc579e_0_4487"/>
          <p:cNvSpPr/>
          <p:nvPr/>
        </p:nvSpPr>
        <p:spPr>
          <a:xfrm>
            <a:off x="640080" y="2331720"/>
            <a:ext cx="35022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95" name="Google Shape;1795;g3ecd9bc579e_0_4487"/>
          <p:cNvSpPr/>
          <p:nvPr/>
        </p:nvSpPr>
        <p:spPr>
          <a:xfrm>
            <a:off x="868680" y="2496312"/>
            <a:ext cx="30450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Black"/>
              <a:buNone/>
            </a:pPr>
            <a:r>
              <a:rPr b="1" i="0" lang="en-US" sz="1600" u="none" cap="none" strike="noStrike">
                <a:solidFill>
                  <a:srgbClr val="FFFFFF"/>
                </a:solidFill>
                <a:latin typeface="Arial Black"/>
                <a:ea typeface="Arial Black"/>
                <a:cs typeface="Arial Black"/>
                <a:sym typeface="Arial Black"/>
              </a:rPr>
              <a:t>Cyderes</a:t>
            </a:r>
            <a:endParaRPr b="0" i="0" sz="1600" u="none" cap="none" strike="noStrike">
              <a:solidFill>
                <a:schemeClr val="dk1"/>
              </a:solidFill>
              <a:latin typeface="Calibri"/>
              <a:ea typeface="Calibri"/>
              <a:cs typeface="Calibri"/>
              <a:sym typeface="Calibri"/>
            </a:endParaRPr>
          </a:p>
        </p:txBody>
      </p:sp>
      <p:sp>
        <p:nvSpPr>
          <p:cNvPr id="1796" name="Google Shape;1796;g3ecd9bc579e_0_4487"/>
          <p:cNvSpPr/>
          <p:nvPr/>
        </p:nvSpPr>
        <p:spPr>
          <a:xfrm>
            <a:off x="868680" y="2898648"/>
            <a:ext cx="3045000" cy="7497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Fully managed Idira partner launching XSIAM soft launch in early July, formal at Black Hat. Primary AES engagement partner.</a:t>
            </a:r>
            <a:endParaRPr b="0" i="0" sz="1150" u="none" cap="none" strike="noStrike">
              <a:solidFill>
                <a:schemeClr val="lt2"/>
              </a:solidFill>
              <a:latin typeface="Calibri"/>
              <a:ea typeface="Calibri"/>
              <a:cs typeface="Calibri"/>
              <a:sym typeface="Calibri"/>
            </a:endParaRPr>
          </a:p>
        </p:txBody>
      </p:sp>
      <p:sp>
        <p:nvSpPr>
          <p:cNvPr id="1797" name="Google Shape;1797;g3ecd9bc579e_0_4487"/>
          <p:cNvSpPr/>
          <p:nvPr/>
        </p:nvSpPr>
        <p:spPr>
          <a:xfrm>
            <a:off x="868680" y="3630168"/>
            <a:ext cx="2011800" cy="237600"/>
          </a:xfrm>
          <a:prstGeom prst="rect">
            <a:avLst/>
          </a:prstGeom>
          <a:solidFill>
            <a:srgbClr val="0E3D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98" name="Google Shape;1798;g3ecd9bc579e_0_4487"/>
          <p:cNvSpPr/>
          <p:nvPr/>
        </p:nvSpPr>
        <p:spPr>
          <a:xfrm>
            <a:off x="868680" y="3630168"/>
            <a:ext cx="2011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FE3A6"/>
              </a:buClr>
              <a:buSzPts val="800"/>
              <a:buFont typeface="Arial"/>
              <a:buNone/>
            </a:pPr>
            <a:r>
              <a:rPr b="1" i="0" lang="en-US" sz="1000" u="none" cap="none" strike="noStrike">
                <a:solidFill>
                  <a:srgbClr val="4FE3A6"/>
                </a:solidFill>
                <a:latin typeface="Arial"/>
                <a:ea typeface="Arial"/>
                <a:cs typeface="Arial"/>
                <a:sym typeface="Arial"/>
              </a:rPr>
              <a:t>AES + XSIAM Launch</a:t>
            </a:r>
            <a:endParaRPr b="0" i="0" sz="1000" u="none" cap="none" strike="noStrike">
              <a:solidFill>
                <a:schemeClr val="dk1"/>
              </a:solidFill>
              <a:latin typeface="Calibri"/>
              <a:ea typeface="Calibri"/>
              <a:cs typeface="Calibri"/>
              <a:sym typeface="Calibri"/>
            </a:endParaRPr>
          </a:p>
        </p:txBody>
      </p:sp>
      <p:sp>
        <p:nvSpPr>
          <p:cNvPr id="1799" name="Google Shape;1799;g3ecd9bc579e_0_4487"/>
          <p:cNvSpPr/>
          <p:nvPr/>
        </p:nvSpPr>
        <p:spPr>
          <a:xfrm>
            <a:off x="4325112" y="2331720"/>
            <a:ext cx="3502200" cy="16275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00" name="Google Shape;1800;g3ecd9bc579e_0_4487"/>
          <p:cNvSpPr/>
          <p:nvPr/>
        </p:nvSpPr>
        <p:spPr>
          <a:xfrm>
            <a:off x="4325112" y="2331720"/>
            <a:ext cx="35022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01" name="Google Shape;1801;g3ecd9bc579e_0_4487"/>
          <p:cNvSpPr/>
          <p:nvPr/>
        </p:nvSpPr>
        <p:spPr>
          <a:xfrm>
            <a:off x="4553712" y="2496312"/>
            <a:ext cx="30450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Black"/>
              <a:buNone/>
            </a:pPr>
            <a:r>
              <a:rPr b="1" i="0" lang="en-US" sz="1600" u="none" cap="none" strike="noStrike">
                <a:solidFill>
                  <a:srgbClr val="FFFFFF"/>
                </a:solidFill>
                <a:latin typeface="Arial Black"/>
                <a:ea typeface="Arial Black"/>
                <a:cs typeface="Arial Black"/>
                <a:sym typeface="Arial Black"/>
              </a:rPr>
              <a:t>Dell</a:t>
            </a:r>
            <a:endParaRPr b="0" i="0" sz="1600" u="none" cap="none" strike="noStrike">
              <a:solidFill>
                <a:schemeClr val="dk1"/>
              </a:solidFill>
              <a:latin typeface="Calibri"/>
              <a:ea typeface="Calibri"/>
              <a:cs typeface="Calibri"/>
              <a:sym typeface="Calibri"/>
            </a:endParaRPr>
          </a:p>
        </p:txBody>
      </p:sp>
      <p:sp>
        <p:nvSpPr>
          <p:cNvPr id="1802" name="Google Shape;1802;g3ecd9bc579e_0_4487"/>
          <p:cNvSpPr/>
          <p:nvPr/>
        </p:nvSpPr>
        <p:spPr>
          <a:xfrm>
            <a:off x="4553712" y="2898648"/>
            <a:ext cx="3045000" cy="7497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Second AES engagement partner. Joint AES service motion development.</a:t>
            </a:r>
            <a:endParaRPr b="0" i="0" sz="1150" u="none" cap="none" strike="noStrike">
              <a:solidFill>
                <a:schemeClr val="lt2"/>
              </a:solidFill>
              <a:latin typeface="Calibri"/>
              <a:ea typeface="Calibri"/>
              <a:cs typeface="Calibri"/>
              <a:sym typeface="Calibri"/>
            </a:endParaRPr>
          </a:p>
        </p:txBody>
      </p:sp>
      <p:sp>
        <p:nvSpPr>
          <p:cNvPr id="1803" name="Google Shape;1803;g3ecd9bc579e_0_4487"/>
          <p:cNvSpPr/>
          <p:nvPr/>
        </p:nvSpPr>
        <p:spPr>
          <a:xfrm>
            <a:off x="4553712" y="3630168"/>
            <a:ext cx="2011800" cy="237600"/>
          </a:xfrm>
          <a:prstGeom prst="rect">
            <a:avLst/>
          </a:prstGeom>
          <a:solidFill>
            <a:srgbClr val="0E3D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04" name="Google Shape;1804;g3ecd9bc579e_0_4487"/>
          <p:cNvSpPr/>
          <p:nvPr/>
        </p:nvSpPr>
        <p:spPr>
          <a:xfrm>
            <a:off x="4553712" y="3630168"/>
            <a:ext cx="2011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FE3A6"/>
              </a:buClr>
              <a:buSzPts val="800"/>
              <a:buFont typeface="Arial"/>
              <a:buNone/>
            </a:pPr>
            <a:r>
              <a:rPr b="1" i="0" lang="en-US" sz="1000" u="none" cap="none" strike="noStrike">
                <a:solidFill>
                  <a:srgbClr val="4FE3A6"/>
                </a:solidFill>
                <a:latin typeface="Arial"/>
                <a:ea typeface="Arial"/>
                <a:cs typeface="Arial"/>
                <a:sym typeface="Arial"/>
              </a:rPr>
              <a:t>Service Build</a:t>
            </a:r>
            <a:endParaRPr b="0" i="0" sz="1000" u="none" cap="none" strike="noStrike">
              <a:solidFill>
                <a:schemeClr val="dk1"/>
              </a:solidFill>
              <a:latin typeface="Calibri"/>
              <a:ea typeface="Calibri"/>
              <a:cs typeface="Calibri"/>
              <a:sym typeface="Calibri"/>
            </a:endParaRPr>
          </a:p>
        </p:txBody>
      </p:sp>
      <p:sp>
        <p:nvSpPr>
          <p:cNvPr id="1805" name="Google Shape;1805;g3ecd9bc579e_0_4487"/>
          <p:cNvSpPr/>
          <p:nvPr/>
        </p:nvSpPr>
        <p:spPr>
          <a:xfrm>
            <a:off x="8010144" y="2331720"/>
            <a:ext cx="3502200" cy="16275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06" name="Google Shape;1806;g3ecd9bc579e_0_4487"/>
          <p:cNvSpPr/>
          <p:nvPr/>
        </p:nvSpPr>
        <p:spPr>
          <a:xfrm>
            <a:off x="8010144" y="2331720"/>
            <a:ext cx="35022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07" name="Google Shape;1807;g3ecd9bc579e_0_4487"/>
          <p:cNvSpPr/>
          <p:nvPr/>
        </p:nvSpPr>
        <p:spPr>
          <a:xfrm>
            <a:off x="8238744" y="2496312"/>
            <a:ext cx="30450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Black"/>
              <a:buNone/>
            </a:pPr>
            <a:r>
              <a:rPr b="1" i="0" lang="en-US" sz="1600" u="none" cap="none" strike="noStrike">
                <a:solidFill>
                  <a:srgbClr val="FFFFFF"/>
                </a:solidFill>
                <a:latin typeface="Arial Black"/>
                <a:ea typeface="Arial Black"/>
                <a:cs typeface="Arial Black"/>
                <a:sym typeface="Arial Black"/>
              </a:rPr>
              <a:t>Norlem</a:t>
            </a:r>
            <a:endParaRPr b="0" i="0" sz="1600" u="none" cap="none" strike="noStrike">
              <a:solidFill>
                <a:schemeClr val="dk1"/>
              </a:solidFill>
              <a:latin typeface="Calibri"/>
              <a:ea typeface="Calibri"/>
              <a:cs typeface="Calibri"/>
              <a:sym typeface="Calibri"/>
            </a:endParaRPr>
          </a:p>
        </p:txBody>
      </p:sp>
      <p:sp>
        <p:nvSpPr>
          <p:cNvPr id="1808" name="Google Shape;1808;g3ecd9bc579e_0_4487"/>
          <p:cNvSpPr/>
          <p:nvPr/>
        </p:nvSpPr>
        <p:spPr>
          <a:xfrm>
            <a:off x="8238744" y="2898648"/>
            <a:ext cx="3045000" cy="7497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Three-tier managed Cortex Cloud (posture &amp; compliance, identity risk, data security) plus a managed email security tier. CEO-level co-development.</a:t>
            </a:r>
            <a:endParaRPr b="0" i="0" sz="1150" u="none" cap="none" strike="noStrike">
              <a:solidFill>
                <a:schemeClr val="lt2"/>
              </a:solidFill>
              <a:latin typeface="Calibri"/>
              <a:ea typeface="Calibri"/>
              <a:cs typeface="Calibri"/>
              <a:sym typeface="Calibri"/>
            </a:endParaRPr>
          </a:p>
        </p:txBody>
      </p:sp>
      <p:sp>
        <p:nvSpPr>
          <p:cNvPr id="1809" name="Google Shape;1809;g3ecd9bc579e_0_4487"/>
          <p:cNvSpPr/>
          <p:nvPr/>
        </p:nvSpPr>
        <p:spPr>
          <a:xfrm>
            <a:off x="8238744" y="3630168"/>
            <a:ext cx="2011800" cy="237600"/>
          </a:xfrm>
          <a:prstGeom prst="rect">
            <a:avLst/>
          </a:prstGeom>
          <a:solidFill>
            <a:srgbClr val="0E3D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0" name="Google Shape;1810;g3ecd9bc579e_0_4487"/>
          <p:cNvSpPr/>
          <p:nvPr/>
        </p:nvSpPr>
        <p:spPr>
          <a:xfrm>
            <a:off x="8238744" y="3630168"/>
            <a:ext cx="2011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FE3A6"/>
              </a:buClr>
              <a:buSzPts val="800"/>
              <a:buFont typeface="Arial"/>
              <a:buNone/>
            </a:pPr>
            <a:r>
              <a:rPr b="1" i="0" lang="en-US" sz="1000" u="none" cap="none" strike="noStrike">
                <a:solidFill>
                  <a:srgbClr val="4FE3A6"/>
                </a:solidFill>
                <a:latin typeface="Arial"/>
                <a:ea typeface="Arial"/>
                <a:cs typeface="Arial"/>
                <a:sym typeface="Arial"/>
              </a:rPr>
              <a:t>Co-Development</a:t>
            </a:r>
            <a:endParaRPr b="0" i="0" sz="1000" u="none" cap="none" strike="noStrike">
              <a:solidFill>
                <a:schemeClr val="dk1"/>
              </a:solidFill>
              <a:latin typeface="Calibri"/>
              <a:ea typeface="Calibri"/>
              <a:cs typeface="Calibri"/>
              <a:sym typeface="Calibri"/>
            </a:endParaRPr>
          </a:p>
        </p:txBody>
      </p:sp>
      <p:sp>
        <p:nvSpPr>
          <p:cNvPr id="1811" name="Google Shape;1811;g3ecd9bc579e_0_4487"/>
          <p:cNvSpPr/>
          <p:nvPr/>
        </p:nvSpPr>
        <p:spPr>
          <a:xfrm>
            <a:off x="640080" y="4123944"/>
            <a:ext cx="3502200" cy="16275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2" name="Google Shape;1812;g3ecd9bc579e_0_4487"/>
          <p:cNvSpPr/>
          <p:nvPr/>
        </p:nvSpPr>
        <p:spPr>
          <a:xfrm>
            <a:off x="640080" y="4123944"/>
            <a:ext cx="35022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3" name="Google Shape;1813;g3ecd9bc579e_0_4487"/>
          <p:cNvSpPr/>
          <p:nvPr/>
        </p:nvSpPr>
        <p:spPr>
          <a:xfrm>
            <a:off x="868680" y="4288536"/>
            <a:ext cx="30450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Black"/>
              <a:buNone/>
            </a:pPr>
            <a:r>
              <a:rPr b="1" i="0" lang="en-US" sz="1600" u="none" cap="none" strike="noStrike">
                <a:solidFill>
                  <a:srgbClr val="FFFFFF"/>
                </a:solidFill>
                <a:latin typeface="Arial Black"/>
                <a:ea typeface="Arial Black"/>
                <a:cs typeface="Arial Black"/>
                <a:sym typeface="Arial Black"/>
              </a:rPr>
              <a:t>Deloitte</a:t>
            </a:r>
            <a:endParaRPr b="0" i="0" sz="1600" u="none" cap="none" strike="noStrike">
              <a:solidFill>
                <a:schemeClr val="dk1"/>
              </a:solidFill>
              <a:latin typeface="Calibri"/>
              <a:ea typeface="Calibri"/>
              <a:cs typeface="Calibri"/>
              <a:sym typeface="Calibri"/>
            </a:endParaRPr>
          </a:p>
        </p:txBody>
      </p:sp>
      <p:sp>
        <p:nvSpPr>
          <p:cNvPr id="1814" name="Google Shape;1814;g3ecd9bc579e_0_4487"/>
          <p:cNvSpPr/>
          <p:nvPr/>
        </p:nvSpPr>
        <p:spPr>
          <a:xfrm>
            <a:off x="868680" y="4690872"/>
            <a:ext cx="3045000" cy="7497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First managed Cortex Cloud customer (Courier). MSSP operationalization guide applied for monitoring, alert tuning, and onboarding; extending to the EMEA customer book.</a:t>
            </a:r>
            <a:endParaRPr b="0" i="0" sz="1150" u="none" cap="none" strike="noStrike">
              <a:solidFill>
                <a:schemeClr val="lt2"/>
              </a:solidFill>
              <a:latin typeface="Calibri"/>
              <a:ea typeface="Calibri"/>
              <a:cs typeface="Calibri"/>
              <a:sym typeface="Calibri"/>
            </a:endParaRPr>
          </a:p>
        </p:txBody>
      </p:sp>
      <p:sp>
        <p:nvSpPr>
          <p:cNvPr id="1815" name="Google Shape;1815;g3ecd9bc579e_0_4487"/>
          <p:cNvSpPr/>
          <p:nvPr/>
        </p:nvSpPr>
        <p:spPr>
          <a:xfrm>
            <a:off x="868680" y="5422392"/>
            <a:ext cx="2011800" cy="237600"/>
          </a:xfrm>
          <a:prstGeom prst="rect">
            <a:avLst/>
          </a:prstGeom>
          <a:solidFill>
            <a:srgbClr val="0E3D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6" name="Google Shape;1816;g3ecd9bc579e_0_4487"/>
          <p:cNvSpPr/>
          <p:nvPr/>
        </p:nvSpPr>
        <p:spPr>
          <a:xfrm>
            <a:off x="868680" y="5422392"/>
            <a:ext cx="2011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FE3A6"/>
              </a:buClr>
              <a:buSzPts val="800"/>
              <a:buFont typeface="Arial"/>
              <a:buNone/>
            </a:pPr>
            <a:r>
              <a:rPr b="1" i="0" lang="en-US" sz="1000" u="none" cap="none" strike="noStrike">
                <a:solidFill>
                  <a:srgbClr val="4FE3A6"/>
                </a:solidFill>
                <a:latin typeface="Arial"/>
                <a:ea typeface="Arial"/>
                <a:cs typeface="Arial"/>
                <a:sym typeface="Arial"/>
              </a:rPr>
              <a:t>Managed/Service Build</a:t>
            </a:r>
            <a:endParaRPr b="0" i="0" sz="1000" u="none" cap="none" strike="noStrike">
              <a:solidFill>
                <a:schemeClr val="dk1"/>
              </a:solidFill>
              <a:latin typeface="Calibri"/>
              <a:ea typeface="Calibri"/>
              <a:cs typeface="Calibri"/>
              <a:sym typeface="Calibri"/>
            </a:endParaRPr>
          </a:p>
        </p:txBody>
      </p:sp>
      <p:sp>
        <p:nvSpPr>
          <p:cNvPr id="1817" name="Google Shape;1817;g3ecd9bc579e_0_4487"/>
          <p:cNvSpPr/>
          <p:nvPr/>
        </p:nvSpPr>
        <p:spPr>
          <a:xfrm>
            <a:off x="4325112" y="4123944"/>
            <a:ext cx="3502200" cy="16275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8" name="Google Shape;1818;g3ecd9bc579e_0_4487"/>
          <p:cNvSpPr/>
          <p:nvPr/>
        </p:nvSpPr>
        <p:spPr>
          <a:xfrm>
            <a:off x="4325112" y="4123944"/>
            <a:ext cx="35022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9" name="Google Shape;1819;g3ecd9bc579e_0_4487"/>
          <p:cNvSpPr/>
          <p:nvPr/>
        </p:nvSpPr>
        <p:spPr>
          <a:xfrm>
            <a:off x="4553712" y="4288536"/>
            <a:ext cx="30450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Black"/>
              <a:buNone/>
            </a:pPr>
            <a:r>
              <a:rPr b="1" i="0" lang="en-US" sz="1600" u="none" cap="none" strike="noStrike">
                <a:solidFill>
                  <a:srgbClr val="FFFFFF"/>
                </a:solidFill>
                <a:latin typeface="Arial Black"/>
                <a:ea typeface="Arial Black"/>
                <a:cs typeface="Arial Black"/>
                <a:sym typeface="Arial Black"/>
              </a:rPr>
              <a:t>IBM</a:t>
            </a:r>
            <a:endParaRPr b="0" i="0" sz="1600" u="none" cap="none" strike="noStrike">
              <a:solidFill>
                <a:schemeClr val="dk1"/>
              </a:solidFill>
              <a:latin typeface="Calibri"/>
              <a:ea typeface="Calibri"/>
              <a:cs typeface="Calibri"/>
              <a:sym typeface="Calibri"/>
            </a:endParaRPr>
          </a:p>
        </p:txBody>
      </p:sp>
      <p:sp>
        <p:nvSpPr>
          <p:cNvPr id="1820" name="Google Shape;1820;g3ecd9bc579e_0_4487"/>
          <p:cNvSpPr/>
          <p:nvPr/>
        </p:nvSpPr>
        <p:spPr>
          <a:xfrm>
            <a:off x="4553712" y="4690872"/>
            <a:ext cx="3045000" cy="7497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Honda strategic account (50M+). Prisma Cloud to Cortex Cloud migration plus AI-SPM/CIEM managed service technical delivery and AppSec.</a:t>
            </a:r>
            <a:endParaRPr b="0" i="0" sz="1150" u="none" cap="none" strike="noStrike">
              <a:solidFill>
                <a:schemeClr val="lt2"/>
              </a:solidFill>
              <a:latin typeface="Calibri"/>
              <a:ea typeface="Calibri"/>
              <a:cs typeface="Calibri"/>
              <a:sym typeface="Calibri"/>
            </a:endParaRPr>
          </a:p>
        </p:txBody>
      </p:sp>
      <p:sp>
        <p:nvSpPr>
          <p:cNvPr id="1821" name="Google Shape;1821;g3ecd9bc579e_0_4487"/>
          <p:cNvSpPr/>
          <p:nvPr/>
        </p:nvSpPr>
        <p:spPr>
          <a:xfrm>
            <a:off x="4553712" y="5422392"/>
            <a:ext cx="2011800" cy="237600"/>
          </a:xfrm>
          <a:prstGeom prst="rect">
            <a:avLst/>
          </a:prstGeom>
          <a:solidFill>
            <a:srgbClr val="0E3D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2" name="Google Shape;1822;g3ecd9bc579e_0_4487"/>
          <p:cNvSpPr/>
          <p:nvPr/>
        </p:nvSpPr>
        <p:spPr>
          <a:xfrm>
            <a:off x="4553712" y="5422392"/>
            <a:ext cx="2011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FE3A6"/>
              </a:buClr>
              <a:buSzPts val="800"/>
              <a:buFont typeface="Arial"/>
              <a:buNone/>
            </a:pPr>
            <a:r>
              <a:rPr b="1" i="0" lang="en-US" sz="1000" u="none" cap="none" strike="noStrike">
                <a:solidFill>
                  <a:srgbClr val="4FE3A6"/>
                </a:solidFill>
                <a:latin typeface="Arial"/>
                <a:ea typeface="Arial"/>
                <a:cs typeface="Arial"/>
                <a:sym typeface="Arial"/>
              </a:rPr>
              <a:t>Technical Delivery</a:t>
            </a:r>
            <a:endParaRPr b="0" i="0" sz="1000" u="none" cap="none" strike="noStrike">
              <a:solidFill>
                <a:schemeClr val="dk1"/>
              </a:solidFill>
              <a:latin typeface="Calibri"/>
              <a:ea typeface="Calibri"/>
              <a:cs typeface="Calibri"/>
              <a:sym typeface="Calibri"/>
            </a:endParaRPr>
          </a:p>
        </p:txBody>
      </p:sp>
      <p:sp>
        <p:nvSpPr>
          <p:cNvPr id="1823" name="Google Shape;1823;g3ecd9bc579e_0_4487"/>
          <p:cNvSpPr/>
          <p:nvPr/>
        </p:nvSpPr>
        <p:spPr>
          <a:xfrm>
            <a:off x="8010144" y="4123944"/>
            <a:ext cx="3502200" cy="1627500"/>
          </a:xfrm>
          <a:prstGeom prst="rect">
            <a:avLst/>
          </a:prstGeom>
          <a:solidFill>
            <a:srgbClr val="151D14"/>
          </a:solidFill>
          <a:ln cap="flat" cmpd="sng" w="12700">
            <a:solidFill>
              <a:srgbClr val="2A3527"/>
            </a:solidFill>
            <a:prstDash val="solid"/>
            <a:round/>
            <a:headEnd len="sm" w="sm" type="none"/>
            <a:tailEnd len="sm" w="sm" type="none"/>
          </a:ln>
          <a:effectLst>
            <a:outerShdw blurRad="114300" rotWithShape="0" algn="bl" dir="8100000" dist="38100">
              <a:srgbClr val="000000">
                <a:alpha val="349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4" name="Google Shape;1824;g3ecd9bc579e_0_4487"/>
          <p:cNvSpPr/>
          <p:nvPr/>
        </p:nvSpPr>
        <p:spPr>
          <a:xfrm>
            <a:off x="8010144" y="4123944"/>
            <a:ext cx="3502200" cy="549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5" name="Google Shape;1825;g3ecd9bc579e_0_4487"/>
          <p:cNvSpPr/>
          <p:nvPr/>
        </p:nvSpPr>
        <p:spPr>
          <a:xfrm>
            <a:off x="8238744" y="4288536"/>
            <a:ext cx="30450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Black"/>
              <a:buNone/>
            </a:pPr>
            <a:r>
              <a:rPr b="1" i="0" lang="en-US" sz="1600" u="none" cap="none" strike="noStrike">
                <a:solidFill>
                  <a:srgbClr val="FFFFFF"/>
                </a:solidFill>
                <a:latin typeface="Arial Black"/>
                <a:ea typeface="Arial Black"/>
                <a:cs typeface="Arial Black"/>
                <a:sym typeface="Arial Black"/>
              </a:rPr>
              <a:t>WW Consulting (Scott)</a:t>
            </a:r>
            <a:endParaRPr b="0" i="0" sz="1600" u="none" cap="none" strike="noStrike">
              <a:solidFill>
                <a:schemeClr val="dk1"/>
              </a:solidFill>
              <a:latin typeface="Calibri"/>
              <a:ea typeface="Calibri"/>
              <a:cs typeface="Calibri"/>
              <a:sym typeface="Calibri"/>
            </a:endParaRPr>
          </a:p>
        </p:txBody>
      </p:sp>
      <p:sp>
        <p:nvSpPr>
          <p:cNvPr id="1826" name="Google Shape;1826;g3ecd9bc579e_0_4487"/>
          <p:cNvSpPr/>
          <p:nvPr/>
        </p:nvSpPr>
        <p:spPr>
          <a:xfrm>
            <a:off x="8238744" y="4690872"/>
            <a:ext cx="3045000" cy="7497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C5CFC6"/>
              </a:buClr>
              <a:buSzPts val="950"/>
              <a:buFont typeface="Calibri"/>
              <a:buNone/>
            </a:pPr>
            <a:r>
              <a:rPr b="0" i="0" lang="en-US" sz="1150" u="none" cap="none" strike="noStrike">
                <a:solidFill>
                  <a:schemeClr val="lt2"/>
                </a:solidFill>
                <a:latin typeface="Calibri"/>
                <a:ea typeface="Calibri"/>
                <a:cs typeface="Calibri"/>
                <a:sym typeface="Calibri"/>
              </a:rPr>
              <a:t>Co-developing the cloud layer of the production SOC automation lifecycle framework. Joint output becomes standard Cortex Cloud deployment methodology.</a:t>
            </a:r>
            <a:endParaRPr b="0" i="0" sz="1150" u="none" cap="none" strike="noStrike">
              <a:solidFill>
                <a:schemeClr val="lt2"/>
              </a:solidFill>
              <a:latin typeface="Calibri"/>
              <a:ea typeface="Calibri"/>
              <a:cs typeface="Calibri"/>
              <a:sym typeface="Calibri"/>
            </a:endParaRPr>
          </a:p>
        </p:txBody>
      </p:sp>
      <p:sp>
        <p:nvSpPr>
          <p:cNvPr id="1827" name="Google Shape;1827;g3ecd9bc579e_0_4487"/>
          <p:cNvSpPr/>
          <p:nvPr/>
        </p:nvSpPr>
        <p:spPr>
          <a:xfrm>
            <a:off x="8238744" y="5422392"/>
            <a:ext cx="2011800" cy="237600"/>
          </a:xfrm>
          <a:prstGeom prst="rect">
            <a:avLst/>
          </a:prstGeom>
          <a:solidFill>
            <a:srgbClr val="0E3D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8" name="Google Shape;1828;g3ecd9bc579e_0_4487"/>
          <p:cNvSpPr/>
          <p:nvPr/>
        </p:nvSpPr>
        <p:spPr>
          <a:xfrm>
            <a:off x="8238744" y="5422392"/>
            <a:ext cx="2011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FE3A6"/>
              </a:buClr>
              <a:buSzPts val="800"/>
              <a:buFont typeface="Arial"/>
              <a:buNone/>
            </a:pPr>
            <a:r>
              <a:rPr b="1" i="0" lang="en-US" sz="1000" u="none" cap="none" strike="noStrike">
                <a:solidFill>
                  <a:srgbClr val="4FE3A6"/>
                </a:solidFill>
                <a:latin typeface="Arial"/>
                <a:ea typeface="Arial"/>
                <a:cs typeface="Arial"/>
                <a:sym typeface="Arial"/>
              </a:rPr>
              <a:t>Co-Development</a:t>
            </a:r>
            <a:endParaRPr b="0" i="0" sz="1000" u="none" cap="none" strike="noStrike">
              <a:solidFill>
                <a:schemeClr val="dk1"/>
              </a:solidFill>
              <a:latin typeface="Calibri"/>
              <a:ea typeface="Calibri"/>
              <a:cs typeface="Calibri"/>
              <a:sym typeface="Calibri"/>
            </a:endParaRPr>
          </a:p>
        </p:txBody>
      </p:sp>
      <p:sp>
        <p:nvSpPr>
          <p:cNvPr id="1829" name="Google Shape;1829;g3ecd9bc579e_0_4487"/>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200" u="none" cap="none" strike="noStrike">
                <a:solidFill>
                  <a:srgbClr val="FA582D"/>
                </a:solidFill>
                <a:latin typeface="Arial"/>
                <a:ea typeface="Arial"/>
                <a:cs typeface="Arial"/>
                <a:sym typeface="Arial"/>
              </a:rPr>
              <a:t>PALO ALTO NETWORKS</a:t>
            </a:r>
            <a:endParaRPr b="1" i="0" sz="1200" u="none" cap="none" strike="noStrike">
              <a:solidFill>
                <a:srgbClr val="FA582D"/>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0C"/>
        </a:solidFill>
      </p:bgPr>
    </p:bg>
    <p:spTree>
      <p:nvGrpSpPr>
        <p:cNvPr id="1834" name="Shape 1834"/>
        <p:cNvGrpSpPr/>
        <p:nvPr/>
      </p:nvGrpSpPr>
      <p:grpSpPr>
        <a:xfrm>
          <a:off x="0" y="0"/>
          <a:ext cx="0" cy="0"/>
          <a:chOff x="0" y="0"/>
          <a:chExt cx="0" cy="0"/>
        </a:xfrm>
      </p:grpSpPr>
      <p:sp>
        <p:nvSpPr>
          <p:cNvPr id="1835" name="Google Shape;1835;p24"/>
          <p:cNvSpPr/>
          <p:nvPr/>
        </p:nvSpPr>
        <p:spPr>
          <a:xfrm>
            <a:off x="8899855" y="0"/>
            <a:ext cx="3291840" cy="6858000"/>
          </a:xfrm>
          <a:prstGeom prst="rect">
            <a:avLst/>
          </a:prstGeom>
          <a:solidFill>
            <a:srgbClr val="0E3D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6" name="Google Shape;1836;p24"/>
          <p:cNvSpPr/>
          <p:nvPr/>
        </p:nvSpPr>
        <p:spPr>
          <a:xfrm>
            <a:off x="8899855" y="0"/>
            <a:ext cx="64008" cy="6858000"/>
          </a:xfrm>
          <a:prstGeom prst="rect">
            <a:avLst/>
          </a:prstGeom>
          <a:solidFill>
            <a:srgbClr val="00C1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p24"/>
          <p:cNvSpPr/>
          <p:nvPr/>
        </p:nvSpPr>
        <p:spPr>
          <a:xfrm>
            <a:off x="640080" y="2103120"/>
            <a:ext cx="8229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176"/>
              </a:buClr>
              <a:buSzPts val="1400"/>
              <a:buFont typeface="Arial"/>
              <a:buNone/>
            </a:pPr>
            <a:r>
              <a:rPr b="1" i="0" lang="en-US" sz="1600" u="none" cap="none" strike="noStrike">
                <a:solidFill>
                  <a:srgbClr val="00C176"/>
                </a:solidFill>
                <a:latin typeface="Arial"/>
                <a:ea typeface="Arial"/>
                <a:cs typeface="Arial"/>
                <a:sym typeface="Arial"/>
              </a:rPr>
              <a:t>THE PARTNER ADVANTAGE</a:t>
            </a:r>
            <a:endParaRPr b="0" i="0" sz="1600" u="none" cap="none" strike="noStrike">
              <a:solidFill>
                <a:schemeClr val="dk1"/>
              </a:solidFill>
              <a:latin typeface="Calibri"/>
              <a:ea typeface="Calibri"/>
              <a:cs typeface="Calibri"/>
              <a:sym typeface="Calibri"/>
            </a:endParaRPr>
          </a:p>
        </p:txBody>
      </p:sp>
      <p:sp>
        <p:nvSpPr>
          <p:cNvPr id="1838" name="Google Shape;1838;p24"/>
          <p:cNvSpPr/>
          <p:nvPr/>
        </p:nvSpPr>
        <p:spPr>
          <a:xfrm>
            <a:off x="640080" y="2514600"/>
            <a:ext cx="786384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400"/>
              <a:buFont typeface="Arial Black"/>
              <a:buNone/>
            </a:pPr>
            <a:r>
              <a:rPr b="1" i="0" lang="en-US" sz="3600" u="none" cap="none" strike="noStrike">
                <a:solidFill>
                  <a:srgbClr val="FFFFFF"/>
                </a:solidFill>
                <a:latin typeface="Arial Black"/>
                <a:ea typeface="Arial Black"/>
                <a:cs typeface="Arial Black"/>
                <a:sym typeface="Arial Black"/>
              </a:rPr>
              <a:t>One platform. One catalog.</a:t>
            </a:r>
            <a:endParaRPr b="0" i="0" sz="3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3400"/>
              <a:buFont typeface="Arial Black"/>
              <a:buNone/>
            </a:pPr>
            <a:r>
              <a:rPr b="1" i="0" lang="en-US" sz="3600" u="none" cap="none" strike="noStrike">
                <a:solidFill>
                  <a:srgbClr val="FFFFFF"/>
                </a:solidFill>
                <a:latin typeface="Arial Black"/>
                <a:ea typeface="Arial Black"/>
                <a:cs typeface="Arial Black"/>
                <a:sym typeface="Arial Black"/>
              </a:rPr>
              <a:t>Repeatable partner revenue.</a:t>
            </a:r>
            <a:endParaRPr b="0" i="0" sz="3600" u="none" cap="none" strike="noStrike">
              <a:solidFill>
                <a:schemeClr val="dk1"/>
              </a:solidFill>
              <a:latin typeface="Calibri"/>
              <a:ea typeface="Calibri"/>
              <a:cs typeface="Calibri"/>
              <a:sym typeface="Calibri"/>
            </a:endParaRPr>
          </a:p>
        </p:txBody>
      </p:sp>
      <p:sp>
        <p:nvSpPr>
          <p:cNvPr id="1839" name="Google Shape;1839;p24"/>
          <p:cNvSpPr/>
          <p:nvPr/>
        </p:nvSpPr>
        <p:spPr>
          <a:xfrm>
            <a:off x="640080" y="3931920"/>
            <a:ext cx="7680960" cy="14630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5CFC6"/>
              </a:buClr>
              <a:buSzPts val="1200"/>
              <a:buFont typeface="Calibri"/>
              <a:buNone/>
            </a:pPr>
            <a:r>
              <a:rPr b="0" i="0" lang="en-US" sz="1400" u="none" cap="none" strike="noStrike">
                <a:solidFill>
                  <a:schemeClr val="lt2"/>
                </a:solidFill>
                <a:latin typeface="Calibri"/>
                <a:ea typeface="Calibri"/>
                <a:cs typeface="Calibri"/>
                <a:sym typeface="Calibri"/>
              </a:rPr>
              <a:t>Cortex, Cortex Cloud, AES, plus the rest of the PANW platform (Strata, Idira, </a:t>
            </a:r>
            <a:r>
              <a:rPr lang="en-US">
                <a:solidFill>
                  <a:schemeClr val="lt2"/>
                </a:solidFill>
                <a:latin typeface="Calibri"/>
                <a:ea typeface="Calibri"/>
                <a:cs typeface="Calibri"/>
                <a:sym typeface="Calibri"/>
              </a:rPr>
              <a:t>prisma SASE</a:t>
            </a:r>
            <a:r>
              <a:rPr b="0" i="0" lang="en-US" sz="1400" u="none" cap="none" strike="noStrike">
                <a:solidFill>
                  <a:schemeClr val="lt2"/>
                </a:solidFill>
                <a:latin typeface="Calibri"/>
                <a:ea typeface="Calibri"/>
                <a:cs typeface="Calibri"/>
                <a:sym typeface="Calibri"/>
              </a:rPr>
              <a:t>, Prisma AIRS, 5G, Cortex Stream) all share a common data foundation, AI engine, and automation layer. Partners co-develop </a:t>
            </a:r>
            <a:r>
              <a:rPr lang="en-US">
                <a:solidFill>
                  <a:schemeClr val="lt2"/>
                </a:solidFill>
                <a:latin typeface="Calibri"/>
                <a:ea typeface="Calibri"/>
                <a:cs typeface="Calibri"/>
                <a:sym typeface="Calibri"/>
              </a:rPr>
              <a:t>advisory</a:t>
            </a:r>
            <a:r>
              <a:rPr b="0" i="0" lang="en-US" sz="1400" u="none" cap="none" strike="noStrike">
                <a:solidFill>
                  <a:schemeClr val="lt2"/>
                </a:solidFill>
                <a:latin typeface="Calibri"/>
                <a:ea typeface="Calibri"/>
                <a:cs typeface="Calibri"/>
                <a:sym typeface="Calibri"/>
              </a:rPr>
              <a:t>, consulting, managed, and embedded offerings on a single platform - and the partner who operationalizes first owns the positioning advantage.</a:t>
            </a:r>
            <a:endParaRPr b="0" i="0" sz="1400" u="none" cap="none" strike="noStrike">
              <a:solidFill>
                <a:schemeClr val="lt2"/>
              </a:solidFill>
              <a:latin typeface="Calibri"/>
              <a:ea typeface="Calibri"/>
              <a:cs typeface="Calibri"/>
              <a:sym typeface="Calibri"/>
            </a:endParaRPr>
          </a:p>
        </p:txBody>
      </p:sp>
      <p:pic>
        <p:nvPicPr>
          <p:cNvPr descr="preencoded.png" id="1840" name="Google Shape;1840;p24"/>
          <p:cNvPicPr preferRelativeResize="0"/>
          <p:nvPr/>
        </p:nvPicPr>
        <p:blipFill rotWithShape="1">
          <a:blip r:embed="rId3">
            <a:alphaModFix/>
          </a:blip>
          <a:srcRect b="0" l="0" r="0" t="0"/>
          <a:stretch/>
        </p:blipFill>
        <p:spPr>
          <a:xfrm>
            <a:off x="640080" y="5550408"/>
            <a:ext cx="237744" cy="237744"/>
          </a:xfrm>
          <a:prstGeom prst="rect">
            <a:avLst/>
          </a:prstGeom>
          <a:noFill/>
          <a:ln>
            <a:noFill/>
          </a:ln>
        </p:spPr>
      </p:pic>
      <p:sp>
        <p:nvSpPr>
          <p:cNvPr id="1841" name="Google Shape;1841;p24"/>
          <p:cNvSpPr/>
          <p:nvPr/>
        </p:nvSpPr>
        <p:spPr>
          <a:xfrm>
            <a:off x="1005840" y="553212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EE9"/>
              </a:buClr>
              <a:buSzPts val="1250"/>
              <a:buFont typeface="Calibri"/>
              <a:buNone/>
            </a:pPr>
            <a:r>
              <a:rPr b="0" i="0" lang="en-US" sz="1450" u="none" cap="none" strike="noStrike">
                <a:solidFill>
                  <a:srgbClr val="E8EEE9"/>
                </a:solidFill>
                <a:latin typeface="Calibri"/>
                <a:ea typeface="Calibri"/>
                <a:cs typeface="Calibri"/>
                <a:sym typeface="Calibri"/>
              </a:rPr>
              <a:t>Consolidated offering view across the full PANW platform</a:t>
            </a:r>
            <a:endParaRPr b="0" i="0" sz="1450" u="none" cap="none" strike="noStrike">
              <a:solidFill>
                <a:schemeClr val="dk1"/>
              </a:solidFill>
              <a:latin typeface="Calibri"/>
              <a:ea typeface="Calibri"/>
              <a:cs typeface="Calibri"/>
              <a:sym typeface="Calibri"/>
            </a:endParaRPr>
          </a:p>
        </p:txBody>
      </p:sp>
      <p:pic>
        <p:nvPicPr>
          <p:cNvPr descr="preencoded.png" id="1842" name="Google Shape;1842;p24"/>
          <p:cNvPicPr preferRelativeResize="0"/>
          <p:nvPr/>
        </p:nvPicPr>
        <p:blipFill rotWithShape="1">
          <a:blip r:embed="rId3">
            <a:alphaModFix/>
          </a:blip>
          <a:srcRect b="0" l="0" r="0" t="0"/>
          <a:stretch/>
        </p:blipFill>
        <p:spPr>
          <a:xfrm>
            <a:off x="640080" y="5934456"/>
            <a:ext cx="237744" cy="237744"/>
          </a:xfrm>
          <a:prstGeom prst="rect">
            <a:avLst/>
          </a:prstGeom>
          <a:noFill/>
          <a:ln>
            <a:noFill/>
          </a:ln>
        </p:spPr>
      </p:pic>
      <p:sp>
        <p:nvSpPr>
          <p:cNvPr id="1843" name="Google Shape;1843;p24"/>
          <p:cNvSpPr/>
          <p:nvPr/>
        </p:nvSpPr>
        <p:spPr>
          <a:xfrm>
            <a:off x="1005840" y="5916168"/>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EE9"/>
              </a:buClr>
              <a:buSzPts val="1250"/>
              <a:buFont typeface="Calibri"/>
              <a:buNone/>
            </a:pPr>
            <a:r>
              <a:rPr b="0" i="0" lang="en-US" sz="1450" u="none" cap="none" strike="noStrike">
                <a:solidFill>
                  <a:srgbClr val="E8EEE9"/>
                </a:solidFill>
                <a:latin typeface="Calibri"/>
                <a:ea typeface="Calibri"/>
                <a:cs typeface="Calibri"/>
                <a:sym typeface="Calibri"/>
              </a:rPr>
              <a:t>Partner-ready enablement library backing every motion</a:t>
            </a:r>
            <a:endParaRPr b="0" i="0" sz="1450" u="none" cap="none" strike="noStrike">
              <a:solidFill>
                <a:schemeClr val="dk1"/>
              </a:solidFill>
              <a:latin typeface="Calibri"/>
              <a:ea typeface="Calibri"/>
              <a:cs typeface="Calibri"/>
              <a:sym typeface="Calibri"/>
            </a:endParaRPr>
          </a:p>
        </p:txBody>
      </p:sp>
      <p:pic>
        <p:nvPicPr>
          <p:cNvPr descr="preencoded.png" id="1844" name="Google Shape;1844;p24"/>
          <p:cNvPicPr preferRelativeResize="0"/>
          <p:nvPr/>
        </p:nvPicPr>
        <p:blipFill rotWithShape="1">
          <a:blip r:embed="rId3">
            <a:alphaModFix/>
          </a:blip>
          <a:srcRect b="0" l="0" r="0" t="0"/>
          <a:stretch/>
        </p:blipFill>
        <p:spPr>
          <a:xfrm>
            <a:off x="640080" y="6318504"/>
            <a:ext cx="237744" cy="237744"/>
          </a:xfrm>
          <a:prstGeom prst="rect">
            <a:avLst/>
          </a:prstGeom>
          <a:noFill/>
          <a:ln>
            <a:noFill/>
          </a:ln>
        </p:spPr>
      </p:pic>
      <p:sp>
        <p:nvSpPr>
          <p:cNvPr id="1845" name="Google Shape;1845;p24"/>
          <p:cNvSpPr/>
          <p:nvPr/>
        </p:nvSpPr>
        <p:spPr>
          <a:xfrm>
            <a:off x="1005840" y="6300216"/>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EE9"/>
              </a:buClr>
              <a:buSzPts val="1250"/>
              <a:buFont typeface="Calibri"/>
              <a:buNone/>
            </a:pPr>
            <a:r>
              <a:rPr b="0" i="0" lang="en-US" sz="1450" u="none" cap="none" strike="noStrike">
                <a:solidFill>
                  <a:srgbClr val="E8EEE9"/>
                </a:solidFill>
                <a:latin typeface="Calibri"/>
                <a:ea typeface="Calibri"/>
                <a:cs typeface="Calibri"/>
                <a:sym typeface="Calibri"/>
              </a:rPr>
              <a:t>Live proof points in NAM, EMEA, and JAPAC today</a:t>
            </a:r>
            <a:endParaRPr b="0" i="0" sz="1450" u="none" cap="none" strike="noStrike">
              <a:solidFill>
                <a:schemeClr val="dk1"/>
              </a:solidFill>
              <a:latin typeface="Calibri"/>
              <a:ea typeface="Calibri"/>
              <a:cs typeface="Calibri"/>
              <a:sym typeface="Calibri"/>
            </a:endParaRPr>
          </a:p>
        </p:txBody>
      </p:sp>
      <p:sp>
        <p:nvSpPr>
          <p:cNvPr id="1846" name="Google Shape;1846;p24"/>
          <p:cNvSpPr/>
          <p:nvPr/>
        </p:nvSpPr>
        <p:spPr>
          <a:xfrm>
            <a:off x="969264" y="384048"/>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5CFC6"/>
              </a:buClr>
              <a:buSzPts val="900"/>
              <a:buFont typeface="Arial"/>
              <a:buNone/>
            </a:pPr>
            <a:r>
              <a:rPr b="1" i="0" lang="en-US" sz="1000" u="none" cap="none" strike="noStrike">
                <a:solidFill>
                  <a:srgbClr val="FA582D"/>
                </a:solidFill>
                <a:latin typeface="Arial"/>
                <a:ea typeface="Arial"/>
                <a:cs typeface="Arial"/>
                <a:sym typeface="Arial"/>
              </a:rPr>
              <a:t>PALO ALTO NETWORKS</a:t>
            </a:r>
            <a:endParaRPr b="1" i="0" sz="1000" u="none" cap="none" strike="noStrike">
              <a:solidFill>
                <a:srgbClr val="FA582D"/>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0" name="Shape 185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Corporate Theme">
  <a:themeElements>
    <a:clrScheme name="Simple Light">
      <a:dk1>
        <a:srgbClr val="000000"/>
      </a:dk1>
      <a:lt1>
        <a:srgbClr val="FFFFFF"/>
      </a:lt1>
      <a:dk2>
        <a:srgbClr val="595959"/>
      </a:dk2>
      <a:lt2>
        <a:srgbClr val="E9E9E9"/>
      </a:lt2>
      <a:accent1>
        <a:srgbClr val="FA582D"/>
      </a:accent1>
      <a:accent2>
        <a:srgbClr val="FFCB06"/>
      </a:accent2>
      <a:accent3>
        <a:srgbClr val="00C0E8"/>
      </a:accent3>
      <a:accent4>
        <a:srgbClr val="00CC66"/>
      </a:accent4>
      <a:accent5>
        <a:srgbClr val="00AEC4"/>
      </a:accent5>
      <a:accent6>
        <a:srgbClr val="C84624"/>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orporate Theme">
  <a:themeElements>
    <a:clrScheme name="Simple Light">
      <a:dk1>
        <a:srgbClr val="000000"/>
      </a:dk1>
      <a:lt1>
        <a:srgbClr val="FFFFFF"/>
      </a:lt1>
      <a:dk2>
        <a:srgbClr val="595959"/>
      </a:dk2>
      <a:lt2>
        <a:srgbClr val="E9E9E9"/>
      </a:lt2>
      <a:accent1>
        <a:srgbClr val="FA582D"/>
      </a:accent1>
      <a:accent2>
        <a:srgbClr val="FFCB06"/>
      </a:accent2>
      <a:accent3>
        <a:srgbClr val="00C0E8"/>
      </a:accent3>
      <a:accent4>
        <a:srgbClr val="00CC66"/>
      </a:accent4>
      <a:accent5>
        <a:srgbClr val="00AEC4"/>
      </a:accent5>
      <a:accent6>
        <a:srgbClr val="C84624"/>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2026-06-03T23:16:30Z</dcterms:created>
  <dc:creator>Vad Shahzad - Partner Solutions Architect</dc:creator>
</cp:coreProperties>
</file>