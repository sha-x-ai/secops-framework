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1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6"/>
    <p:restoredTop sz="94658"/>
  </p:normalViewPr>
  <p:slideViewPr>
    <p:cSldViewPr snapToGrid="0">
      <p:cViewPr varScale="1">
        <p:scale>
          <a:sx n="80" d="100"/>
          <a:sy n="80" d="100"/>
        </p:scale>
        <p:origin x="608" y="200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0a47d79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b0a47d79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35fe62d9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d35fe62d9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b0a47d798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b0a47d798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35fe62d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d35fe62d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045f695a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d045f695a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045f695ac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d045f695ac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045f695a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d045f695a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e7542bf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ee7542bf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e7542bf4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ee7542bf4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itle Slide - light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77904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750" y="7201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subTitle" idx="2"/>
          </p:nvPr>
        </p:nvSpPr>
        <p:spPr>
          <a:xfrm>
            <a:off x="623400" y="7977225"/>
            <a:ext cx="7109400" cy="54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r="42772" b="29839"/>
          <a:stretch/>
        </p:blipFill>
        <p:spPr>
          <a:xfrm>
            <a:off x="8888575" y="1840925"/>
            <a:ext cx="9399552" cy="84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itle Slide - dark">
  <p:cSld name="TITLE_3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-183150" y="-58125"/>
            <a:ext cx="18575100" cy="104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183150" y="-58125"/>
            <a:ext cx="18575100" cy="4594200"/>
          </a:xfrm>
          <a:prstGeom prst="rect">
            <a:avLst/>
          </a:prstGeom>
          <a:gradFill>
            <a:gsLst>
              <a:gs pos="0">
                <a:srgbClr val="FA582D">
                  <a:alpha val="25490"/>
                </a:srgbClr>
              </a:gs>
              <a:gs pos="100000">
                <a:srgbClr val="FA582D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r="42903" b="29997"/>
          <a:stretch/>
        </p:blipFill>
        <p:spPr>
          <a:xfrm>
            <a:off x="8888575" y="1840925"/>
            <a:ext cx="9399552" cy="84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-183150" y="3258840"/>
            <a:ext cx="18575100" cy="7086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77904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t="60" b="50"/>
          <a:stretch/>
        </p:blipFill>
        <p:spPr>
          <a:xfrm>
            <a:off x="825750" y="7201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subTitle" idx="2"/>
          </p:nvPr>
        </p:nvSpPr>
        <p:spPr>
          <a:xfrm>
            <a:off x="623400" y="7977225"/>
            <a:ext cx="7109400" cy="54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Title Slide - light">
  <p:cSld name="TITLE_1_2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2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 t="6897" b="6897"/>
          <a:stretch/>
        </p:blipFill>
        <p:spPr>
          <a:xfrm>
            <a:off x="805300" y="720100"/>
            <a:ext cx="4330583" cy="4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/>
          </a:blip>
          <a:srcRect r="15662" b="17410"/>
          <a:stretch/>
        </p:blipFill>
        <p:spPr>
          <a:xfrm>
            <a:off x="9089375" y="1185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Title Slide - dark">
  <p:cSld name="TITLE_1_2_3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-191675" y="-62575"/>
            <a:ext cx="18687600" cy="1041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-191675" y="-62575"/>
            <a:ext cx="18687600" cy="4598100"/>
          </a:xfrm>
          <a:prstGeom prst="rect">
            <a:avLst/>
          </a:prstGeom>
          <a:gradFill>
            <a:gsLst>
              <a:gs pos="0">
                <a:srgbClr val="FFCB06">
                  <a:alpha val="31765"/>
                </a:srgbClr>
              </a:gs>
              <a:gs pos="100000">
                <a:srgbClr val="FFCB06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 amt="75000"/>
          </a:blip>
          <a:srcRect r="15662" b="17410"/>
          <a:stretch/>
        </p:blipFill>
        <p:spPr>
          <a:xfrm>
            <a:off x="9089375" y="1185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-191725" y="3279900"/>
            <a:ext cx="18687600" cy="70071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2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t="7447" b="7447"/>
          <a:stretch/>
        </p:blipFill>
        <p:spPr>
          <a:xfrm>
            <a:off x="805300" y="720100"/>
            <a:ext cx="4330583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Title Slide - light">
  <p:cSld name="TITLE_1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ubTitle" idx="2"/>
          </p:nvPr>
        </p:nvSpPr>
        <p:spPr>
          <a:xfrm>
            <a:off x="825750" y="7977225"/>
            <a:ext cx="7109400" cy="571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t="6657" b="6666"/>
          <a:stretch/>
        </p:blipFill>
        <p:spPr>
          <a:xfrm>
            <a:off x="805300" y="720100"/>
            <a:ext cx="4358799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r="21948" b="27421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Title Slide 1 - dark">
  <p:cSld name="TITLE_1_2_3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-178675" y="-55325"/>
            <a:ext cx="18661500" cy="1039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-178675" y="-55325"/>
            <a:ext cx="18661500" cy="4591800"/>
          </a:xfrm>
          <a:prstGeom prst="rect">
            <a:avLst/>
          </a:prstGeom>
          <a:gradFill>
            <a:gsLst>
              <a:gs pos="0">
                <a:srgbClr val="00C0E8">
                  <a:alpha val="31765"/>
                </a:srgbClr>
              </a:gs>
              <a:gs pos="100000">
                <a:srgbClr val="00C0E8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7"/>
          <p:cNvPicPr preferRelativeResize="0"/>
          <p:nvPr/>
        </p:nvPicPr>
        <p:blipFill rotWithShape="1">
          <a:blip r:embed="rId2">
            <a:alphaModFix amt="75000"/>
          </a:blip>
          <a:srcRect r="21948" b="27421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-178675" y="3259856"/>
            <a:ext cx="18661500" cy="7082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subTitle" idx="2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t="7403" b="7411"/>
          <a:stretch/>
        </p:blipFill>
        <p:spPr>
          <a:xfrm>
            <a:off x="805300" y="720100"/>
            <a:ext cx="4358799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Title Slide - light">
  <p:cSld name="TITLE_1_1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80634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2">
            <a:alphaModFix/>
          </a:blip>
          <a:srcRect t="7265" b="7265"/>
          <a:stretch/>
        </p:blipFill>
        <p:spPr>
          <a:xfrm>
            <a:off x="805300" y="720100"/>
            <a:ext cx="4479647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8"/>
          <p:cNvSpPr txBox="1">
            <a:spLocks noGrp="1"/>
          </p:cNvSpPr>
          <p:nvPr>
            <p:ph type="subTitle" idx="2"/>
          </p:nvPr>
        </p:nvSpPr>
        <p:spPr>
          <a:xfrm>
            <a:off x="825750" y="7977225"/>
            <a:ext cx="7109400" cy="571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8"/>
          <p:cNvPicPr preferRelativeResize="0"/>
          <p:nvPr/>
        </p:nvPicPr>
        <p:blipFill rotWithShape="1">
          <a:blip r:embed="rId3">
            <a:alphaModFix/>
          </a:blip>
          <a:srcRect l="16143" t="2820" r="19028" b="24679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Title Slide - dark">
  <p:cSld name="TITLE_1_2_3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-195950" y="-64950"/>
            <a:ext cx="18695700" cy="4600200"/>
          </a:xfrm>
          <a:prstGeom prst="rect">
            <a:avLst/>
          </a:prstGeom>
          <a:gradFill>
            <a:gsLst>
              <a:gs pos="0">
                <a:srgbClr val="00CC66">
                  <a:alpha val="31373"/>
                </a:srgbClr>
              </a:gs>
              <a:gs pos="100000">
                <a:srgbClr val="00CC66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l="16143" t="2820" r="19028" b="24679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9"/>
          <p:cNvSpPr/>
          <p:nvPr/>
        </p:nvSpPr>
        <p:spPr>
          <a:xfrm>
            <a:off x="-195950" y="3256368"/>
            <a:ext cx="18695700" cy="7095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ubTitle" idx="2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t="7827" b="7827"/>
          <a:stretch/>
        </p:blipFill>
        <p:spPr>
          <a:xfrm>
            <a:off x="805300" y="720100"/>
            <a:ext cx="4479647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Title Slide - light">
  <p:cSld name="TITLE_1_1_1_3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83301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subTitle" idx="2"/>
          </p:nvPr>
        </p:nvSpPr>
        <p:spPr>
          <a:xfrm>
            <a:off x="825750" y="8193550"/>
            <a:ext cx="7109400" cy="54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10"/>
          <p:cNvPicPr preferRelativeResize="0"/>
          <p:nvPr/>
        </p:nvPicPr>
        <p:blipFill rotWithShape="1">
          <a:blip r:embed="rId2">
            <a:alphaModFix/>
          </a:blip>
          <a:srcRect t="7184" b="7184"/>
          <a:stretch/>
        </p:blipFill>
        <p:spPr>
          <a:xfrm>
            <a:off x="805300" y="720100"/>
            <a:ext cx="433632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0"/>
          <p:cNvPicPr preferRelativeResize="0"/>
          <p:nvPr/>
        </p:nvPicPr>
        <p:blipFill rotWithShape="1">
          <a:blip r:embed="rId3">
            <a:alphaModFix/>
          </a:blip>
          <a:srcRect t="8077" r="20616" b="24841"/>
          <a:stretch/>
        </p:blipFill>
        <p:spPr>
          <a:xfrm>
            <a:off x="7196700" y="914400"/>
            <a:ext cx="11091425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0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Title Slide - dark">
  <p:cSld name="TITLE_1_1_1_3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t="8077" r="20616" b="24841"/>
          <a:stretch/>
        </p:blipFill>
        <p:spPr>
          <a:xfrm>
            <a:off x="7234432" y="914400"/>
            <a:ext cx="11148943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-195950" y="-64950"/>
            <a:ext cx="18695700" cy="4600200"/>
          </a:xfrm>
          <a:prstGeom prst="rect">
            <a:avLst/>
          </a:prstGeom>
          <a:gradFill>
            <a:gsLst>
              <a:gs pos="0">
                <a:srgbClr val="FA582D">
                  <a:alpha val="25490"/>
                </a:srgbClr>
              </a:gs>
              <a:gs pos="100000">
                <a:srgbClr val="C84624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2">
            <a:alphaModFix amt="75000"/>
          </a:blip>
          <a:srcRect t="8077" r="20616" b="24841"/>
          <a:stretch/>
        </p:blipFill>
        <p:spPr>
          <a:xfrm>
            <a:off x="7196700" y="914400"/>
            <a:ext cx="11091425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/>
          <p:nvPr/>
        </p:nvSpPr>
        <p:spPr>
          <a:xfrm>
            <a:off x="-195950" y="3256368"/>
            <a:ext cx="18695700" cy="7095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83301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1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t="7735" b="7727"/>
          <a:stretch/>
        </p:blipFill>
        <p:spPr>
          <a:xfrm>
            <a:off x="805300" y="720100"/>
            <a:ext cx="4336328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1"/>
          <p:cNvSpPr txBox="1">
            <a:spLocks noGrp="1"/>
          </p:cNvSpPr>
          <p:nvPr>
            <p:ph type="subTitle" idx="2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sz="2000" b="1">
                <a:solidFill>
                  <a:schemeClr val="accent6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sz="2000" b="1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Section Divider" type="secHead">
  <p:cSld name="SECTION_HEAD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12"/>
          <p:cNvPicPr preferRelativeResize="0"/>
          <p:nvPr/>
        </p:nvPicPr>
        <p:blipFill rotWithShape="1">
          <a:blip r:embed="rId2">
            <a:alphaModFix/>
          </a:blip>
          <a:srcRect l="8388" r="12032" b="39191"/>
          <a:stretch/>
        </p:blipFill>
        <p:spPr>
          <a:xfrm>
            <a:off x="-79375" y="0"/>
            <a:ext cx="18367498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effectLst>
            <a:outerShdw blurRad="500063" dist="19050" dir="540000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pic>
        <p:nvPicPr>
          <p:cNvPr id="118" name="Google Shape;11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0546" y="9866276"/>
            <a:ext cx="1632353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wo-Column Content - light">
  <p:cSld name="TITLE_AND_TWO_COLUMNS_3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hree-Column Content - light">
  <p:cSld name="ONE_COLUMN_TEXT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>
            <a:spLocks noGrp="1"/>
          </p:cNvSpPr>
          <p:nvPr>
            <p:ph type="body" idx="1"/>
          </p:nvPr>
        </p:nvSpPr>
        <p:spPr>
          <a:xfrm>
            <a:off x="623400" y="155448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6336000" y="155448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3"/>
          </p:nvPr>
        </p:nvSpPr>
        <p:spPr>
          <a:xfrm>
            <a:off x="12048600" y="155448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One-Column Content with Side Graphic - light">
  <p:cSld name="TITLE_AND_BODY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623400" y="1554500"/>
            <a:ext cx="11257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rtl="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55600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Blank - light">
  <p:cSld name="BLANK_4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One-Column Content - dark">
  <p:cSld name="TITLE_AND_BODY_2_1">
    <p:bg>
      <p:bgPr>
        <a:solidFill>
          <a:schemeClr val="dk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body" idx="1"/>
          </p:nvPr>
        </p:nvSpPr>
        <p:spPr>
          <a:xfrm>
            <a:off x="623400" y="155448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wo-Column Content - dark">
  <p:cSld name="TITLE_AND_TWO_COLUMNS_1_1">
    <p:bg>
      <p:bgPr>
        <a:solidFill>
          <a:schemeClr val="dk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hree-Column Content - dark">
  <p:cSld name="ONE_COLUMN_TEXT_1_1">
    <p:bg>
      <p:bgPr>
        <a:solidFill>
          <a:schemeClr val="dk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623400" y="155448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body" idx="2"/>
          </p:nvPr>
        </p:nvSpPr>
        <p:spPr>
          <a:xfrm>
            <a:off x="6336000" y="155448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body" idx="3"/>
          </p:nvPr>
        </p:nvSpPr>
        <p:spPr>
          <a:xfrm>
            <a:off x="12048600" y="155448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itle Only - dark">
  <p:cSld name="TITLE_ONLY_1_1">
    <p:bg>
      <p:bgPr>
        <a:solidFill>
          <a:schemeClr val="dk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Blank - dark">
  <p:cSld name="BLANK_1_1">
    <p:bg>
      <p:bgPr>
        <a:solidFill>
          <a:schemeClr val="dk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Section Divider">
  <p:cSld name="SECTION_HEADER_2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 rotWithShape="1">
          <a:blip r:embed="rId2">
            <a:alphaModFix/>
          </a:blip>
          <a:srcRect l="7122" t="19362" r="2265" b="29887"/>
          <a:stretch/>
        </p:blipFill>
        <p:spPr>
          <a:xfrm>
            <a:off x="-79500" y="1"/>
            <a:ext cx="183674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rgbClr val="FFCB06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effectLst>
            <a:outerShdw blurRad="500063" dist="19050" dir="5400000" algn="bl" rotWithShape="0">
              <a:schemeClr val="accent2">
                <a:alpha val="70000"/>
              </a:scheme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 rotWithShape="1">
          <a:blip r:embed="rId3">
            <a:alphaModFix/>
          </a:blip>
          <a:srcRect t="6201" b="6210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Two-Column Content - light">
  <p:cSld name="TITLE_AND_TWO_COLUMNS_2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 rotWithShape="1">
          <a:blip r:embed="rId2">
            <a:alphaModFix/>
          </a:blip>
          <a:srcRect t="6201" b="6210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Title Only - light">
  <p:cSld name="TITLE_ONLY_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4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2">
            <a:alphaModFix/>
          </a:blip>
          <a:srcRect t="6201" b="6210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Blank - light">
  <p:cSld name="BLANK_3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Google Shape;179;p25"/>
          <p:cNvPicPr preferRelativeResize="0"/>
          <p:nvPr/>
        </p:nvPicPr>
        <p:blipFill rotWithShape="1">
          <a:blip r:embed="rId2">
            <a:alphaModFix/>
          </a:blip>
          <a:srcRect t="6201" b="6210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Side Bar Title - light">
  <p:cSld name="BLANK_2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6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subTitle" idx="1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86" name="Google Shape;186;p26"/>
          <p:cNvPicPr preferRelativeResize="0"/>
          <p:nvPr/>
        </p:nvPicPr>
        <p:blipFill rotWithShape="1">
          <a:blip r:embed="rId2">
            <a:alphaModFix/>
          </a:blip>
          <a:srcRect t="6202" b="6202"/>
          <a:stretch/>
        </p:blipFill>
        <p:spPr>
          <a:xfrm>
            <a:off x="489875" y="9558375"/>
            <a:ext cx="3590001" cy="3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 rotWithShape="1">
          <a:blip r:embed="rId3">
            <a:alphaModFix amt="5000"/>
          </a:blip>
          <a:srcRect r="15662" b="17410"/>
          <a:stretch/>
        </p:blipFill>
        <p:spPr>
          <a:xfrm>
            <a:off x="9089375" y="677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/>
          <p:nvPr/>
        </p:nvSpPr>
        <p:spPr>
          <a:xfrm>
            <a:off x="4512425" y="4525500"/>
            <a:ext cx="13775700" cy="57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3F3F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Two-Column Content - dark">
  <p:cSld name="TITLE_AND_TWO_COLUMNS_2_1">
    <p:bg>
      <p:bgPr>
        <a:solidFill>
          <a:schemeClr val="dk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6" name="Google Shape;196;p27"/>
          <p:cNvPicPr preferRelativeResize="0"/>
          <p:nvPr/>
        </p:nvPicPr>
        <p:blipFill rotWithShape="1">
          <a:blip r:embed="rId2">
            <a:alphaModFix/>
          </a:blip>
          <a:srcRect t="6201" b="6210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Title Only - dark">
  <p:cSld name="TITLE_ONLY_2_1">
    <p:bg>
      <p:bgPr>
        <a:solidFill>
          <a:schemeClr val="dk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8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2" name="Google Shape;202;p28"/>
          <p:cNvPicPr preferRelativeResize="0"/>
          <p:nvPr/>
        </p:nvPicPr>
        <p:blipFill rotWithShape="1">
          <a:blip r:embed="rId2">
            <a:alphaModFix/>
          </a:blip>
          <a:srcRect t="6201" b="6210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Blank - dark">
  <p:cSld name="BLANK_3_1">
    <p:bg>
      <p:bgPr>
        <a:solidFill>
          <a:schemeClr val="dk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 rotWithShape="1">
          <a:blip r:embed="rId2">
            <a:alphaModFix/>
          </a:blip>
          <a:srcRect t="6201" b="6210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Section Divider">
  <p:cSld name="SECTION_HEADER_2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 rotWithShape="1">
          <a:blip r:embed="rId2">
            <a:alphaModFix/>
          </a:blip>
          <a:srcRect l="10963" t="21008" r="13479" b="36680"/>
          <a:stretch/>
        </p:blipFill>
        <p:spPr>
          <a:xfrm>
            <a:off x="-79375" y="0"/>
            <a:ext cx="183674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0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rgbClr val="00C0E8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0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effectLst>
            <a:outerShdw blurRad="500063" dist="19050" dir="5400000" algn="bl" rotWithShape="0">
              <a:schemeClr val="accent3">
                <a:alpha val="70000"/>
              </a:scheme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pic>
        <p:nvPicPr>
          <p:cNvPr id="212" name="Google Shape;212;p30"/>
          <p:cNvPicPr preferRelativeResize="0"/>
          <p:nvPr/>
        </p:nvPicPr>
        <p:blipFill rotWithShape="1">
          <a:blip r:embed="rId3">
            <a:alphaModFix/>
          </a:blip>
          <a:srcRect t="5900" b="590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Two-Column Content - light">
  <p:cSld name="TITLE_AND_TWO_COLUMNS_2_2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1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31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1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 rotWithShape="1">
          <a:blip r:embed="rId2">
            <a:alphaModFix/>
          </a:blip>
          <a:srcRect t="5900" b="590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Title Only - light">
  <p:cSld name="TITLE_ONLY_2_2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2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2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7" name="Google Shape;227;p32"/>
          <p:cNvPicPr preferRelativeResize="0"/>
          <p:nvPr/>
        </p:nvPicPr>
        <p:blipFill rotWithShape="1">
          <a:blip r:embed="rId2">
            <a:alphaModFix/>
          </a:blip>
          <a:srcRect t="5900" b="590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Blank - light">
  <p:cSld name="BLANK_3_2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2023 Palo Alto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4" name="Google Shape;234;p33"/>
          <p:cNvPicPr preferRelativeResize="0"/>
          <p:nvPr/>
        </p:nvPicPr>
        <p:blipFill rotWithShape="1">
          <a:blip r:embed="rId3">
            <a:alphaModFix/>
          </a:blip>
          <a:srcRect t="5900" b="590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Side Bar Title - light">
  <p:cSld name="BLANK_2_1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 rotWithShape="1">
          <a:blip r:embed="rId2">
            <a:alphaModFix amt="5000"/>
          </a:blip>
          <a:srcRect r="21948" b="27421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1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34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42" name="Google Shape;242;p34"/>
          <p:cNvSpPr/>
          <p:nvPr/>
        </p:nvSpPr>
        <p:spPr>
          <a:xfrm>
            <a:off x="4512425" y="4525500"/>
            <a:ext cx="13775700" cy="57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3F3F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3" name="Google Shape;243;p34"/>
          <p:cNvPicPr preferRelativeResize="0"/>
          <p:nvPr/>
        </p:nvPicPr>
        <p:blipFill rotWithShape="1">
          <a:blip r:embed="rId3">
            <a:alphaModFix/>
          </a:blip>
          <a:srcRect t="5900" b="5909"/>
          <a:stretch/>
        </p:blipFill>
        <p:spPr>
          <a:xfrm>
            <a:off x="489872" y="9558375"/>
            <a:ext cx="3613343" cy="34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Two-Column Content - dark">
  <p:cSld name="TITLE_AND_TWO_COLUMNS_2_1_1">
    <p:bg>
      <p:bgPr>
        <a:solidFill>
          <a:schemeClr val="dk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35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35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35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5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1" name="Google Shape;251;p35"/>
          <p:cNvPicPr preferRelativeResize="0"/>
          <p:nvPr/>
        </p:nvPicPr>
        <p:blipFill rotWithShape="1">
          <a:blip r:embed="rId2">
            <a:alphaModFix/>
          </a:blip>
          <a:srcRect t="5900" b="590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Title Only - dark">
  <p:cSld name="TITLE_ONLY_2_1_1">
    <p:bg>
      <p:bgPr>
        <a:solidFill>
          <a:schemeClr val="dk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36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6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6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7" name="Google Shape;257;p36"/>
          <p:cNvPicPr preferRelativeResize="0"/>
          <p:nvPr/>
        </p:nvPicPr>
        <p:blipFill rotWithShape="1">
          <a:blip r:embed="rId2">
            <a:alphaModFix/>
          </a:blip>
          <a:srcRect t="5900" b="590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Blank - dark">
  <p:cSld name="BLANK_3_1_1">
    <p:bg>
      <p:bgPr>
        <a:solidFill>
          <a:schemeClr val="dk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1" name="Google Shape;261;p37"/>
          <p:cNvPicPr preferRelativeResize="0"/>
          <p:nvPr/>
        </p:nvPicPr>
        <p:blipFill rotWithShape="1">
          <a:blip r:embed="rId2">
            <a:alphaModFix/>
          </a:blip>
          <a:srcRect t="5900" b="590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Section Divider">
  <p:cSld name="SECTION_HEADER_2_1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" name="Google Shape;264;p38"/>
          <p:cNvPicPr preferRelativeResize="0"/>
          <p:nvPr/>
        </p:nvPicPr>
        <p:blipFill rotWithShape="1">
          <a:blip r:embed="rId2">
            <a:alphaModFix/>
          </a:blip>
          <a:srcRect l="5995" t="10373" r="6363" b="40538"/>
          <a:stretch/>
        </p:blipFill>
        <p:spPr>
          <a:xfrm>
            <a:off x="-79375" y="0"/>
            <a:ext cx="183674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8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rgbClr val="00CC66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effectLst>
            <a:outerShdw blurRad="428625" dist="19050" dir="5400000" algn="bl" rotWithShape="0">
              <a:schemeClr val="accent4">
                <a:alpha val="75000"/>
              </a:schemeClr>
            </a:outerShdw>
          </a:effectLst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pic>
        <p:nvPicPr>
          <p:cNvPr id="267" name="Google Shape;267;p38"/>
          <p:cNvPicPr preferRelativeResize="0"/>
          <p:nvPr/>
        </p:nvPicPr>
        <p:blipFill rotWithShape="1">
          <a:blip r:embed="rId3">
            <a:alphaModFix/>
          </a:blip>
          <a:srcRect t="6423" b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Two-Column Content - light">
  <p:cSld name="TITLE_AND_TWO_COLUMNS_2_3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71" name="Google Shape;271;p39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39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73" name="Google Shape;273;p39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9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2">
            <a:alphaModFix/>
          </a:blip>
          <a:srcRect t="6423" b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Title Only - light">
  <p:cSld name="TITLE_ONLY_2_3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0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0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0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2" name="Google Shape;282;p40"/>
          <p:cNvPicPr preferRelativeResize="0"/>
          <p:nvPr/>
        </p:nvPicPr>
        <p:blipFill rotWithShape="1">
          <a:blip r:embed="rId2">
            <a:alphaModFix/>
          </a:blip>
          <a:srcRect t="6423" b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Blank - light">
  <p:cSld name="BLANK_3_3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4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6" name="Google Shape;286;p41"/>
          <p:cNvPicPr preferRelativeResize="0"/>
          <p:nvPr/>
        </p:nvPicPr>
        <p:blipFill rotWithShape="1">
          <a:blip r:embed="rId2">
            <a:alphaModFix/>
          </a:blip>
          <a:srcRect t="6423" b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Side Bar Title - light">
  <p:cSld name="BLANK_2_1_2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9" name="Google Shape;289;p42"/>
          <p:cNvPicPr preferRelativeResize="0"/>
          <p:nvPr/>
        </p:nvPicPr>
        <p:blipFill rotWithShape="1">
          <a:blip r:embed="rId2">
            <a:alphaModFix amt="5000"/>
          </a:blip>
          <a:srcRect l="16143" t="2820" r="19028" b="24679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2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42"/>
          <p:cNvSpPr txBox="1">
            <a:spLocks noGrp="1"/>
          </p:cNvSpPr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42"/>
          <p:cNvSpPr txBox="1">
            <a:spLocks noGrp="1"/>
          </p:cNvSpPr>
          <p:nvPr>
            <p:ph type="subTitle" idx="1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42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94" name="Google Shape;294;p42"/>
          <p:cNvSpPr/>
          <p:nvPr/>
        </p:nvSpPr>
        <p:spPr>
          <a:xfrm>
            <a:off x="4512425" y="4525500"/>
            <a:ext cx="13775700" cy="57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3F3F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Google Shape;295;p42"/>
          <p:cNvPicPr preferRelativeResize="0"/>
          <p:nvPr/>
        </p:nvPicPr>
        <p:blipFill rotWithShape="1">
          <a:blip r:embed="rId3">
            <a:alphaModFix/>
          </a:blip>
          <a:srcRect t="6423" b="6431"/>
          <a:stretch/>
        </p:blipFill>
        <p:spPr>
          <a:xfrm>
            <a:off x="489876" y="9558623"/>
            <a:ext cx="3701100" cy="34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Two-Column Content - dark">
  <p:cSld name="TITLE_AND_TWO_COLUMNS_2_1_2">
    <p:bg>
      <p:bgPr>
        <a:solidFill>
          <a:schemeClr val="dk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298" name="Google Shape;298;p43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43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43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4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3" name="Google Shape;303;p43"/>
          <p:cNvPicPr preferRelativeResize="0"/>
          <p:nvPr/>
        </p:nvPicPr>
        <p:blipFill rotWithShape="1">
          <a:blip r:embed="rId2">
            <a:alphaModFix/>
          </a:blip>
          <a:srcRect t="6423" b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Title Only - dark" userDrawn="1">
  <p:cSld name="TITLE_ONLY_2_1_2">
    <p:bg>
      <p:bgPr>
        <a:solidFill>
          <a:schemeClr val="dk1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44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4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44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/>
          </a:blip>
          <a:srcRect t="6423" b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7450A-6FBB-B6F4-96C5-D3AE4A4EB8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9825038"/>
            <a:ext cx="6597650" cy="5905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Blank - dark">
  <p:cSld name="BLANK_3_1_2">
    <p:bg>
      <p:bgPr>
        <a:solidFill>
          <a:schemeClr val="dk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3" name="Google Shape;313;p45"/>
          <p:cNvPicPr preferRelativeResize="0"/>
          <p:nvPr/>
        </p:nvPicPr>
        <p:blipFill rotWithShape="1">
          <a:blip r:embed="rId2">
            <a:alphaModFix/>
          </a:blip>
          <a:srcRect t="6423" b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Section Divider">
  <p:cSld name="SECTION_HEADER_2_1_1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6" name="Google Shape;316;p46"/>
          <p:cNvPicPr preferRelativeResize="0"/>
          <p:nvPr/>
        </p:nvPicPr>
        <p:blipFill rotWithShape="1">
          <a:blip r:embed="rId2">
            <a:alphaModFix/>
          </a:blip>
          <a:srcRect l="2171" t="15284" r="2181" b="31146"/>
          <a:stretch/>
        </p:blipFill>
        <p:spPr>
          <a:xfrm>
            <a:off x="-79376" y="0"/>
            <a:ext cx="183674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6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rgbClr val="C84624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46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pic>
        <p:nvPicPr>
          <p:cNvPr id="319" name="Google Shape;319;p46"/>
          <p:cNvPicPr preferRelativeResize="0"/>
          <p:nvPr/>
        </p:nvPicPr>
        <p:blipFill rotWithShape="1">
          <a:blip r:embed="rId3">
            <a:alphaModFix/>
          </a:blip>
          <a:srcRect t="6225" b="6217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6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Two-Column Content - light">
  <p:cSld name="TITLE_AND_TWO_COLUMNS_2_4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47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●"/>
              <a:defRPr/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○"/>
              <a:defRPr sz="2400"/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/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/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325" name="Google Shape;325;p47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47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4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8" name="Google Shape;328;p47"/>
          <p:cNvPicPr preferRelativeResize="0"/>
          <p:nvPr/>
        </p:nvPicPr>
        <p:blipFill rotWithShape="1">
          <a:blip r:embed="rId2">
            <a:alphaModFix/>
          </a:blip>
          <a:srcRect t="6225" b="6217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Title Only - light">
  <p:cSld name="TITLE_ONLY_2_4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48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8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4" name="Google Shape;334;p48"/>
          <p:cNvPicPr preferRelativeResize="0"/>
          <p:nvPr/>
        </p:nvPicPr>
        <p:blipFill rotWithShape="1">
          <a:blip r:embed="rId2">
            <a:alphaModFix/>
          </a:blip>
          <a:srcRect t="6225" b="6217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Blank - light">
  <p:cSld name="BLANK_3_4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4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8" name="Google Shape;338;p49"/>
          <p:cNvPicPr preferRelativeResize="0"/>
          <p:nvPr/>
        </p:nvPicPr>
        <p:blipFill rotWithShape="1">
          <a:blip r:embed="rId2">
            <a:alphaModFix/>
          </a:blip>
          <a:srcRect t="6225" b="6217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Side Bar Title - light">
  <p:cSld name="BLANK_2_1_3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1" name="Google Shape;341;p50"/>
          <p:cNvPicPr preferRelativeResize="0"/>
          <p:nvPr/>
        </p:nvPicPr>
        <p:blipFill rotWithShape="1">
          <a:blip r:embed="rId2">
            <a:alphaModFix amt="5000"/>
          </a:blip>
          <a:srcRect t="8077" r="20616" b="24841"/>
          <a:stretch/>
        </p:blipFill>
        <p:spPr>
          <a:xfrm>
            <a:off x="7196700" y="914400"/>
            <a:ext cx="11091425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0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50"/>
          <p:cNvSpPr txBox="1">
            <a:spLocks noGrp="1"/>
          </p:cNvSpPr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50"/>
          <p:cNvSpPr txBox="1">
            <a:spLocks noGrp="1"/>
          </p:cNvSpPr>
          <p:nvPr>
            <p:ph type="subTitle" idx="1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50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6" name="Google Shape;346;p50"/>
          <p:cNvSpPr/>
          <p:nvPr/>
        </p:nvSpPr>
        <p:spPr>
          <a:xfrm>
            <a:off x="4512425" y="4525500"/>
            <a:ext cx="13775700" cy="57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3F3F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p50"/>
          <p:cNvPicPr preferRelativeResize="0"/>
          <p:nvPr/>
        </p:nvPicPr>
        <p:blipFill rotWithShape="1">
          <a:blip r:embed="rId3">
            <a:alphaModFix/>
          </a:blip>
          <a:srcRect t="6217" b="6217"/>
          <a:stretch/>
        </p:blipFill>
        <p:spPr>
          <a:xfrm>
            <a:off x="489875" y="9558376"/>
            <a:ext cx="3591296" cy="34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Two-Column Content - dark">
  <p:cSld name="TITLE_AND_TWO_COLUMNS_2_1_3">
    <p:bg>
      <p:bgPr>
        <a:solidFill>
          <a:schemeClr val="dk1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>
            <a:spLocks noGrp="1"/>
          </p:cNvSpPr>
          <p:nvPr>
            <p:ph type="body" idx="1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51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51"/>
          <p:cNvSpPr txBox="1">
            <a:spLocks noGrp="1"/>
          </p:cNvSpPr>
          <p:nvPr>
            <p:ph type="body" idx="2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28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marL="1371600" lvl="2" indent="-355600" rtl="0">
              <a:spcBef>
                <a:spcPts val="24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rtl="0">
              <a:spcBef>
                <a:spcPts val="20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5560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51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51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5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5" name="Google Shape;355;p51"/>
          <p:cNvPicPr preferRelativeResize="0"/>
          <p:nvPr/>
        </p:nvPicPr>
        <p:blipFill rotWithShape="1">
          <a:blip r:embed="rId2">
            <a:alphaModFix/>
          </a:blip>
          <a:srcRect t="6225" b="6217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Title Only - dark">
  <p:cSld name="TITLE_ONLY_2_1_3">
    <p:bg>
      <p:bgPr>
        <a:solidFill>
          <a:schemeClr val="dk1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52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52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5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1" name="Google Shape;361;p52"/>
          <p:cNvPicPr preferRelativeResize="0"/>
          <p:nvPr/>
        </p:nvPicPr>
        <p:blipFill rotWithShape="1">
          <a:blip r:embed="rId2">
            <a:alphaModFix/>
          </a:blip>
          <a:srcRect t="6225" b="6217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Blank - dark">
  <p:cSld name="BLANK_3_1_3">
    <p:bg>
      <p:bgPr>
        <a:solidFill>
          <a:schemeClr val="dk1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53"/>
          <p:cNvSpPr/>
          <p:nvPr/>
        </p:nvSpPr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One-Column Content - light" type="tx">
  <p:cSld name="TITLE_AND_BODY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68" name="Google Shape;368;p54"/>
          <p:cNvSpPr txBox="1">
            <a:spLocks noGrp="1"/>
          </p:cNvSpPr>
          <p:nvPr>
            <p:ph type="body" idx="1"/>
          </p:nvPr>
        </p:nvSpPr>
        <p:spPr>
          <a:xfrm>
            <a:off x="623400" y="155448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5560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369" name="Google Shape;369;p54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itle Only - light" type="titleOnly">
  <p:cSld name="TITLE_ONLY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55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Side Bar Title - light">
  <p:cSld name="BLANK_2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56"/>
          <p:cNvPicPr preferRelativeResize="0"/>
          <p:nvPr/>
        </p:nvPicPr>
        <p:blipFill rotWithShape="1">
          <a:blip r:embed="rId2">
            <a:alphaModFix amt="7000"/>
          </a:blip>
          <a:srcRect r="37375" b="5927"/>
          <a:stretch/>
        </p:blipFill>
        <p:spPr>
          <a:xfrm>
            <a:off x="9498429" y="609600"/>
            <a:ext cx="8789699" cy="967740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6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16200038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7" name="Google Shape;37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75" y="95212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6"/>
          <p:cNvSpPr txBox="1">
            <a:spLocks noGrp="1"/>
          </p:cNvSpPr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9" name="Google Shape;379;p56"/>
          <p:cNvSpPr txBox="1">
            <a:spLocks noGrp="1"/>
          </p:cNvSpPr>
          <p:nvPr>
            <p:ph type="subTitle" idx="1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56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hank You Slide - light">
  <p:cSld name="TITLE_2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7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3" name="Google Shape;383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750" y="7201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7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57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57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7" name="Google Shape;387;p57"/>
          <p:cNvPicPr preferRelativeResize="0"/>
          <p:nvPr/>
        </p:nvPicPr>
        <p:blipFill rotWithShape="1">
          <a:blip r:embed="rId3">
            <a:alphaModFix/>
          </a:blip>
          <a:srcRect r="42772" b="29839"/>
          <a:stretch/>
        </p:blipFill>
        <p:spPr>
          <a:xfrm>
            <a:off x="8888575" y="1840925"/>
            <a:ext cx="9399552" cy="84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W Thank You Slide - dark">
  <p:cSld name="TITLE_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8"/>
          <p:cNvSpPr/>
          <p:nvPr/>
        </p:nvSpPr>
        <p:spPr>
          <a:xfrm>
            <a:off x="-183150" y="-58125"/>
            <a:ext cx="18575100" cy="104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58"/>
          <p:cNvSpPr/>
          <p:nvPr/>
        </p:nvSpPr>
        <p:spPr>
          <a:xfrm>
            <a:off x="-183150" y="-58125"/>
            <a:ext cx="18575100" cy="4594200"/>
          </a:xfrm>
          <a:prstGeom prst="rect">
            <a:avLst/>
          </a:prstGeom>
          <a:gradFill>
            <a:gsLst>
              <a:gs pos="0">
                <a:srgbClr val="FA582D">
                  <a:alpha val="25490"/>
                </a:srgbClr>
              </a:gs>
              <a:gs pos="100000">
                <a:srgbClr val="FA582D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2" name="Google Shape;392;p58"/>
          <p:cNvPicPr preferRelativeResize="0"/>
          <p:nvPr/>
        </p:nvPicPr>
        <p:blipFill rotWithShape="1">
          <a:blip r:embed="rId2">
            <a:alphaModFix/>
          </a:blip>
          <a:srcRect r="42903" b="29997"/>
          <a:stretch/>
        </p:blipFill>
        <p:spPr>
          <a:xfrm>
            <a:off x="8888575" y="1840925"/>
            <a:ext cx="9399552" cy="84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8"/>
          <p:cNvSpPr/>
          <p:nvPr/>
        </p:nvSpPr>
        <p:spPr>
          <a:xfrm>
            <a:off x="-183150" y="3258840"/>
            <a:ext cx="18575100" cy="7086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4" name="Google Shape;394;p58"/>
          <p:cNvPicPr preferRelativeResize="0"/>
          <p:nvPr/>
        </p:nvPicPr>
        <p:blipFill rotWithShape="1">
          <a:blip r:embed="rId3">
            <a:alphaModFix/>
          </a:blip>
          <a:srcRect t="60" b="50"/>
          <a:stretch/>
        </p:blipFill>
        <p:spPr>
          <a:xfrm>
            <a:off x="825750" y="7201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8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58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p58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8" name="Google Shape;398;p5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Thank You Slide - light">
  <p:cSld name="TITLE_1_2_2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1" name="Google Shape;401;p59"/>
          <p:cNvPicPr preferRelativeResize="0"/>
          <p:nvPr/>
        </p:nvPicPr>
        <p:blipFill rotWithShape="1">
          <a:blip r:embed="rId2">
            <a:alphaModFix/>
          </a:blip>
          <a:srcRect t="6897" b="6897"/>
          <a:stretch/>
        </p:blipFill>
        <p:spPr>
          <a:xfrm>
            <a:off x="805300" y="720100"/>
            <a:ext cx="4330583" cy="4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9"/>
          <p:cNvPicPr preferRelativeResize="0"/>
          <p:nvPr/>
        </p:nvPicPr>
        <p:blipFill rotWithShape="1">
          <a:blip r:embed="rId3">
            <a:alphaModFix/>
          </a:blip>
          <a:srcRect r="15662" b="17410"/>
          <a:stretch/>
        </p:blipFill>
        <p:spPr>
          <a:xfrm>
            <a:off x="9089375" y="1185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9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59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5" name="Google Shape;405;p59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6" name="Google Shape;406;p5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a Thank You Slide - dark">
  <p:cSld name="TITLE_1_2_3_2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0"/>
          <p:cNvSpPr/>
          <p:nvPr/>
        </p:nvSpPr>
        <p:spPr>
          <a:xfrm>
            <a:off x="-191675" y="-62575"/>
            <a:ext cx="18687600" cy="1041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60"/>
          <p:cNvSpPr/>
          <p:nvPr/>
        </p:nvSpPr>
        <p:spPr>
          <a:xfrm>
            <a:off x="-191675" y="-62575"/>
            <a:ext cx="18687600" cy="4598100"/>
          </a:xfrm>
          <a:prstGeom prst="rect">
            <a:avLst/>
          </a:prstGeom>
          <a:gradFill>
            <a:gsLst>
              <a:gs pos="0">
                <a:srgbClr val="FFCB06">
                  <a:alpha val="31765"/>
                </a:srgbClr>
              </a:gs>
              <a:gs pos="100000">
                <a:srgbClr val="FFCB06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60"/>
          <p:cNvPicPr preferRelativeResize="0"/>
          <p:nvPr/>
        </p:nvPicPr>
        <p:blipFill rotWithShape="1">
          <a:blip r:embed="rId2">
            <a:alphaModFix amt="75000"/>
          </a:blip>
          <a:srcRect r="15662" b="17410"/>
          <a:stretch/>
        </p:blipFill>
        <p:spPr>
          <a:xfrm>
            <a:off x="9089375" y="1185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60"/>
          <p:cNvSpPr/>
          <p:nvPr/>
        </p:nvSpPr>
        <p:spPr>
          <a:xfrm>
            <a:off x="-191725" y="3279900"/>
            <a:ext cx="18687600" cy="70071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2" name="Google Shape;412;p60"/>
          <p:cNvPicPr preferRelativeResize="0"/>
          <p:nvPr/>
        </p:nvPicPr>
        <p:blipFill rotWithShape="1">
          <a:blip r:embed="rId3">
            <a:alphaModFix/>
          </a:blip>
          <a:srcRect t="7447" b="7447"/>
          <a:stretch/>
        </p:blipFill>
        <p:spPr>
          <a:xfrm>
            <a:off x="805300" y="720100"/>
            <a:ext cx="4330583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60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60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p60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60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Thank You Slide - light">
  <p:cSld name="TITLE_1_1_2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1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9" name="Google Shape;419;p61"/>
          <p:cNvPicPr preferRelativeResize="0"/>
          <p:nvPr/>
        </p:nvPicPr>
        <p:blipFill rotWithShape="1">
          <a:blip r:embed="rId2">
            <a:alphaModFix/>
          </a:blip>
          <a:srcRect t="6657" b="6666"/>
          <a:stretch/>
        </p:blipFill>
        <p:spPr>
          <a:xfrm>
            <a:off x="805300" y="720100"/>
            <a:ext cx="4358799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61"/>
          <p:cNvPicPr preferRelativeResize="0"/>
          <p:nvPr/>
        </p:nvPicPr>
        <p:blipFill rotWithShape="1">
          <a:blip r:embed="rId3">
            <a:alphaModFix/>
          </a:blip>
          <a:srcRect r="21948" b="27421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61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61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61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4" name="Google Shape;424;p6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sma Thank You Slide - dark">
  <p:cSld name="TITLE_1_2_3_1_2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2"/>
          <p:cNvSpPr/>
          <p:nvPr/>
        </p:nvSpPr>
        <p:spPr>
          <a:xfrm>
            <a:off x="-178675" y="-55325"/>
            <a:ext cx="18661500" cy="1039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62"/>
          <p:cNvSpPr/>
          <p:nvPr/>
        </p:nvSpPr>
        <p:spPr>
          <a:xfrm>
            <a:off x="-178675" y="-55325"/>
            <a:ext cx="18661500" cy="4591800"/>
          </a:xfrm>
          <a:prstGeom prst="rect">
            <a:avLst/>
          </a:prstGeom>
          <a:gradFill>
            <a:gsLst>
              <a:gs pos="0">
                <a:srgbClr val="00C0E8">
                  <a:alpha val="31765"/>
                </a:srgbClr>
              </a:gs>
              <a:gs pos="100000">
                <a:srgbClr val="00C0E8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8" name="Google Shape;428;p62"/>
          <p:cNvPicPr preferRelativeResize="0"/>
          <p:nvPr/>
        </p:nvPicPr>
        <p:blipFill rotWithShape="1">
          <a:blip r:embed="rId2">
            <a:alphaModFix amt="75000"/>
          </a:blip>
          <a:srcRect r="21948" b="27421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62"/>
          <p:cNvSpPr/>
          <p:nvPr/>
        </p:nvSpPr>
        <p:spPr>
          <a:xfrm>
            <a:off x="-178675" y="3259856"/>
            <a:ext cx="18661500" cy="7082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0" name="Google Shape;430;p62"/>
          <p:cNvPicPr preferRelativeResize="0"/>
          <p:nvPr/>
        </p:nvPicPr>
        <p:blipFill rotWithShape="1">
          <a:blip r:embed="rId3">
            <a:alphaModFix/>
          </a:blip>
          <a:srcRect t="7403" b="7411"/>
          <a:stretch/>
        </p:blipFill>
        <p:spPr>
          <a:xfrm>
            <a:off x="805300" y="720100"/>
            <a:ext cx="4358799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2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62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62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4" name="Google Shape;434;p6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Thank You Slide - light">
  <p:cSld name="TITLE_1_1_1_4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7" name="Google Shape;437;p63"/>
          <p:cNvPicPr preferRelativeResize="0"/>
          <p:nvPr/>
        </p:nvPicPr>
        <p:blipFill rotWithShape="1">
          <a:blip r:embed="rId2">
            <a:alphaModFix/>
          </a:blip>
          <a:srcRect t="7265" b="7265"/>
          <a:stretch/>
        </p:blipFill>
        <p:spPr>
          <a:xfrm>
            <a:off x="805300" y="720100"/>
            <a:ext cx="4479647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63"/>
          <p:cNvPicPr preferRelativeResize="0"/>
          <p:nvPr/>
        </p:nvPicPr>
        <p:blipFill rotWithShape="1">
          <a:blip r:embed="rId3">
            <a:alphaModFix/>
          </a:blip>
          <a:srcRect l="16143" r="19028" b="27499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3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63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p63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6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tex Thank You Slide - dark">
  <p:cSld name="TITLE_1_2_3_1_1_1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4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64"/>
          <p:cNvSpPr/>
          <p:nvPr/>
        </p:nvSpPr>
        <p:spPr>
          <a:xfrm>
            <a:off x="-195950" y="-64950"/>
            <a:ext cx="18695700" cy="4600200"/>
          </a:xfrm>
          <a:prstGeom prst="rect">
            <a:avLst/>
          </a:prstGeom>
          <a:gradFill>
            <a:gsLst>
              <a:gs pos="0">
                <a:srgbClr val="00CC66">
                  <a:alpha val="31373"/>
                </a:srgbClr>
              </a:gs>
              <a:gs pos="100000">
                <a:srgbClr val="00CC66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6" name="Google Shape;446;p64"/>
          <p:cNvPicPr preferRelativeResize="0"/>
          <p:nvPr/>
        </p:nvPicPr>
        <p:blipFill rotWithShape="1">
          <a:blip r:embed="rId2">
            <a:alphaModFix amt="75000"/>
          </a:blip>
          <a:srcRect l="16143" r="19028" b="27499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4"/>
          <p:cNvSpPr/>
          <p:nvPr/>
        </p:nvSpPr>
        <p:spPr>
          <a:xfrm>
            <a:off x="-195950" y="3256368"/>
            <a:ext cx="18695700" cy="7095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8" name="Google Shape;448;p64"/>
          <p:cNvPicPr preferRelativeResize="0"/>
          <p:nvPr/>
        </p:nvPicPr>
        <p:blipFill rotWithShape="1">
          <a:blip r:embed="rId3">
            <a:alphaModFix/>
          </a:blip>
          <a:srcRect t="7827" b="7827"/>
          <a:stretch/>
        </p:blipFill>
        <p:spPr>
          <a:xfrm>
            <a:off x="805300" y="720100"/>
            <a:ext cx="4479647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4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64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1" name="Google Shape;451;p64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2" name="Google Shape;452;p64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Thank You Slide - light">
  <p:cSld name="TITLE_1_1_1_3_2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5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5" name="Google Shape;455;p65"/>
          <p:cNvPicPr preferRelativeResize="0"/>
          <p:nvPr/>
        </p:nvPicPr>
        <p:blipFill rotWithShape="1">
          <a:blip r:embed="rId2">
            <a:alphaModFix/>
          </a:blip>
          <a:srcRect t="7184" b="7184"/>
          <a:stretch/>
        </p:blipFill>
        <p:spPr>
          <a:xfrm>
            <a:off x="805300" y="720100"/>
            <a:ext cx="433632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5"/>
          <p:cNvPicPr preferRelativeResize="0"/>
          <p:nvPr/>
        </p:nvPicPr>
        <p:blipFill rotWithShape="1">
          <a:blip r:embed="rId3">
            <a:alphaModFix/>
          </a:blip>
          <a:srcRect t="8077" r="20616" b="24841"/>
          <a:stretch/>
        </p:blipFill>
        <p:spPr>
          <a:xfrm>
            <a:off x="7196700" y="914400"/>
            <a:ext cx="11091425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5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65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65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0" name="Google Shape;460;p6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it42 Thank You Slide - dark">
  <p:cSld name="TITLE_1_1_1_3_1_1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6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66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66"/>
          <p:cNvSpPr/>
          <p:nvPr/>
        </p:nvSpPr>
        <p:spPr>
          <a:xfrm>
            <a:off x="-195950" y="-64950"/>
            <a:ext cx="18695700" cy="4600200"/>
          </a:xfrm>
          <a:prstGeom prst="rect">
            <a:avLst/>
          </a:prstGeom>
          <a:gradFill>
            <a:gsLst>
              <a:gs pos="0">
                <a:srgbClr val="FA582D">
                  <a:alpha val="25490"/>
                </a:srgbClr>
              </a:gs>
              <a:gs pos="100000">
                <a:srgbClr val="C84624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5" name="Google Shape;465;p66"/>
          <p:cNvPicPr preferRelativeResize="0"/>
          <p:nvPr/>
        </p:nvPicPr>
        <p:blipFill rotWithShape="1">
          <a:blip r:embed="rId2">
            <a:alphaModFix/>
          </a:blip>
          <a:srcRect t="8077" r="20616" b="24841"/>
          <a:stretch/>
        </p:blipFill>
        <p:spPr>
          <a:xfrm>
            <a:off x="7234432" y="914400"/>
            <a:ext cx="11148943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6"/>
          <p:cNvSpPr/>
          <p:nvPr/>
        </p:nvSpPr>
        <p:spPr>
          <a:xfrm>
            <a:off x="-195950" y="3256368"/>
            <a:ext cx="18695700" cy="7095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7" name="Google Shape;467;p66"/>
          <p:cNvPicPr preferRelativeResize="0"/>
          <p:nvPr/>
        </p:nvPicPr>
        <p:blipFill rotWithShape="1">
          <a:blip r:embed="rId3">
            <a:alphaModFix/>
          </a:blip>
          <a:srcRect t="7735" b="7727"/>
          <a:stretch/>
        </p:blipFill>
        <p:spPr>
          <a:xfrm>
            <a:off x="805300" y="720100"/>
            <a:ext cx="4336328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66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66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61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0" name="Google Shape;470;p66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sz="2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p66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sz="36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23400" y="155448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Helvetica Neue"/>
              <a:buChar char="●"/>
              <a:defRPr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Helvetica Neue"/>
              <a:buChar char="○"/>
              <a:defRPr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■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●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○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■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55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●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55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○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556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000"/>
              <a:buFont typeface="Helvetica Neue"/>
              <a:buChar char="■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67">
            <a:alphaModFix/>
          </a:blip>
          <a:stretch>
            <a:fillRect/>
          </a:stretch>
        </p:blipFill>
        <p:spPr>
          <a:xfrm>
            <a:off x="16310546" y="9882096"/>
            <a:ext cx="1632353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Networks, Inc. . </a:t>
            </a:r>
            <a:endParaRPr sz="12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-cortex.paloaltonetworks.com/r/Cortex-CLOUD/Cortex-Cloud-Runtime-Security-Documentation/Onboard-Microsoft-Azure?tocId=MvDGGRtwdZjW_k8SU7L6y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-cortex.paloaltonetworks.com/r/Cortex-CLOUD/Cortex-Cloud-Runtime-Security-Documentation/Onboard-Microsoft-Azure?tocId=MvDGGRtwdZjW_k8SU7L6y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vES8uyu9dr3GwFRV-Horbe6Q-VFxJhij6u_ANjZiW4M/edit?tab=t.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-input-variables.t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hyperlink" Target="http://schema-inputs.t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7"/>
          <p:cNvSpPr txBox="1">
            <a:spLocks noGrp="1"/>
          </p:cNvSpPr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Cortex Cloud</a:t>
            </a:r>
            <a:endParaRPr/>
          </a:p>
        </p:txBody>
      </p:sp>
      <p:sp>
        <p:nvSpPr>
          <p:cNvPr id="477" name="Google Shape;477;p67"/>
          <p:cNvSpPr txBox="1">
            <a:spLocks noGrp="1"/>
          </p:cNvSpPr>
          <p:nvPr>
            <p:ph type="subTitle" idx="1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Azure Onboarding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Tenant method</a:t>
            </a:r>
            <a:endParaRPr/>
          </a:p>
        </p:txBody>
      </p:sp>
      <p:sp>
        <p:nvSpPr>
          <p:cNvPr id="478" name="Google Shape;478;p67"/>
          <p:cNvSpPr txBox="1">
            <a:spLocks noGrp="1"/>
          </p:cNvSpPr>
          <p:nvPr>
            <p:ph type="subTitle" idx="2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800"/>
              </a:spcAft>
              <a:buNone/>
            </a:pPr>
            <a:r>
              <a:rPr lang="en"/>
              <a:t>Daniel Tor | Senior Solutions Architect Cloud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8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4" name="Google Shape;48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6100" y="1607550"/>
            <a:ext cx="8575000" cy="64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9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flow</a:t>
            </a:r>
            <a:endParaRPr/>
          </a:p>
        </p:txBody>
      </p:sp>
      <p:sp>
        <p:nvSpPr>
          <p:cNvPr id="490" name="Google Shape;490;p69"/>
          <p:cNvSpPr/>
          <p:nvPr/>
        </p:nvSpPr>
        <p:spPr>
          <a:xfrm>
            <a:off x="5006050" y="4544250"/>
            <a:ext cx="1921800" cy="1575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Authorization of Palo Alto </a:t>
            </a:r>
            <a:r>
              <a:rPr lang="en" b="1">
                <a:latin typeface="Helvetica Neue"/>
                <a:ea typeface="Helvetica Neue"/>
                <a:cs typeface="Helvetica Neue"/>
                <a:sym typeface="Helvetica Neue"/>
              </a:rPr>
              <a:t>Enterprise Application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1" name="Google Shape;491;p69"/>
          <p:cNvSpPr/>
          <p:nvPr/>
        </p:nvSpPr>
        <p:spPr>
          <a:xfrm>
            <a:off x="5659750" y="3473338"/>
            <a:ext cx="614400" cy="5514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24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69"/>
          <p:cNvSpPr/>
          <p:nvPr/>
        </p:nvSpPr>
        <p:spPr>
          <a:xfrm>
            <a:off x="8183100" y="4544250"/>
            <a:ext cx="1921800" cy="1575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" b="1">
                <a:latin typeface="Helvetica Neue"/>
                <a:ea typeface="Helvetica Neue"/>
                <a:cs typeface="Helvetica Neue"/>
                <a:sym typeface="Helvetica Neue"/>
              </a:rPr>
              <a:t>Outpost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 and deploy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3" name="Google Shape;493;p69"/>
          <p:cNvSpPr/>
          <p:nvPr/>
        </p:nvSpPr>
        <p:spPr>
          <a:xfrm>
            <a:off x="8836800" y="3473338"/>
            <a:ext cx="614400" cy="5514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24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p69"/>
          <p:cNvSpPr/>
          <p:nvPr/>
        </p:nvSpPr>
        <p:spPr>
          <a:xfrm>
            <a:off x="11360150" y="4544250"/>
            <a:ext cx="1921800" cy="1575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Connect </a:t>
            </a:r>
            <a:r>
              <a:rPr lang="en" b="1">
                <a:latin typeface="Helvetica Neue"/>
                <a:ea typeface="Helvetica Neue"/>
                <a:cs typeface="Helvetica Neue"/>
                <a:sym typeface="Helvetica Neue"/>
              </a:rPr>
              <a:t>data source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 Azure to Cortex Cloud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5" name="Google Shape;495;p69"/>
          <p:cNvSpPr/>
          <p:nvPr/>
        </p:nvSpPr>
        <p:spPr>
          <a:xfrm>
            <a:off x="12013850" y="3473338"/>
            <a:ext cx="614400" cy="5514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24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6" name="Google Shape;496;p69"/>
          <p:cNvSpPr/>
          <p:nvPr/>
        </p:nvSpPr>
        <p:spPr>
          <a:xfrm>
            <a:off x="14537200" y="4544250"/>
            <a:ext cx="1921800" cy="1575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Verify that onboarding is successful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7" name="Google Shape;497;p69"/>
          <p:cNvSpPr/>
          <p:nvPr/>
        </p:nvSpPr>
        <p:spPr>
          <a:xfrm>
            <a:off x="15190900" y="3473338"/>
            <a:ext cx="614400" cy="5514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24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8" name="Google Shape;498;p69"/>
          <p:cNvSpPr txBox="1"/>
          <p:nvPr/>
        </p:nvSpPr>
        <p:spPr>
          <a:xfrm>
            <a:off x="623400" y="8046125"/>
            <a:ext cx="8662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Azure onboarding docs</a:t>
            </a:r>
            <a:endParaRPr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Always recommend Cloud Scan in POV!</a:t>
            </a:r>
            <a:endParaRPr sz="2800">
              <a:solidFill>
                <a:schemeClr val="accent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Always recommend onboarding with Terraform!</a:t>
            </a:r>
            <a:endParaRPr sz="2800">
              <a:solidFill>
                <a:schemeClr val="accent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9" name="Google Shape;499;p69"/>
          <p:cNvSpPr/>
          <p:nvPr/>
        </p:nvSpPr>
        <p:spPr>
          <a:xfrm>
            <a:off x="1829000" y="4544250"/>
            <a:ext cx="1921800" cy="1575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Pre-work before onboarding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0" name="Google Shape;500;p69"/>
          <p:cNvSpPr/>
          <p:nvPr/>
        </p:nvSpPr>
        <p:spPr>
          <a:xfrm>
            <a:off x="2482700" y="3473338"/>
            <a:ext cx="614400" cy="5514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24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0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Permission needed for onboarding?</a:t>
            </a:r>
            <a:br>
              <a:rPr lang="en"/>
            </a:br>
            <a:r>
              <a:rPr lang="en" sz="1500" u="sng">
                <a:solidFill>
                  <a:schemeClr val="hlink"/>
                </a:solidFill>
                <a:hlinkClick r:id="rId3"/>
              </a:rPr>
              <a:t>https://docs-cortex.paloaltonetworks.com/r/Cortex-CLOUD/Cortex-Cloud-Runtime-Security-Documentation/Onboard-Microsoft-Azure?tocId=MvDGGRtwdZjW_k8SU7L6yg</a:t>
            </a:r>
            <a:r>
              <a:rPr lang="en" sz="1500"/>
              <a:t> </a:t>
            </a:r>
            <a:endParaRPr sz="1500"/>
          </a:p>
        </p:txBody>
      </p:sp>
      <p:sp>
        <p:nvSpPr>
          <p:cNvPr id="506" name="Google Shape;506;p70"/>
          <p:cNvSpPr txBox="1"/>
          <p:nvPr/>
        </p:nvSpPr>
        <p:spPr>
          <a:xfrm>
            <a:off x="1692000" y="2025650"/>
            <a:ext cx="14378100" cy="4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Helvetica Neue"/>
              <a:buChar char="●"/>
            </a:pP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Depending on features to enable, different permissions are needed</a:t>
            </a:r>
            <a:b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 b="1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Owner</a:t>
            </a:r>
            <a:r>
              <a:rPr lang="en" sz="23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Mgmt Group or Subscriptions are not enough!</a:t>
            </a:r>
            <a:br>
              <a:rPr lang="en" sz="23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Helvetica Neue"/>
              <a:buChar char="●"/>
            </a:pPr>
            <a:r>
              <a:rPr lang="en" sz="2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r>
              <a:rPr lang="en" sz="2300" i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'microsoft.aadiam/diagnosticSettings/write' - needed for </a:t>
            </a:r>
            <a:r>
              <a:rPr lang="en" sz="2300" b="1" i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 ingestion</a:t>
            </a:r>
            <a:br>
              <a:rPr lang="en" sz="2300" b="1" i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(Entra ID permission, </a:t>
            </a:r>
            <a:r>
              <a:rPr lang="en" sz="2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 mgmt group/ subscription permission</a:t>
            </a:r>
            <a:r>
              <a:rPr lang="en" sz="23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3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Helvetica Neue"/>
              <a:buChar char="●"/>
            </a:pPr>
            <a:r>
              <a:rPr lang="en" sz="2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onboarding Cortex Cloud (with log ingestion), should have either of these two roles:</a:t>
            </a:r>
            <a:endParaRPr sz="2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0" indent="-3746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Helvetica Neue"/>
              <a:buChar char="-"/>
            </a:pPr>
            <a:r>
              <a:rPr lang="en" sz="2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Administrator</a:t>
            </a:r>
            <a:endParaRPr sz="2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0" indent="-3746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Helvetica Neue"/>
              <a:buChar char="-"/>
            </a:pPr>
            <a:r>
              <a:rPr lang="en" sz="2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Global Administrator</a:t>
            </a:r>
            <a:endParaRPr sz="2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0" indent="-3746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Helvetica Neue"/>
              <a:buChar char="-"/>
            </a:pPr>
            <a:r>
              <a:rPr lang="en" sz="2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 Role (CC docs)</a:t>
            </a:r>
            <a:br>
              <a:rPr lang="en" sz="2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Helvetica Neue"/>
              <a:buChar char="●"/>
            </a:pPr>
            <a:r>
              <a:rPr lang="en" sz="2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Don't forget “az login” for terraform or ARM deployment</a:t>
            </a:r>
            <a:endParaRPr sz="2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1"/>
          <p:cNvSpPr txBox="1">
            <a:spLocks noGrp="1"/>
          </p:cNvSpPr>
          <p:nvPr>
            <p:ph type="title"/>
          </p:nvPr>
        </p:nvSpPr>
        <p:spPr>
          <a:xfrm>
            <a:off x="623400" y="3869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- </a:t>
            </a:r>
            <a:r>
              <a:rPr lang="en" sz="3200"/>
              <a:t>Identify as part of step #0  </a:t>
            </a:r>
            <a:endParaRPr sz="3200"/>
          </a:p>
        </p:txBody>
      </p:sp>
      <p:sp>
        <p:nvSpPr>
          <p:cNvPr id="512" name="Google Shape;512;p71"/>
          <p:cNvSpPr txBox="1"/>
          <p:nvPr/>
        </p:nvSpPr>
        <p:spPr>
          <a:xfrm>
            <a:off x="1849550" y="1301000"/>
            <a:ext cx="14378100" cy="7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Char char="●"/>
            </a:pPr>
            <a:r>
              <a:rPr lang="en" sz="2800" u="sng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 3</a:t>
            </a: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Resource Groups will be created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Outpost</a:t>
            </a:r>
            <a:b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Onboarding components</a:t>
            </a:r>
            <a:b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Each subscription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Char char="●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Source connection will add </a:t>
            </a:r>
            <a:r>
              <a:rPr lang="en" sz="2800" u="sng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Roles</a:t>
            </a: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</a:t>
            </a:r>
            <a:r>
              <a:rPr lang="en" sz="2800"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Enterprise Application</a:t>
            </a:r>
            <a:br>
              <a:rPr lang="en" sz="2800"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800" b="1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Char char="●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Source connection will add a lot of roles/associations based on features 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Char char="●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Understand customer Regions in use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en" sz="230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deploy outpost on a few targeted regions if possible</a:t>
            </a:r>
            <a:b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en" sz="230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Outpost resourcegroup location (!)</a:t>
            </a:r>
            <a:b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Modify onboarding scripts to use targeted regions</a:t>
            </a:r>
            <a:br>
              <a:rPr lang="en" sz="25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5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Helvetica Neue"/>
              <a:buChar char="●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Proactively identify </a:t>
            </a:r>
            <a:r>
              <a:rPr lang="en" sz="2800"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Azure Policy</a:t>
            </a: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deny statement</a:t>
            </a:r>
            <a:br>
              <a:rPr lang="en" sz="25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Customers usually know what they have in place</a:t>
            </a:r>
            <a:b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E.g Network interface needs to allow public IP association for Outpost Scanner</a:t>
            </a:r>
            <a:b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E.g Naming convention on resourceGroups</a:t>
            </a:r>
            <a:br>
              <a:rPr lang="en" sz="23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Helvetica Neue"/>
              <a:buChar char="●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Onboarding relies on Azure policy “DeployIfNotExists” action</a:t>
            </a:r>
            <a:endParaRPr sz="23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2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policy “DeployIfNotExists”</a:t>
            </a:r>
            <a:endParaRPr/>
          </a:p>
        </p:txBody>
      </p:sp>
      <p:sp>
        <p:nvSpPr>
          <p:cNvPr id="518" name="Google Shape;518;p72"/>
          <p:cNvSpPr txBox="1"/>
          <p:nvPr/>
        </p:nvSpPr>
        <p:spPr>
          <a:xfrm>
            <a:off x="1128000" y="1411900"/>
            <a:ext cx="16032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Purpose</a:t>
            </a:r>
            <a:r>
              <a:rPr lang="en" sz="26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Maintain visibility and needed infrastructure of all subscriptions, today and tomorrow.</a:t>
            </a:r>
            <a:endParaRPr sz="2600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Adding governance layer to protect against human errors, while not giving SaaS-tool (CC) dangerous permissions directly to customer environment.</a:t>
            </a:r>
            <a:endParaRPr sz="2600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19" name="Google Shape;519;p72" title="azurepolicy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2800" y="3416050"/>
            <a:ext cx="13042550" cy="41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72"/>
          <p:cNvSpPr/>
          <p:nvPr/>
        </p:nvSpPr>
        <p:spPr>
          <a:xfrm>
            <a:off x="4978075" y="5669900"/>
            <a:ext cx="1654500" cy="586500"/>
          </a:xfrm>
          <a:prstGeom prst="ellipse">
            <a:avLst/>
          </a:prstGeom>
          <a:solidFill>
            <a:srgbClr val="D5A6B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Remediation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21" name="Google Shape;521;p72"/>
          <p:cNvCxnSpPr/>
          <p:nvPr/>
        </p:nvCxnSpPr>
        <p:spPr>
          <a:xfrm rot="10800000" flipH="1">
            <a:off x="6542175" y="4256100"/>
            <a:ext cx="1849800" cy="11130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2" name="Google Shape;522;p72"/>
          <p:cNvCxnSpPr/>
          <p:nvPr/>
        </p:nvCxnSpPr>
        <p:spPr>
          <a:xfrm>
            <a:off x="6542175" y="5603150"/>
            <a:ext cx="1834800" cy="75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3" name="Google Shape;523;p72"/>
          <p:cNvSpPr txBox="1"/>
          <p:nvPr/>
        </p:nvSpPr>
        <p:spPr>
          <a:xfrm>
            <a:off x="1534075" y="5720900"/>
            <a:ext cx="34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Tenant Root Group</a:t>
            </a:r>
            <a:endParaRPr sz="22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4" name="Google Shape;524;p72"/>
          <p:cNvSpPr txBox="1"/>
          <p:nvPr/>
        </p:nvSpPr>
        <p:spPr>
          <a:xfrm>
            <a:off x="7762350" y="2929650"/>
            <a:ext cx="2193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Subscription A</a:t>
            </a:r>
            <a:endParaRPr sz="22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5" name="Google Shape;525;p72"/>
          <p:cNvSpPr txBox="1"/>
          <p:nvPr/>
        </p:nvSpPr>
        <p:spPr>
          <a:xfrm>
            <a:off x="7762350" y="7075825"/>
            <a:ext cx="241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Subscription B</a:t>
            </a:r>
            <a:endParaRPr sz="22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26" name="Google Shape;526;p72"/>
          <p:cNvCxnSpPr/>
          <p:nvPr/>
        </p:nvCxnSpPr>
        <p:spPr>
          <a:xfrm>
            <a:off x="7400450" y="3248525"/>
            <a:ext cx="75300" cy="5038200"/>
          </a:xfrm>
          <a:prstGeom prst="straightConnector1">
            <a:avLst/>
          </a:prstGeom>
          <a:noFill/>
          <a:ln w="38100" cap="flat" cmpd="sng">
            <a:solidFill>
              <a:srgbClr val="FFE5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27" name="Google Shape;527;p72"/>
          <p:cNvSpPr txBox="1"/>
          <p:nvPr/>
        </p:nvSpPr>
        <p:spPr>
          <a:xfrm>
            <a:off x="623400" y="8737950"/>
            <a:ext cx="1704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980000"/>
                </a:solidFill>
                <a:highlight>
                  <a:schemeClr val="accen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Important!</a:t>
            </a:r>
            <a:r>
              <a:rPr lang="en" sz="2800">
                <a:solidFill>
                  <a:schemeClr val="dk2"/>
                </a:solidFill>
                <a:highlight>
                  <a:schemeClr val="accen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will happen on all subscriptions, even if customer only specify Subscription A as included in Cortex</a:t>
            </a:r>
            <a:endParaRPr sz="24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8" name="Google Shape;528;p72"/>
          <p:cNvSpPr txBox="1"/>
          <p:nvPr/>
        </p:nvSpPr>
        <p:spPr>
          <a:xfrm>
            <a:off x="4783675" y="3498850"/>
            <a:ext cx="2043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Azure policy</a:t>
            </a:r>
            <a:endParaRPr sz="22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9" name="Google Shape;529;p72"/>
          <p:cNvSpPr txBox="1"/>
          <p:nvPr/>
        </p:nvSpPr>
        <p:spPr>
          <a:xfrm>
            <a:off x="4650325" y="7519725"/>
            <a:ext cx="2568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Managed identity</a:t>
            </a:r>
            <a:endParaRPr sz="22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i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cortex-mi-{suffix}</a:t>
            </a:r>
            <a:endParaRPr sz="2200" i="1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0" name="Google Shape;530;p72"/>
          <p:cNvSpPr txBox="1"/>
          <p:nvPr/>
        </p:nvSpPr>
        <p:spPr>
          <a:xfrm>
            <a:off x="11042950" y="7075825"/>
            <a:ext cx="2193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ResourceGroup</a:t>
            </a:r>
            <a:endParaRPr sz="22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i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cortex-{suffix}</a:t>
            </a:r>
            <a:endParaRPr sz="2200" i="1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1" name="Google Shape;531;p72"/>
          <p:cNvSpPr txBox="1"/>
          <p:nvPr/>
        </p:nvSpPr>
        <p:spPr>
          <a:xfrm>
            <a:off x="11042950" y="2554150"/>
            <a:ext cx="2193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ResourceGroup</a:t>
            </a:r>
            <a:endParaRPr sz="22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i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cortex-{suffix}</a:t>
            </a:r>
            <a:endParaRPr sz="2200" i="1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3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Verify Onboarding - </a:t>
            </a:r>
            <a:r>
              <a:rPr lang="en" sz="3200"/>
              <a:t>Step #5</a:t>
            </a:r>
            <a:endParaRPr sz="3200"/>
          </a:p>
        </p:txBody>
      </p:sp>
      <p:sp>
        <p:nvSpPr>
          <p:cNvPr id="537" name="Google Shape;537;p73"/>
          <p:cNvSpPr txBox="1"/>
          <p:nvPr/>
        </p:nvSpPr>
        <p:spPr>
          <a:xfrm>
            <a:off x="1511450" y="1804775"/>
            <a:ext cx="15084600" cy="69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AutoNum type="arabicPeriod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Azure policy remediation task is </a:t>
            </a:r>
            <a:r>
              <a:rPr lang="en" sz="280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Successful</a:t>
            </a: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</a:t>
            </a:r>
            <a:r>
              <a:rPr lang="en" sz="28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Progress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If </a:t>
            </a:r>
            <a:r>
              <a:rPr lang="en" sz="2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failed/ Not Compliant </a:t>
            </a: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- Is the cortex-mi-{suffix} attached to the remediation task? </a:t>
            </a:r>
            <a:r>
              <a:rPr lang="en" sz="28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Remediation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- Error message: “PolicyDeploymentFailure ….. was unsuccessful.”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- Verify Deployment log / Activity log on failed Subscription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- Add cortex-mi-{suffix} ObjectId to Azure Policy remediation definition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AutoNum type="arabicPeriod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Verify that all resource groups exists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AutoNum type="arabicPeriod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Verify that all roles + associations exists on Tenant Root Group and 1 Subscription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AutoNum type="arabicPeriod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Verify that Enterprise Application have all Permissions added &amp; granted in Entra ID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AutoNum type="arabicPeriod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Verify that onboarding looks Green in Cortex Cloud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Data Source</a:t>
            </a:r>
            <a:br>
              <a:rPr lang="en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4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Outpost</a:t>
            </a:r>
            <a:endParaRPr sz="24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4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Outpost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5"/>
          <p:cNvSpPr txBox="1">
            <a:spLocks noGrp="1"/>
          </p:cNvSpPr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Outpost - Region configuration</a:t>
            </a:r>
            <a:endParaRPr/>
          </a:p>
        </p:txBody>
      </p:sp>
      <p:sp>
        <p:nvSpPr>
          <p:cNvPr id="548" name="Google Shape;548;p75"/>
          <p:cNvSpPr txBox="1"/>
          <p:nvPr/>
        </p:nvSpPr>
        <p:spPr>
          <a:xfrm>
            <a:off x="1763150" y="2014075"/>
            <a:ext cx="13966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Helvetica Neue"/>
              <a:buChar char="●"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Recommended to only deploy Outpost only to the regions in use.</a:t>
            </a:r>
            <a:b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By default outpost will be deployed to all regions</a:t>
            </a: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49" name="Google Shape;549;p75"/>
          <p:cNvCxnSpPr/>
          <p:nvPr/>
        </p:nvCxnSpPr>
        <p:spPr>
          <a:xfrm>
            <a:off x="9135000" y="3624650"/>
            <a:ext cx="18000" cy="43599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0" name="Google Shape;550;p75"/>
          <p:cNvSpPr txBox="1"/>
          <p:nvPr/>
        </p:nvSpPr>
        <p:spPr>
          <a:xfrm>
            <a:off x="1839250" y="3732750"/>
            <a:ext cx="6251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Azure</a:t>
            </a:r>
            <a:endParaRPr sz="2800" b="1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Modify </a:t>
            </a:r>
            <a:r>
              <a:rPr lang="en" sz="28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schema-input-variables.tf</a:t>
            </a: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file</a:t>
            </a: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75"/>
          <p:cNvSpPr txBox="1"/>
          <p:nvPr/>
        </p:nvSpPr>
        <p:spPr>
          <a:xfrm>
            <a:off x="10062700" y="3732750"/>
            <a:ext cx="5450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AWS</a:t>
            </a:r>
            <a:endParaRPr sz="2800" b="1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Modify </a:t>
            </a:r>
            <a:r>
              <a:rPr lang="en" sz="28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schema-inputs.tf</a:t>
            </a:r>
            <a:r>
              <a:rPr lang="en" sz="2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file</a:t>
            </a:r>
            <a:endParaRPr sz="2800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2" name="Google Shape;552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12500" y="6174800"/>
            <a:ext cx="8420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9075" y="5966925"/>
            <a:ext cx="7326966" cy="345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rporat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9E9E9"/>
      </a:lt2>
      <a:accent1>
        <a:srgbClr val="FA582D"/>
      </a:accent1>
      <a:accent2>
        <a:srgbClr val="FFCB06"/>
      </a:accent2>
      <a:accent3>
        <a:srgbClr val="00C0E8"/>
      </a:accent3>
      <a:accent4>
        <a:srgbClr val="00CC66"/>
      </a:accent4>
      <a:accent5>
        <a:srgbClr val="00AEC4"/>
      </a:accent5>
      <a:accent6>
        <a:srgbClr val="C8462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</Words>
  <Application>Microsoft Macintosh PowerPoint</Application>
  <PresentationFormat>Custom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Helvetica Neue</vt:lpstr>
      <vt:lpstr>Corporate Theme</vt:lpstr>
      <vt:lpstr>Cortex Cloud</vt:lpstr>
      <vt:lpstr>PowerPoint Presentation</vt:lpstr>
      <vt:lpstr>High level flow</vt:lpstr>
      <vt:lpstr>Azure Permission needed for onboarding? https://docs-cortex.paloaltonetworks.com/r/Cortex-CLOUD/Cortex-Cloud-Runtime-Security-Documentation/Onboard-Microsoft-Azure?tocId=MvDGGRtwdZjW_k8SU7L6yg </vt:lpstr>
      <vt:lpstr>Important - Identify as part of step #0  </vt:lpstr>
      <vt:lpstr>Azure policy “DeployIfNotExists”</vt:lpstr>
      <vt:lpstr>Verify Onboarding - Step #5</vt:lpstr>
      <vt:lpstr>Outpost</vt:lpstr>
      <vt:lpstr>Outpost - Region configuration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Vad Vadwlas</cp:lastModifiedBy>
  <cp:revision>1</cp:revision>
  <dcterms:modified xsi:type="dcterms:W3CDTF">2026-10-22T15:25:16Z</dcterms:modified>
</cp:coreProperties>
</file>